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8"/>
  </p:notesMasterIdLst>
  <p:sldIdLst>
    <p:sldId id="256" r:id="rId2"/>
    <p:sldId id="314" r:id="rId3"/>
    <p:sldId id="318" r:id="rId4"/>
    <p:sldId id="319" r:id="rId5"/>
    <p:sldId id="323" r:id="rId6"/>
    <p:sldId id="320" r:id="rId7"/>
    <p:sldId id="322" r:id="rId8"/>
    <p:sldId id="321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9" r:id="rId18"/>
    <p:sldId id="341" r:id="rId19"/>
    <p:sldId id="338" r:id="rId20"/>
    <p:sldId id="342" r:id="rId21"/>
    <p:sldId id="343" r:id="rId22"/>
    <p:sldId id="344" r:id="rId23"/>
    <p:sldId id="340" r:id="rId24"/>
    <p:sldId id="345" r:id="rId25"/>
    <p:sldId id="346" r:id="rId26"/>
    <p:sldId id="34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4C03FE-5F74-4FFA-ACBB-71B7FABF3CA5}">
          <p14:sldIdLst>
            <p14:sldId id="256"/>
            <p14:sldId id="314"/>
            <p14:sldId id="318"/>
            <p14:sldId id="319"/>
            <p14:sldId id="323"/>
            <p14:sldId id="320"/>
            <p14:sldId id="322"/>
            <p14:sldId id="321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9"/>
            <p14:sldId id="341"/>
            <p14:sldId id="338"/>
            <p14:sldId id="342"/>
            <p14:sldId id="343"/>
            <p14:sldId id="344"/>
            <p14:sldId id="340"/>
            <p14:sldId id="345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16-05-30T16:02:05.64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26 39 0,'-19'0'157,"19"-39"-126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22:22.7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17589 5709 49 0,'-9'-12'30'16,"7"0"-7"-16,0 0 4 0,0-2 10 15,2 2-10-15,-5-3-1 16,3 3-8-16,-1 5-7 16,3 0 5-16,0 5-4 15,0 2-11-15,-2 0-1 16,2 0-2-16,0 6-3 15,0 31-12-15,16 23 11 16,4 18 5-16,2 12-1 16,-4 2 0-16,-1-4-2 15,6-15 1-15,-3-15 0 16,0-18 2-16,-4-16-1 16,-1-9 2-16,-8-10-1 15,0-5 1-15,-5 0 3 16,7 0 4-16,-3-16 14 0,12-22-9 15,5-14-10-15,6-8-2 16,-2-6 0-16,-1-6 1 16,3-5-1-16,2 3 0 15,-4 4 0-15,-7 10 0 16,-5 10 0-16,-3 14 0 16,-8 7 0-16,-4 11 0 15,0 4-6-15,0 8-7 16,0 2-7-16,0 4-5 15,0 0-13-15,0 0-50 16</inkml:trace>
  <inkml:trace contextRef="#ctx0" brushRef="#br0" timeOffset="691.0718">18796 5691 66 0,'0'-42'25'0,"0"11"0"15,-11 4-11-15,-9 9-1 16,5 7 1-16,-10 9 1 16,-2 2-3-16,-6 8-12 0,-18 30 0 15,2 16-2 1,-7 13 2-16,12 3 1 0,5-4-1 16,13-6 0-16,15-6 1 15,6-10 0-15,5-10-1 16,0-7-1-16,9-13 1 15,16-6 0-15,-5-8 0 16,7 0 4-16,2-2 2 16,11-30 3-16,-3-10-6 15,6-9-3-15,-3-3-1 16,-4 4-10-16,-14 6-5 16,-7 12-1-16,-5 16 14 15,-10 10 3-15,0 6 17 0,0 0-14 16,0 13-3-16,0 20-6 15,0 13 6-15,0 7 0 16,-3-6 2-16,3 2-2 16,0-8 1-16,0-1-1 15,9-1 2-15,16-7-2 16,6-6-1-16,5-8-33 16,-21-18-40-16</inkml:trace>
  <inkml:trace contextRef="#ctx0" brushRef="#br0" timeOffset="957.2012">19271 5650 116 0,'0'-22'59'16,"0"21"-52"-16,0 1 2 15,-16 1-9-15,-3 38-1 16,-6 15 0-16,0 13 1 15,3 0 0-15,9-2 1 16,2-1-1-16,9-9 1 16,2-1 0-16,0-7-1 15,0-5 0-15,11-8-1 16,16-10-2-16,6-12-10 16,13-12-22-16,8-4 1 15,-34-22-6-15</inkml:trace>
  <inkml:trace contextRef="#ctx0" brushRef="#br0" timeOffset="1164.5288">19650 5739 63 0,'2'0'12'16,"-2"16"-9"-16,-9 29-3 16,-9 12 18-16,3-1 0 15,1 2-9-15,3-1 4 16,7-7-6-16,2-2-2 15,0-8-3-15,2-8-1 16,0-8-1-16,0-8 0 16,2-8-1-16,13-8-11 0,-8 0-15 15,4-10-24 1</inkml:trace>
  <inkml:trace contextRef="#ctx0" brushRef="#br0" timeOffset="1339.6526">19623 5428 179 0,'-4'-36'37'15,"4"20"-33"-15,0 2 14 16,2-2-10-16,2 7-3 16,-4 8-5-16,0 1-16 15,0 0-42-15,0 0-74 16</inkml:trace>
  <inkml:trace contextRef="#ctx0" brushRef="#br0" timeOffset="1508.4126">19166 5337 144 0,'0'-3'37'0,"0"-15"-16"16,14 4-7-16,3 4-14 15,8 7 0-15,4 3-23 16,-17 0-46-16,-4 13-35 16</inkml:trace>
  <inkml:trace contextRef="#ctx0" brushRef="#br0" timeOffset="2210.9849">20699 5735 75 0,'-44'-38'15'15,"1"26"-12"-15,1 9 6 16,-2 3-7-16,-1 17 4 16,-7 29-5-16,6 14 8 15,4 10 4-15,11-2-6 16,13-1-1-16,9-9-1 15,9-12 1-15,0-8-1 16,2-8-1-16,15-8 0 16,6-6 1-16,-5-6 0 0,2-8-1 15,-9-2 3-15,11-2 4 16,17-32 4-16,7-18-10 16,10-19-1-16,2-14-4 15,0-14 0-15,-5-13-5 16,-6-11-8-16,-14-1 6 15,-8 8 6-15,-12 9 1 16,-9 20 0-16,-4 12 0 16,0 19 0-16,0 16 0 15,-2 14 3-15,-2 16 10 16,-1 6-6-16,3 2-2 16,0 2-5-16,0 6-5 15,-12 36-2-15,3 24 5 16,-7 18 2-16,3 13 0 15,-3 6 0-15,-2 8 0 0,2 5 0 16,7 2 0-16,-1-5 0 16,8-13 0-16,4-8 1 15,0-13-1-15,0-7 1 16,12-8-1-16,7-6 1 16,4-3-1-16,-12-52-7 15,-6 3-51-15</inkml:trace>
  <inkml:trace contextRef="#ctx0" brushRef="#br0" timeOffset="13646.7177">3831 9882 6 0,'9'8'60'0,"-9"-8"-29"15,0 0 5-15,0 0-1 16,0 2-7-16,0 0-3 16,0-2-3-16,0 1-1 15,0-1 4-15,0 0 3 16,0 0-11-16,0 0-5 16,0 0-4-16,0 0-5 15,0 3-3-15,0-3 0 0,0 2 0 16,0-2-2-16,0 0 2 15,0 0 0-15,0 0 0 16,0 0 0-16,0 0 0 16,0 0 0-16,0 0 1 15,0 0-1-15,0 0 0 16,0 0 0-16,0 0 0 16,0 0 1-16,0 0-1 15,0 1-1-15,13 4-1 16,11-1 2-16,18 4 4 15,14-2-1-15,13-6 5 16,7 0-1-16,14 0-1 16,10 0 0-16,2-14-1 15,5-4 0-15,-7 4-2 16,0-1-1-16,-13 10-1 0,-6 1-1 16,-10 1 1-1,-11 3 0-15,-8-1 2 0,-4 1 1 16,-3 0 1-16,6 0-3 15,5 0 0-15,6 0-1 16,-2 0-1-16,7 0 1 16,1 0 0-16,-4 0 0 15,3 0-1-15,-3 0 0 16,1 0 1-16,-3 0 1 16,3-3-2-16,-5-7 0 15,7 1 1-15,-3-1 0 16,-4-2-1-16,-4 1 1 0,-13 1-1 15,-7 0 1 1,-15 4-1-16,-5 2 1 0,-7 2 1 16,-7 0-2-16,0 1 0 15,-2-3 0-15,0 1 0 16,2 1-2-16,8 0 2 16,-1 2 0-16,-1 0 0 15,8 0 0-15,4 0 0 16,2 0 0-16,5 0 0 15,2 0 0-15,2 0 0 16,5 0 0-16,-1 0 0 16,6 0 0-16,-10 0 0 15,-2 0 0-15,-5 0 0 0,-10 0 0 16,-5 2 0 0,-5-2 0-16,-4 0 2 0,0 0-2 15,0 0 1-15,0 0 0 16,0 0 1-16,0 0 0 15,0 0 0-15,-4 0 0 16,-17 0 0-16,-5 0-2 16,-5 0-1-16,-5-6 0 15,-13 0 0-15,-2 2 0 16,-14 0 1-16,-4 2 0 16,-5-2 0-16,-1 4-1 15,-8 0 1-15,-2 0 0 0,12 0-1 16,4 0 1-16,7 4 0 15,4 4 0-15,4 0 0 16,0 3 0-16,10-4 0 16,-5 4 0-16,-2-4 0 15,6 1 0-15,-1-2 0 16,-1 0 0-16,0 0 0 16,-2-2 0-16,-2 0 1 15,4 0-1-15,1-2 1 16,-6 2-1-16,5-4 0 15,-6 3 0-15,4-2 1 16,-1 2-1-16,4-3 0 16,1 1 1-16,3-1-1 15,0 3-1-15,-1-3 1 16,8 0-1-16,1 0 1 0,14 0 1 16,3 0-1-1,-4 0 0-15,2 0 0 0,-10 0 0 16,-2 0-1-16,-6 0 0 15,-3 0 1-15,3 1 0 16,-5 2 0-16,-8 2 0 16,1-3 0-16,-2 2 0 15,4 1 0-15,3-1 1 16,-1-1-1-16,7 2 0 16,-2-4 0-16,9 4 1 0,2-5-1 31,2 0 0-31,0 0 1 0,3 0-1 15,-3 0 0 1,-4 0 2-16,-3 0-2 0,-3 0-1 0,1-2 1 16,3-2-1-16,4 1 1 15,4 1 0-15,10 2 0 16,3 0 0-16,4 0 0 16,1 0 0-16,0 0 0 15,0 0 0-15,1 0 0 16,-1 0-1-16,-1 0-1 15,-4 0-4-15,-5 0 0 16,-4 6 4-16,-1 3 2 16,-1-1-2-16,-3 1 2 0,4 2 0 15,-5-1 0-15,2-2 0 16,8 0 0-16,3-4 0 16,5 0 0-16,9 0-1 15,0-3-1-15,0-1 1 16,0 3 0-16,0-3 1 15,0 2-1-15,0 0 1 16,0-2-1-16,0 2-1 16,9 2-2-16,11 0 3 15,9 2 1-15,5 2 1 16,3-2-1-16,11-2 0 16,4-2 1-16,13 0 2 15,11 0-2-15,9-2-1 16,4 2 1-16,3 0-1 15,-8 0 0-15,-8 0 0 0,-7 2 0 16,-7-4 0-16,-2 0 0 16,-6 0 1-16,2 0-1 15,-3 0 0-15,0 0 1 16,3 0 0-16,2 0-1 16,5 0 1-16,-3 0 0 15,-2 0-1-15,-5 0 0 16,-2 0 0-16,-7 0 0 15,-1 2 0-15,4 2 0 16,-7 0 0-16,7 0 0 16,-2-2 0-16,-1 0 0 15,0 2 0-15,3-4 1 16,-5 2-1-16,-1-2 0 0,-8 0 0 16,1 0 0-16,-5 0 1 15,0 0-1-15,2 0 0 16,-2 0 0-16,4 0 0 15,1 0 0-15,3 0 0 16,5 0 0-16,-1 0 2 16,3 0-2-16,-1 0 0 15,-7 0 0-15,-3-4 0 16,-6-2 0-16,0 0 0 16,-4 0 0-16,4-2 0 15,2 2 0-15,-4 0 0 16,2 0 0-16,-2-2 1 0,-2 2-1 15,6-2 0-15,-2-2 1 16,2 2-1-16,-2-2 0 16,-4-1 0-16,-2 4 0 15,6-4 1-15,2 0-1 16,2 1 1-16,-2-1 0 16,0 2-1-16,-2 0 0 15,-4 3-1-15,-4 3 1 16,-3-2 0-16,-3 5 0 15,-11 0-1-15,6 0 1 16,-8 0 0-16,0 0 0 16,0 0 0-16,0 0-1 15,0 0 1-15,0 0 0 0,0 0 0 16,0 0 0-16,0 0 0 16,0 0 1-16,0 0-1 15,0 0 0-15,-12-1 0 16,-15-2-1-16,-15 2-3 15,-16 1 4-15,-11 0-2 16,-11 0 0-16,-12 0 0 16,-1 0 1-16,-5 5 1 15,-4 3 0-15,-8 5 0 16,-3 1 0-16,-1 0 0 16,0 1-2-16,14 0 0 15,11 1 2-15,2-3 0 0,5 2-1 16,4-1 1-1,7-4 0-15,6 0 1 0,7-6-1 16,2-2 0-16,11-2 0 16,3 0 0-16,0 0 0 15,7 0 0-15,-2 0 0 16,6 0 0-16,4 0 0 16,6 0-1-16,5 0 2 15,7 0-1-15,7 0 0 16,2-2-1-16,0 0-1 15,0 2 0-15,0-2 0 16,2 2-3-16,21 0-3 16,16 0 4-16,22 0 4 15,21 0 1-15,18 0 0 16,11 0-1-16,12 2 2 16,5 0-2-16,3-2 0 0,0 0 0 15,-6 0 1-15,-9 0-1 16,-23 0 0-16,-24 0 0 15,-28 0 0-15,-22-2 0 16,-12 0 0-16,-7 2 1 16,0 0 2-16,0 0 0 15,0 0 0-15,0 0 1 16,0 0-2-16,0-2 0 16,-22-2-1-16,-16 2-1 15,-23 2-7-15,-14 0-3 16,-18 0-2-16,-12 0 0 0,-9 10 5 15,0 2 2 1,12-2 2-16,9-2 2 0,26-2 0 16,28-2 1-16,24-2 0 15,15-2 0-15,0 4-2 16,36 0-10-16,28-4 8 16,23 0 4-16,13 0 2 15,10 0-1-15,1-4 0 16,-2-6 1-16,1 0 0 15,-14-2-1-15,-17 2-1 16,-16 0 1-16,-26 2 0 16,-12 4-1-16,-23 0 0 15,-2 2 2-15,0 0 3 0,0 0 0 16,-17 0 1-16,-26 2-6 16,-24 0-1-16,-26 0-4 15,-30 0-2-15,-19 2 1 16,-21 10 2-16,-8 4 0 15,1-2-2-15,12 0 5 16,15-4 1-16,30-2 0 16,30-4-1-16,35-2 1 15,30-2 1-15,18 0-1 16,2 0 0-16,47 0-1 16,33 0 1-16,30 0 4 15,19 0-1-15,14 0-1 16,-2-4 0-16,-1 0 1 15,1-2-3-15,-10 0 1 0,-6 2-1 16,-17-2 1-16,-33 0-1 16,-34 2 0-16,-19 2 1 15,-21 0 3-15,-3 2 10 16,-12-2 7-16,-32-4-8 16,-36 6-13-16,-39 0-7 15,-23 0 3 1,-27 0-2-16,-25 2 0 15,-18 8 4-15,-8-4 2 0,6 2 0 16,18 0 0-16,22 0 0 0,33 2 0 16,41-3 1-1,42-4-1-15,36-1 0 0,22-2-1 16,11 0-1-16,60 2 2 16,41-2 2-16,48 0 4 15,36-4-5-15,20-12 1 16,14 2-1-16,-5 4 0 15,-18 0-1-15,-9 0 1 16,-30 4 0-16,-35-2 0 16,-37 0-1-16,-44 4 1 15,-35 0 2-15,-17-1-1 16,-22 2 18-16,-44 3-9 16,-48 0-11-16,-36 0-3 15,-30 2-1-15,-28 16-7 16,-17 0 3-16,-11 2 1 0,5-4 3 15,21 0 1 1,32 4 3-16,40-6 0 0,44-2 0 16,45-3 0-16,38-6-1 15,11-1-3-15,65 0-8 16,43-2 12-16,51 0 0 16,39 0 3-16,23-12-2 15,11-6-1-15,-7 0 3 16,-16 2 2-16,-24 2-4 15,-31 2 2-15,-34 0-2 16,-40 4 0-16,-37 2-1 16,-32 2 2-16,-11-2 3 15,-38 4 14-15,-49 0-19 0,-40 2-4 16,-43 0-5-16,-28 0 2 16,-31 10 0-16,-23 2 2 15,-13 0 2-15,8 0 3 16,24 0 0-16,39 3 0 15,47-4 0-15,58-3 0 16,44-2 1-16,36-2-1 16,11-2 0-16,63-2 0 15,55 0 0-15,54-2 5 16,47-18-3-16,30 0-2 16,15-2 1-16,-4 4-1 15,-21 2 0-15,-25 2 1 16,-22 0 0-16,-29 2-1 15,-27 4 1-15,-37 0-1 0,-46 2-1 16,-28 2 1-16,-27 0 0 16,0 2 4-16,-49-1-1 15,-31 3-3-15,-47 0-1 16,-27 0-1-16,-29 6-5 16,-10 7 3-16,-13-1 3 15,3 0 1-15,5-2-2 16,34 0 2-16,27-4 0 15,50 0 0-15,39-2 0 16,25-2 0-16,23 0-4 16,25 0-2-16,58-2-13 15,50 0 19-15,50 0 2 0,33 0-1 16,17 0 0-16,6-8 0 16,-5-2 0-1,-15-2 0-15,-30-2 0 0,-29-2-1 16,-42-3 0-16,-47 4 2 15,-37 3 0-15,-34 0-1 16,-22 1 26-16,-56 3-27 16,-43 3 0-16,-35 5-8 15,-29 0 0-15,-15 12-1 16,-11 7 2-16,-8 0 4 16,1 1 1-16,6-4 2 15,27-2 1 1,34 0-1-16,43-6 0 0,51-4 0 15,30 0 1 1,27-2-1-16,11 0-3 0,58-2-1 0,45 0 4 16,44 0 5-16,33 0-3 15,28-8-1-15,4-2-1 16,-2 1 0-16,-12 0 1 16,-29-1 0-16,-33 2-1 15,-49 0 0-15,-51 4 0 16,-34-1 0-16,-13 2 0 15,-42 3 8-15,-36 0-8 16,-37 0-9-16,-24 0 5 16,-19 14-3-16,-13 1 3 0,-10 2 3 15,-1-3 1 1,1-6 0-16,19 0 0 0,32-4 0 16,40-4 1-16,44 0-1 15,28 0 2-15,18 0 1 16,0 0-3-16,20 0 5 15,22 0-5-15,10-4 2 16,-1-2 0-16,-9 4-1 16,-17-2 2-16,-16 4-2 15,-9 0 4-15,0-2 4 16,-11 2 9-16,-36 0-5 16,-22 0-13-16,-18 0-6 15,-7 0-1-15,3 2-2 16,13 6 3-16,14-4 5 15,19 0 1-15,18-4 0 0,18 0-3 16,9 0-19-16,0 0-14 16,0 0-55-16</inkml:trace>
  <inkml:trace contextRef="#ctx0" brushRef="#br0" timeOffset="35549.0165">9271 14544 10 0,'-2'-2'15'16,"0"0"2"-16,2 2 0 16,0 0-8-16,0 0-7 15,0 0-1-15,0 0 7 16,0 0 7-16,-2 0-4 15,0 0-7-15,0 0-4 16,-5 0-2-16,7 0 0 16,-7 0-4-16,0 0-4 15,1 8-7-15,-3 0-15 16,7-4-1-16</inkml:trace>
  <inkml:trace contextRef="#ctx0" brushRef="#br0" timeOffset="35781.3768">9271 14544 48 0,'-60'32'55'0,"60"-32"-28"15,0 0-14-15,0 0 0 16,0 0 9-16,0 0 3 16,10 0 0-16,-4 0-4 15,7 0-1-15,3 0-5 16,8 0 1-16,7 0-5 16,0 0-5-16,8 0 0 15,-6 0-4-15,1 0-1 16,-7 0-1-16,-6 0-1 15,-7 0-1-15,-12 0-12 16,0 0-33-16,-2 0 0 16,0 0 6-16,-2 6-4 15,-14 4-63-15</inkml:trace>
  <inkml:trace contextRef="#ctx0" brushRef="#br0" timeOffset="35976.538">9180 14829 83 0,'-2'14'49'16,"2"-14"-35"-16,18 0 12 15,18 0 21-15,3 0-12 16,9 0-27-16,-4 0-5 16,-1 0-3-16,3 4 0 15,-2 0-5-15,1-3-24 16,-1-1-15-16,-32 0-29 0</inkml:trace>
  <inkml:trace contextRef="#ctx0" brushRef="#br0" timeOffset="36220.7112">9871 14520 188 0,'11'-6'57'0,"-11"6"-55"15,2 6-2-15,0 36 1 16,5 22 0-16,-2 21 6 16,2 1-1-16,-1 0-4 0,5-10-1 15,-7-14 1 1,8-12-1-16,-8-16-1 0,3-10-1 16,-5-14-5-16,2-10-21 31,-4-2-24-31,0-30-33 0</inkml:trace>
  <inkml:trace contextRef="#ctx0" brushRef="#br0" timeOffset="37289.8665">8750 11875 2 0,'0'-36'56'16,"0"22"-26"-16,0 0 1 15,0 6 2-15,0 2-17 16,0 3-5-16,0 2 3 16,0 1 2-16,0 0-1 0,0 0-2 15,0 0-10-15,0 5-3 16,0 32-4-16,0 17 3 16,2 16 1-16,-2 12 0 15,2 5 0-15,4-7 0 16,-4-10 0-16,4-14 1 15,-4-16-1-15,5-14 0 16,-3-12 0-16,-4-10 0 16,7-4 0-16,-2 0 0 15,1-8 6-15,5-24 9 16,3-14-11-16,1-10-3 16,-1 0-1-16,-5 2-1 15,4 2-5-15,3 7 4 16,3 4-1-16,2 2 3 0,1 9-1 15,-7 8 1-15,1 10 0 16,-3 8-1-16,1 4-1 16,1 0-4-16,6 0-2 15,1 11 7-15,-7 12 1 16,6 5 0-16,-8 8 0 16,1 6 0-16,-6 8 1 15,-1 6 1 1,-3 1 0-16,-2-1-1 0,-2-6 0 15,10-10 1-15,-4-7-2 16,3-8 1-16,3-5-1 16,3-4 0-16,5-5 0 15,-9-11-45-15,2 0-102 0</inkml:trace>
  <inkml:trace contextRef="#ctx0" brushRef="#br0" timeOffset="64565.0389">12696 14931 3 0,'0'-33'25'0,"0"1"11"16,0-1 0 0,0-3-4-16,0 2 4 0,0 5-15 15,0 8 3-15,-7 4-2 16,5 7-3-16,-2 5-14 16,2 0 3-16,-5 3 1 15,5 0-3-15,2 2-3 16,0 0-1-16,0 0-1 15,-5 0-1-15,-17 2-1 16,-9 31 0-16,-16 18 0 16,-16 18 1-16,3 13-1 15,-2 16 0-15,-5 22 1 16,-4 21 0-16,-1 22-1 16,-1 21 1-16,6 16 0 0,16 29 0 15,15 7 0-15,23 21 0 16,13-4 2-16,7-14 7 15,26-10-5-15,7-29 5 16,3-18-6-16,-3 2-3 16,-5-20 2-16,3-7-2 15,-9-22 1-15,0-29-2 16,-4-20-32-16,-21-86-21 16,0 0-11-16</inkml:trace>
  <inkml:trace contextRef="#ctx0" brushRef="#br0" timeOffset="65572.5081">13984 14911 101 0,'14'-34'61'0,"-14"0"-47"0,0-2 20 16,-21-1 13-16,3-2-16 16,-6 8-20-16,6 5 4 15,0 8-14-15,1 8 7 16,-6 10-4-16,-6 0-4 15,-13 28 0-15,-7 27-3 16,-2 9 0-16,6 2 3 16,16-9-2-16,14-7 1 15,13-9 0-15,2-7-2 16,0-12 2-16,13-10 0 16,7-10 1-16,9-2 0 15,4-2 6-15,9-32-1 16,8-12-5-16,-2-10 0 15,6-10-5-15,-7-13-7 16,-3-11-3-16,-4-1-7 0,-13 2 1 16,-13 17 14-16,-12 21 2 15,-2 18 5-15,0 12 8 16,0 10 12-16,0 4 4 16,0 7-13-16,-2 0-10 15,0 3-1-15,-6 33-8 16,0 15 7-16,-3 20 1 15,-3 11 0-15,1 10 0 16,3 1 0-16,4-3 0 16,2-10 1-16,-5-6-1 15,9-10-3-15,0-8-19 16,0-14-14-16,0-18-8 0,11-24-14 16,-3-3-15-1</inkml:trace>
  <inkml:trace contextRef="#ctx0" brushRef="#br0" timeOffset="65756.0311">14204 14919 79 0,'14'0'25'0,"-12"2"-7"16,3 20 8-16,-5 1-8 16,0 9-6-16,0 3-5 15,0 1-3-15,-9 0-2 16,5 0-2-16,-2-8-1 15,6-6-13-15,0-11-32 0,0-11-12 16,10 0-1 0</inkml:trace>
  <inkml:trace contextRef="#ctx0" brushRef="#br0" timeOffset="66117.2194">14519 14927 127 0,'-47'-8'11'15,"-9"4"7"-15,10 2 18 0,7 2-28 16,13 0-8 0,12 0 1-16,12 12-2 0,2 10-1 15,0 2-3-15,4 3 3 16,21 0 2-16,6 5 1 15,7 0-1-15,-9 0 0 16,0 2 1-16,-9-2-1 16,-11-3 0-16,-9-3 0 15,0-6 0-15,0 0 0 16,-15-6 2-16,-12-2 4 16,-2-6-1-16,0-2-2 15,9-2 1-15,0-2-4 16,6 0-4-16,12-4-20 15,2-6-45-15,0-4-47 16</inkml:trace>
  <inkml:trace contextRef="#ctx0" brushRef="#br0" timeOffset="66775.9973">14746 15069 166 0,'4'-30'29'0,"-4"14"-23"0,-8 6 21 16,-4 8-4-16,3 2-12 16,3 0-11-16,-5 18-4 15,4 18 2-15,-2 8 2 16,5 1-1-16,4-4 1 0,0 0 0 16,0-7-1-1,2-4 1-15,9-6 0 0,-2-8 0 16,2-6-1-16,-9-6-3 15,0-4-2-15,-2 0 6 16,5 0 2-16,-1-26 10 16,-2-8-12-16,8-10 0 15,-6-6 0-15,5 4 0 16,-5 5 0-16,-2 15 1 16,1 14-1-16,4 8 13 15,-3 2-7-15,7 2-6 16,7-4-4-16,13 4 3 15,9 0 0-15,3 0 1 0,-1 0-2 16,-2 6 1 0,-7 6 0-16,-2 0-1 0,-6-2 2 15,-7-6-1-15,-7-2-2 16,-7-2 3-16,1 0 0 16,-3 0 4-16,0 0 1 15,10-10 0-15,-4-8-4 16,1-2-2-16,1 8 1 15,-8 6 0-15,-2 2 0 16,0 4-2-16,0 0-1 16,0 0-2-16,-10 7-6 15,-9 20 2-15,-8 3 9 0,9 2-1 16,7-7 1-16,9-1-2 16,2-6 1-16,0 2 0 15,8-5 1-15,28-2 3 16,9-9 2-16,13-4 3 15,4 0-8-15,5-17-14 16,2-18-19-16,-9-10-19 16,-2-9-25-16,-45 26 1 15</inkml:trace>
  <inkml:trace contextRef="#ctx0" brushRef="#br0" timeOffset="66967.6346">15713 14568 72 0,'11'-74'84'16,"-11"70"-20"-16,0 4-33 15,5 0-31-15,-1 28-10 16,-2 26 10-16,7 16 4 0,-7 8 7 16,0 3 4-16,1 1-10 15,-3 1-2-15,0-2-1 16,0-5-2-16,-14-5-2 16,-10-17-29-16,-14-20-17 15,-2-18-25-15,22-16 10 16</inkml:trace>
  <inkml:trace contextRef="#ctx0" brushRef="#br0" timeOffset="67362.7937">15432 15037 138 0,'0'-30'25'16,"25"28"-21"-16,33-5 17 0,6 6 2 16,3 1 0-16,-5 0-14 15,-8 0-9-15,-12 0 0 16,-9 0 0-16,-8 0 0 15,-11 0-2-15,-5 0-7 16,-7 0 1-16,-2 0 3 16,0 4-3-16,0 10-5 15,0 8 6-15,0 6 7 16,0 7 2-16,0-2-1 16,0-3 1-16,8 1 3 15,17-12 9 1,6-5 5-16,7-9 6 0,5-5 6 31,-1 0-5-31,0-16-12 0,3-11-6 0,-10-4-6 0,1-6 0 16,-5-2 0-16,-4-7-2 15,-11-3 0-15,-12 3 0 16,-4 6-5-16,0 8 2 16,-20 14 1-16,-18 12-1 15,-9 6-12-15,-13 7-13 16,-18 34-15-16,45-15-17 15,-8 0-55-15</inkml:trace>
  <inkml:trace contextRef="#ctx0" brushRef="#br0" timeOffset="68360.9474">13474 16034 211 0,'2'0'35'0,"-2"4"-34"16,-29 38-1-16,-2 28 3 16,-7 18 5-16,4 12 2 15,5 5 4-15,1-1 1 16,-1 0-9-16,-2-1-3 16,2-11 0-16,2-16-3 15,4-13-3-15,15-24-18 16,1-16-27-16,7-23-18 15,0-14-57-15</inkml:trace>
  <inkml:trace contextRef="#ctx0" brushRef="#br0" timeOffset="68587.2839">13385 15992 140 0,'0'-12'62'0,"31"4"-61"16,40-2 11-16,16 2 42 15,2 4-21-15,-7 4-23 16,-12 0-9-16,-22 0-1 0,-7 4-7 16,-15 18-44-16,-26-12-9 15,0-2-21-15</inkml:trace>
  <inkml:trace contextRef="#ctx0" brushRef="#br0" timeOffset="68782.3981">13474 16311 88 0,'58'8'30'16,"24"-8"11"-16,5-2-8 15,-4-10-5-15,-19 6-1 16,-20 6-27-16,-17 0-3 0,-25 6-35 16,-2 8-23-16,-22 4-44 15</inkml:trace>
  <inkml:trace contextRef="#ctx0" brushRef="#br0" timeOffset="68962.5257">13215 16880 115 0,'0'24'48'16,"38"-24"5"-16,20 0 19 15,4 0-30-15,6 4-25 0,-4 0-15 16,5 2-2-16,6-6-15 16,6 0-34-16,-52 0-43 15,-6 0-35-15</inkml:trace>
  <inkml:trace contextRef="#ctx0" brushRef="#br0" timeOffset="69206.8909">14336 15954 137 0,'-24'-18'35'15,"-26"36"-33"-15,4 48 17 16,-8 24 3-16,5 22 5 15,-2 11-7-15,10-3-9 16,12-6-3-16,19-7-5 0,10-18-2 16,0-8 0-16,0-19-1 15,20-13 0-15,9-18-9 16,11-14-9-16,14-17-18 16,10-4 13-16,-33-27-19 15,5-5-38 1</inkml:trace>
  <inkml:trace contextRef="#ctx0" brushRef="#br0" timeOffset="69413.7451">14940 16218 110 0,'-5'8'44'16,"-41"53"-11"-16,-10 13-6 15,-2 6-7-15,0 1-4 16,-4 1-5-16,-3-5-5 15,7-2-4-15,11-13-2 16,7-16 0-16,9-6-1 16,2-12-22-16,27-28-30 15,2 0-64-15</inkml:trace>
  <inkml:trace contextRef="#ctx0" brushRef="#br0" timeOffset="69629.9046">14416 16405 119 0,'16'2'47'15,"-1"36"-43"-15,12 10 53 16,4 10-13-16,9 4-30 16,1 5-7-16,1-5-2 15,-2-8-4-15,-7-12-1 16,-4-16-19-16,-9-12-25 15,1-14-4-15,-19-6-10 16,0-24-36-16</inkml:trace>
  <inkml:trace contextRef="#ctx0" brushRef="#br0" timeOffset="69846.2637">15089 16000 77 0,'27'0'33'15,"-9"39"9"-15,8 24 7 16,-6 19 3-16,1 17-8 16,-15 9-25-16,-6 8-12 15,0-5-5-15,-31-7 0 16,-11-8 1-16,-3-16-3 16,3-16-10-16,9-20-3 15,8-13-21-15,25-31-22 16,0-7-42-16</inkml:trace>
  <inkml:trace contextRef="#ctx0" brushRef="#br0" timeOffset="70064.2359">15563 16180 217 0,'31'-20'9'16,"21"2"8"-16,15-2 7 16,5 6-7-16,-10 6-1 15,-7 4-16-15,-24 4-5 16,-15 0-41-16,-16 10-16 0,-2 8-22 16</inkml:trace>
  <inkml:trace contextRef="#ctx0" brushRef="#br0" timeOffset="70225.8685">15546 16457 107 0,'-14'24'68'0,"14"-24"-65"15,25 0 29-15,22 0 29 16,11 0-22-16,0 0-22 16,-1-2-10-16,-1-2-7 15,-13-4-20 1,-32 6-43-16,-5-4-33 0</inkml:trace>
  <inkml:trace contextRef="#ctx0" brushRef="#br0" timeOffset="70537.2914">16778 15795 176 0,'15'-14'59'0,"24"5"-52"16,16-6-4-16,21 1 19 15,15 2 8-15,7 4-17 16,0 0 1-16,-11 2-7 15,-18 4 0-15,-20 2-7 16,-20 0 0-16,-16 0-19 16,-13 0-40-16,-6 4-21 15,-23 1-24-15</inkml:trace>
  <inkml:trace contextRef="#ctx0" brushRef="#br0" timeOffset="70994.2641">16608 15822 75 0,'-2'7'67'15,"20"-7"-43"-15,45 0 34 16,10 0-12-16,1 4-19 16,-3 6-8-16,-13 6-5 15,-16 4-9-15,-13 5-4 16,-25 10-1-16,-4 10-2 15,-35 15-5-15,-47 14 1 16,-23 8 4-16,-16 1-2 16,13-11-5-16,10-12 7 15,17-10 2-15,23-10 0 16,25-11 0-16,10-6 0 0,19-7-2 16,4-2-1-16,0 3 3 15,20-3 5-15,22-1 10 16,21-3 5-16,13-2 0 15,15-2-6-15,9-4-5 16,7-2-1-16,-4 0 1 16,-3 0 4-16,-2 0-2 15,-11-2-3-15,-12-8-2 16,-5 6-3-16,-10 0-2 16,-11 3-2-16,-20-2 1 15,-13 1-18-15,-16-2-8 16,0 4-9-16,-10 0-9 15,-9 0-59-15,-8 0-63 16</inkml:trace>
  <inkml:trace contextRef="#ctx0" brushRef="#br0" timeOffset="73054.5566">17221 16878 107 0,'0'-14'47'16,"-2"10"-20"-16,2 4 33 16,0 0-23-16,0 0-29 15,0 0-7-15,0 0 1 16,0 0-1-16,-13 0-1 15,-16 22-1-15,-16 13 1 16,-20 4 3-16,3 2 0 16,-5-1-3-16,11-7-5 15,8-6-7-15,9-7-17 16,18-13-22-16,21-7-35 0</inkml:trace>
  <inkml:trace contextRef="#ctx0" brushRef="#br0" timeOffset="73273.5334">17021 16790 132 0,'9'0'29'0,"-3"10"-25"16,8 24 27-16,11 8 18 15,-6 4-30-15,10 4 0 16,-2-3-14-16,0-5-3 0,0-6 0 15,-10-2-2 1,6-10-19-16,-13-6-23 0,-4-18-15 16,-4 0-37-16</inkml:trace>
  <inkml:trace contextRef="#ctx0" brushRef="#br0" timeOffset="73844.6366">18331 16020 99 0,'7'-8'62'0,"-7"8"-49"16,0 0 34-16,0 0 0 15,0 0-32-15,0 0-11 16,-31 30-3-16,-25 24 8 16,-31 14 6-16,-13 11-12 0,-1-5-2 15,7-8-1 1,23-9 0-16,25-18-9 0,19-11-5 16,18-13-10-16,4-12-17 15,5-3-17-15,0-2-88 16</inkml:trace>
  <inkml:trace contextRef="#ctx0" brushRef="#br0" timeOffset="74046.4125">17970 15963 116 0,'18'0'28'16,"0"3"-21"-16,3 33 11 0,14 14 24 15,-6 16-22-15,-3 10-15 16,-4 5-3-16,1-5-2 16,-6-5-9-16,-1-14-16 15,-16-52-27-15,2-5-51 16</inkml:trace>
  <inkml:trace contextRef="#ctx0" brushRef="#br0" timeOffset="74265.5913">18825 15877 88 0,'14'0'25'16,"-14"59"1"-16,-12 9 16 16,-11 12-5-16,-11 6-18 15,1 5-12 1,-1-5-5-16,0-8-1 0,1-13-1 15,2-10-7 1,-3-19-25-16,28-36-25 0,6 0-46 16</inkml:trace>
  <inkml:trace contextRef="#ctx0" brushRef="#br0" timeOffset="74548.3841">19022 15837 53 0,'4'40'22'15,"-4"13"13"-15,0 11 10 16,-11 16-18-16,-11 13-11 15,-3-4-8-15,0-7-6 16,4-11-1-16,3-19-1 16,-3-16 0-16,4-14-4 15,1-12-6-15,-1-10-20 16,9 0-38-16</inkml:trace>
  <inkml:trace contextRef="#ctx0" brushRef="#br0" timeOffset="74854.425">18854 15765 128 0,'16'-66'12'0,"9"40"29"16,17-2-17-16,12-2-8 16,8 3-9-16,13 4-3 15,4 9 6-15,-15 1-1 16,-6 13-1-16,-11 0-8 0,-16 0-1 15,-4 21 0-15,-11 11 0 16,-12 11-1-16,-4 4-1 16,-2 3 2-16,-41 2-2 15,-15-4 3-15,-13-2 0 16,-16-4 0-16,5-2 0 16,10-1 0-16,14-5-2 15,18-4-8-15,21-8-12 16,19-22-25-16,0 0-60 15</inkml:trace>
  <inkml:trace contextRef="#ctx0" brushRef="#br0" timeOffset="75097.0671">19690 15525 184 0,'9'0'0'16,"-25"34"-2"-16,-42 40 2 15,-2 15 13-15,0 4 3 16,7 1 2-16,6-5 1 16,5-3-6-16,4 0-6 15,11-7-6-15,7-9 1 16,9-12-1-16,9-12-1 16,2-8 0-16,2-15-13 15,36-6-23-15,-16-17-7 0,5-11-13 16</inkml:trace>
  <inkml:trace contextRef="#ctx0" brushRef="#br0" timeOffset="75330.2307">20423 15559 140 0,'22'-12'28'31,"-22"17"-27"-31,-18 48 14 0,-26 15 12 0,-14 13-6 16,-2 2-9-16,-9 10 0 16,0-1-7-16,-5-4-2 15,1-2-3-15,2-17 0 16,5-15-7-16,14-22-16 0,0-14-15 16,48-18-29-16,4-6-12 15</inkml:trace>
  <inkml:trace contextRef="#ctx0" brushRef="#br0" timeOffset="75566.1976">19913 15579 83 0,'2'0'23'15,"3"23"-5"-15,-1 38 10 16,10 7 8-16,-1 6-2 0,9 2-2 15,0 0-3-15,5 1-11 16,-7 3-8-16,1-4-6 16,-4-4-4-16,-1-5 2 15,-3-12-2-15,5-8-13 16,-1-15-37-16,-10-32-21 16,-2 0-42-16</inkml:trace>
  <inkml:trace contextRef="#ctx0" brushRef="#br0" timeOffset="75756.0508">20530 15972 151 0,'9'-36'53'16,"9"26"-39"-16,18-3 12 0,10 5-6 15,10 3-16-15,2 5-3 16,-2 0 0-16,-12 0-1 15,-15 0-10-15,-29 0-48 16,0 0-38-16</inkml:trace>
  <inkml:trace contextRef="#ctx0" brushRef="#br0" timeOffset="75946.8671">20481 16088 220 0,'0'0'8'16,"0"0"19"-16,29 4-6 16,13 0-10-16,12 0 0 15,-5 0-8-15,7 0-3 16,-8-2-1-16,4 2-40 16,-37-4-25-16,1 0-25 15</inkml:trace>
  <inkml:trace contextRef="#ctx0" brushRef="#br0" timeOffset="76160.563">21439 15909 43 0,'29'-4'77'0,"-29"4"-70"0,0 2 27 16,-25 27-5-16,-19 16 13 15,-16 8-18-15,-11 3-16 16,-8 3-5-16,0-4-1 15,0-7-2-15,15-7-11 16,10-17-16-16,14-12-3 16,11-12-3-16,29 0-21 15,0 0-43-15</inkml:trace>
  <inkml:trace contextRef="#ctx0" brushRef="#br0" timeOffset="76356.4853">21116 15913 84 0,'27'17'22'16,"-12"29"31"-16,8 2-17 15,-3 0 1-15,4-6-1 16,-4 2-13-16,1-12-19 16,-13-10-1-16,3-5-3 15,-9-10 0-15,0-5-34 16,-2-2-32-16,0 0-38 15</inkml:trace>
  <inkml:trace contextRef="#ctx0" brushRef="#br0" timeOffset="76640.0609">21566 15526 93 0,'45'0'33'0,"-1"31"6"16,1 9 2-16,-3 10-15 16,-4 8 1-16,-14 10-11 15,-5 9-3-15,-19 7-1 16,0 10-8-16,-36 6-1 16,-13-2 0-16,-16-4 0 15,1-9 0-15,-5-17-3 0,-3-12-1 16,1-8-7-1,6-10-7-15,5-4-9 0,4-6-15 16,50-28-25-16,-6 0-42 16</inkml:trace>
  <inkml:trace contextRef="#ctx0" brushRef="#br0" timeOffset="77877.827">22199 15182 187 0,'-4'-20'35'0,"4"13"-6"15,0 3 17-15,0 4-4 16,0 0-25-16,0 0-10 16,0 0-2-16,0 0-3 15,0 0-2-15,6 4-4 16,12 23 3-16,4 11-1 16,5 12-1-16,2 12 3 15,2 14 1-15,9 9 1 16,-4 10-2-16,2 10 0 0,-3 6 0 15,-1 7 0-15,-14 6 0 16,-3 8 0-16,-9 7 1 16,-8-1 1-16,0 0 3 15,-37 0-2-15,-25 5 0 16,-27 0 1-16,-24-1 2 16,-16 7-2-16,-35 5-2 15,-18 10 1-15,-12-3-3 16,5-13-62-16,15-20 61 15,20-24-41-15,123-94-4 16,2-6-22-16</inkml:trace>
  <inkml:trace contextRef="#ctx0" brushRef="#br0" timeOffset="81176.5661">12600 9952 63 0,'-6'-7'38'0,"1"7"-38"15,3 0 5-15,2-1 21 16,0 1-2-16,0-2-6 16,0 2 0-16,0 0 6 15,0 0 1-15,0 0-10 16,0 0-9-16,0 0-4 16,-2 0-2-16,0 0 0 15,0 0 0-15,-6 0 0 16,4 0-2-16,-9 8 1 0,-10 8 1 15,3 8-1 1,1 4 1-16,-6 6-1 0,-2 4 1 16,0 4 0-16,-2 4 0 15,0 5 1-15,0 3-2 16,0 9 2-16,3 2 0 16,-1 7-1-16,5 6 3 15,-3 3-3-15,-2-1 3 16,10 2-2-16,-1 2 0 15,-2 1 0-15,4 0 0 16,1 0-1-16,3-5 2 16,-1-4-2-16,7-3 2 0,-6-3 0 15,8 4 0-15,2-2 1 16,2 0 0-16,0-2 1 16,0-3 5-16,0 0-5 15,2-5-1-15,11 5 1 16,7 0-2-16,5 2 0 15,4-2 3-15,2-3-2 16,2-2 2-16,3-4-1 16,-5-6-3-16,-2-7 0 15,-6-13-1-15,-8-11 1 16,-6-7-1-16,2-7 0 16,-9-3 1-16,3-4 0 15,-5 2 2-15,0 0-2 16,0-2 2-16,0 0 0 15,0 0-1-15,0 0 0 0,0 0-2 16,2 0-4-16,0 0 0 16,-2 0-4-16,2-6-8 15,3-12-33-15,0 5-39 16,-3 0-58-16</inkml:trace>
  <inkml:trace contextRef="#ctx0" brushRef="#br0" timeOffset="82173.5505">13190 10563 127 0,'-4'-12'38'0,"4"8"-7"15,0 4 11-15,-2 0-10 16,2 0-29-16,0 0-3 16,-2 32-9-16,-7 20 9 15,-3 21 1-15,-5 5 3 16,-3 6-1-16,-2-1-1 15,6-6-2-15,3-4 1 16,11-14-1-16,2-10 0 16,0-15-7-16,0-11-14 15,28-18-28-15,-12-5-26 16,9-14-45-16</inkml:trace>
  <inkml:trace contextRef="#ctx0" brushRef="#br0" timeOffset="82422.5644">13128 10510 91 0,'-15'-7'33'0,"15"7"-25"15,11 0 8-15,26 0-3 16,27 0 31-16,11 0-6 15,12 0-7-15,0 0 0 16,-7 0-11-16,-18-2-17 16,-15 2-3-16,-13 0-2 0,-17 0-31 15,-17 0-34-15,-4 0-33 16</inkml:trace>
  <inkml:trace contextRef="#ctx0" brushRef="#br0" timeOffset="82610.497">13267 10760 143 0,'20'20'10'16,"33"-20"6"-16,5 2 38 15,-2 4-34-15,-10 6-20 0,-14 8-16 16,-30-12-29-1,-2 2-31-15</inkml:trace>
  <inkml:trace contextRef="#ctx0" brushRef="#br0" timeOffset="82810.5892">13099 11225 76 0,'-11'28'33'0,"11"-21"-29"15,31-2 28-15,23-1 12 16,17 0-5-16,3 1-3 16,4 0-19-16,-5 1-17 15,-3-2-4-15,-4 0-14 0,1-2-24 16,-51-2-20-16,-3 0-68 16</inkml:trace>
  <inkml:trace contextRef="#ctx0" brushRef="#br0" timeOffset="83111.3554">14133 10596 100 0,'-18'-10'43'0,"7"10"-41"15,0 11-1 1,-7 25 1-16,-1 17 12 0,-6 5-4 16,-4 6 2-16,9 4-2 15,-3 0 1-15,8 0-2 16,4-4-4-16,8-3-1 16,3-5-3-16,0-3-1 15,29-6 0-15,10-9-2 16,9-9-24-16,-21-29-20 15,2 0-41-15</inkml:trace>
  <inkml:trace contextRef="#ctx0" brushRef="#br0" timeOffset="83360.4334">14918 10756 166 0,'0'-30'12'0,"0"26"-8"0,-10 4 27 16,0 0-7-16,-13 14-24 16,3 24 0-16,-16 12 0 15,1 8 1-15,-7 3-1 16,-10 3 0-16,-4 0 0 16,0-2 2-16,6-4-1 15,7-8-1-15,5-8-18 16,19-6-5-16,19-36-22 15,0 0-44-15</inkml:trace>
  <inkml:trace contextRef="#ctx0" brushRef="#br0" timeOffset="83638.3334">14293 10888 104 0,'0'0'3'0,"34"11"4"16,13 15 44-16,5 6-11 16,0 8-16-16,2 4-9 15,-2 2-13-15,-6 2 0 16,-3-2-2-16,-1-8-4 15,-7-6-13-15,5-12-12 16,-28-20-24-16,-1 0-29 16</inkml:trace>
  <inkml:trace contextRef="#ctx0" brushRef="#br0" timeOffset="83900.9771">15165 10513 91 0,'38'0'15'15,"2"11"-6"-15,7 30 32 16,-5 13-13-16,-2 15-14 16,-13 7-6-16,-21 6-5 15,-6 2 1-15,-2-2-4 16,-40-7-2-16,-5-11 1 15,-4-10 1-15,10-13-1 16,10-8-2-16,14-9-8 16,17-24-25-16,0 0-39 0</inkml:trace>
  <inkml:trace contextRef="#ctx0" brushRef="#br0" timeOffset="84178.3421">15864 10878 130 0,'31'-10'21'0,"7"4"-15"15,5 2 48-15,1 2-12 16,1 2-21-16,-3 0-11 16,-2 0-10-16,-11 6-1 15,-13 14-24-15,-16-10-37 16,0-2-21-16</inkml:trace>
  <inkml:trace contextRef="#ctx0" brushRef="#br0" timeOffset="84357.0121">15820 11155 202 0,'-2'16'13'0,"2"-16"-8"16,38 0 21-16,11 0 17 16,6-2-26-16,-6-3-12 15,-2 2-5-15,-7 3-7 16,-29 0-50-16,1 0-38 15</inkml:trace>
  <inkml:trace contextRef="#ctx0" brushRef="#br0" timeOffset="85091.7521">17453 10194 46 0,'11'-30'48'15,"-11"6"-15"-15,0 1 29 16,0 0-16-16,0 3-24 16,0 2-12-16,0 4 10 15,0 6-2-15,-15 2-9 16,-3 6-9-16,-18 0 0 16,-11 12-2-16,-13 26 0 15,-9 12-1-15,-4 15 3 0,-1 9 0 16,5 8 0-1,6 0-1-15,15 2 1 0,17 1-2 16,6-1 2-16,19 6-2 16,6 4 2-16,0 2 0 15,8 4 1-15,17-6-1 16,4 1 1-16,-10-1 0 16,2-4-1-16,-13-9 0 15,-1-13 0-15,-7-13 0 16,0-18 0-16,0-6 0 15,-17-10 1-15,-17-7 0 16,-3-5 3-16,-17-9-2 16,0 0 0-16,-2 0 0 15,8-17-1-15,3-2-1 0,7-5 0 16,7-2 0-16,8-3-7 16,6 3-27-16,10-8-5 15,7 22-25-15,0-4-33 16</inkml:trace>
  <inkml:trace contextRef="#ctx0" brushRef="#br0" timeOffset="85923.6167">17807 10866 122 0,'0'-40'17'16,"0"20"19"-16,0 4-9 15,-15 6-2-15,-8 8-2 0,-1 2-16 16,-14 2-7-1,-4 32-3-15,-3 10 3 0,3 4-1 16,4 4-1-16,16 1 1 16,9-6-1-16,13-2 2 15,0-9 0-15,0-8 1 16,15-10 4-16,3-7 3 16,-1-8 4-16,6-3 3 15,-6 0-3-15,10-14 1 16,4-20-10-16,-2-14-3 15,5-12-7-15,-5-12-6 16,-5-11-7-16,3-5 10 16,-6 0 0-16,-11 9-6 15,-3 21 10-15,-7 25 6 0,0 19 7 16,0 14 13-16,0 0-11 16,0 14-9-16,0 31-10 15,0 19 7-15,-11 9 3 16,7 3 0-16,2-2 1 15,2-4 1-15,0-2 1 16,0-7-3-16,0-9 1 16,0-10-1-16,4-12-1 15,9-10-29-15,12-12-27 16,-17-8-13-16</inkml:trace>
  <inkml:trace contextRef="#ctx0" brushRef="#br0" timeOffset="86150.1359">18220 10762 116 0,'6'-12'37'15,"-6"12"-34"-15,5 8 2 16,-5 26 9-16,0 12 19 16,0 10-6-16,0 3-16 15,-7-1-6-15,1 0-1 16,-6-8-2-16,12-4-1 15,0-10-1-15,0-8 0 0,0-10-12 16,0-8-19 0,0-10-21-16,0 0-15 0</inkml:trace>
  <inkml:trace contextRef="#ctx0" brushRef="#br0" timeOffset="86392.5301">18066 10666 181 0,'-4'-11'27'0,"6"4"-26"16,38-4-1-16,18 2 10 16,6-4 5-16,5 3-11 15,0 1 5-15,1-1 13 0,-8 5-15 16,-2 2-7-16,-2 3-1 15,-7 0-19-15,-10 0-20 16,-41 0-24-16,0 0-33 16</inkml:trace>
  <inkml:trace contextRef="#ctx0" brushRef="#br0" timeOffset="86622.6999">18079 10830 63 0,'-2'18'4'15,"4"-18"28"-15,41 0 19 0,1 0-10 16,12 0-3-16,2 0-3 16,0-10-10-16,-3 2 3 15,-8 1-20-15,-5 4-8 16,-1 3-18-16,-10 0-38 15,-29 0-21-15,-2 0-86 16</inkml:trace>
  <inkml:trace contextRef="#ctx0" brushRef="#br0" timeOffset="87372.0477">18783 11161 80 0,'0'-14'11'15,"0"6"14"-15,0 0 30 16,0 2-13-16,0 0-19 15,0 6 5-15,0 0 5 16,0 0-12-16,0 0-13 16,0 0-8-16,-2 0-3 15,-25 16-4-15,-8 20 6 0,-17 10 1 16,-4 6 0-16,6 0 0 16,-2-4 0-16,14-3-9 15,9-10-5-15,9-8-2 16,9-11 0-16,5-10-16 15,6-6-18-15,0 0-37 16</inkml:trace>
  <inkml:trace contextRef="#ctx0" brushRef="#br0" timeOffset="87606.6767">18523 11139 78 0,'0'0'12'16,"9"0"-5"-16,8 19 10 0,12 10 27 16,2 5-10-16,8 0-6 15,-6 7-3-15,0 0-10 16,-4 3-11-16,-4 3-3 16,-8-1-1-16,2 0-1 15,-9 2-18-15,-1-4-13 16,-9-36-15-16,0-4-36 15</inkml:trace>
  <inkml:trace contextRef="#ctx0" brushRef="#br0" timeOffset="89028.3392">20180 10633 158 0,'7'-7'73'16,"-7"7"-68"-16,0 0 7 16,0 0 15-16,0 5-27 0,0 27-2 15,0 13 2-15,0 9 8 16,0 4-4-16,0 4-2 15,-14 2 0-15,-5 1-2 16,-8-5-16-16,-4-8-21 16,17-42-25-16,5-8-62 15</inkml:trace>
  <inkml:trace contextRef="#ctx0" brushRef="#br0" timeOffset="89277.4194">20044 10475 210 0,'0'-47'46'0,"7"30"-33"16,34 2 11-16,18-3 0 16,17 3-11-16,11 3-10 15,9 4 7 1,-7 2 6-16,-9 2-9 15,-18 2-4-15,-19 2-3 0,-12 0-5 16,-9 0-25-16,-8 22-43 16,-14-10 0-16,0 2-13 15</inkml:trace>
  <inkml:trace contextRef="#ctx0" brushRef="#br0" timeOffset="89477.9621">19951 10713 99 0,'0'23'6'0,"29"-19"6"16,33 0 41-16,7-2-20 16,5 2-13-16,-3 2-15 15,-4 4-5-15,-7 2-18 16,-49-8-35-16,-4-2-88 15</inkml:trace>
  <inkml:trace contextRef="#ctx0" brushRef="#br0" timeOffset="89659.1305">20579 10906 71 0,'0'15'114'0,"0"-13"-112"15,0 0 1-15,0 5 12 16,0 10-7-16,-13 10-8 15,-18 12 3-15,-9 3 0 16,-3 4-2-16,-1-2-1 16,1-4 0-16,30-31-31 15,2-6-69-15</inkml:trace>
  <inkml:trace contextRef="#ctx0" brushRef="#br0" timeOffset="89853.7701">20385 10997 14 0,'29'-12'149'16,"-8"12"-147"-16,-2 4 10 15,8 18 26-15,2 6-13 16,-4 2-5-16,-3 4-12 16,-5 0-7-16,4 2-1 15,-10-2-12-15,0 0-23 16,-6-28-11-16,-3-4-52 15</inkml:trace>
  <inkml:trace contextRef="#ctx0" brushRef="#br0" timeOffset="90027.2364">20907 10858 106 0,'31'-22'0'15,"0"18"7"-15,13 4-7 16,8 0 26-16,-7 0-23 16,-32 0-3-16,-11 2-43 15</inkml:trace>
  <inkml:trace contextRef="#ctx0" brushRef="#br0" timeOffset="90206.8743">20802 11021 119 0,'-20'16'134'0,"20"-16"-134"16,13 0-2-16,30 0 2 15,15 0 18-15,6 0-17 16,1 0-1-16,-1 2-23 16,-43-2-39-16,-6 0-39 15</inkml:trace>
  <inkml:trace contextRef="#ctx0" brushRef="#br0" timeOffset="90372.649">21561 10750 42 0,'5'22'14'0,"-5"32"13"16,0 5 2-16,-7 5-6 15,-6-1-2-15,-5 4-11 16,1-5-8-16,-12-6-2 15,17-46-10-15,3-9-82 16</inkml:trace>
  <inkml:trace contextRef="#ctx0" brushRef="#br0" timeOffset="90663.875">21437 10722 182 0,'22'-96'40'0,"7"51"-17"15,5 10-7-15,3 4 9 16,13 6-5-16,-6 8-13 16,12 7-7-16,-5 8 2 15,0 2-2-15,0 0-1 16,-1 22-2-16,-8 10 1 16,-13 4-1-16,-12 9 3 15,-17 5-9-15,0 4-4 16,-24 0 5-16,-27 0 3 15,-14-8-1-15,-6-9 2 16,-1-3 2-16,8-9-2 16,6 1-13-16,16-5-23 0,35-21-26 15,7 0-66-15</inkml:trace>
  <inkml:trace contextRef="#ctx0" brushRef="#br0" timeOffset="90928.2181">22261 10475 182 0,'29'-24'37'0,"-29"24"-37"16,0 0-1-16,-24 30 0 16,-30 22-6-16,-13 19 6 0,3 9 0 15,6 6 0 1,9-2 1-16,13-3 1 0,12-4-1 15,10-2 0-15,14-9 0 16,0-5 2-16,0-10 2 16,25-13-4-16,4-18-16 15,13-14-17-15,-22-6-9 16,9-18-73-16</inkml:trace>
  <inkml:trace contextRef="#ctx0" brushRef="#br0" timeOffset="91120.8043">22834 10590 76 0,'20'-7'61'0,"-20"11"-61"16,0 38 0-16,-23 15 22 16,-19 11-3-16,-9 4-9 15,-16 1-6-15,-6-1-1 16,2-6-3-16,-1-7-1 15,50-50-49-15,13-7-45 16</inkml:trace>
  <inkml:trace contextRef="#ctx0" brushRef="#br0" timeOffset="91348.9622">22411 10680 50 0,'15'0'24'16,"-8"44"-4"-16,4 16 26 16,0 2-8-16,7 2-11 15,-1 2 0-15,-1 1-4 16,-3-9-8-16,-3-4-10 16,-8-8-3-16,-2-4-2 15,0-2-9-15,0-36-38 16,0-4-42-16</inkml:trace>
  <inkml:trace contextRef="#ctx0" brushRef="#br0" timeOffset="91659.5686">23355 10766 136 0,'43'0'23'15,"-43"0"-19"-15,0 20 18 16,-14 8-5-16,-35 4-5 16,-4 2-4-16,-8-2-4 15,24-8-4-15,10-3 0 16,14-10 0-16,11-3-2 16,-1-4 1-16,3-4 1 0,0 0 0 15,0 0 5 1,0 0 12-16,16 0 8 0,19 3-4 15,21 0-5-15,9 5-12 16,-5 2-1-16,-4 5-3 16,-19 3-17-16,-16 2-39 15,-21-13-32-15</inkml:trace>
  <inkml:trace contextRef="#ctx0" brushRef="#br0" timeOffset="91840.9941">23028 11208 125 0,'-29'11'46'0,"29"-11"-32"16,0 0 10-1,0 2-4-15,20 0-4 0,16 4 9 16,8-2-7-16,5 2-13 16,16-2-5-16,6 0-24 15,-42-4-31-15,2 0-37 16</inkml:trace>
  <inkml:trace contextRef="#ctx0" brushRef="#br0" timeOffset="92042.5745">24013 10925 169 0,'13'-4'0'15,"-13"4"-7"-15,0 7 7 0,-18 26 13 16,-20 9 3-16,-11 4 1 15,-11 2-5-15,-4 1-6 16,-5-2-1-16,-3-1-5 16,7-2-10-16,50-35-39 15,8-8-114-15</inkml:trace>
  <inkml:trace contextRef="#ctx0" brushRef="#br0" timeOffset="92265.8967">23647 10917 106 0,'23'0'7'0,"-4"37"4"16,6 17 27-16,2 5-6 16,2-3-11-16,-2-4-4 15,-5-6-1 1,0-7-7-16,-4-10-6 15,-7-7-3-15,-5-12-16 0,2-10-17 16,-8 0-23-16,0-7-85 16</inkml:trace>
  <inkml:trace contextRef="#ctx0" brushRef="#br0" timeOffset="92509.7505">24184 10490 124 0,'33'-1'6'0,"-4"17"15"16,0 39 22-16,-2 9-13 15,-9 14 1-15,-9 10-9 16,-9 4-2-16,-2 2-3 16,-40-1-7-16,-14-1-6 15,-31-2-2-15,-23-2 1 16,-15-4-3-16,-10-8-22 15,4-15-27-15,83-57-32 16,11-4-47-16</inkml:trace>
  <inkml:trace contextRef="#ctx0" brushRef="#br0" timeOffset="93438.1068">20385 10762 15 0,'0'4'25'0,"0"-2"-15"15,0 2 24-15,0 2-12 16,-6 4-5-16,-10 4 1 16,-4 8-3-16,0 4-5 15,-5 9 0-15,0 3-3 16,6 3 1-16,3 6-1 15,3 0-3-15,9 0 1 16,4-5-1-16,0-4 2 16,0-4-3-16,0-4-1 15,2-6-1-15,4-5 2 16,3-6-3-16,9-3-26 0,-9-10-39 16</inkml:trace>
  <inkml:trace contextRef="#ctx0" brushRef="#br0" timeOffset="93756.0174">20780 10778 99 0,'15'4'18'16,"-13"12"-11"-16,0 6 20 16,1 12-3-16,-3 6-11 0,0 10-6 15,0 5-4-15,0 4 0 16,5 4 0-16,-3-3 1 16,0 0-1-16,-2-2 2 15,0 1-3-15,-4-3-1 16,-30-2-1-16,-11-8 0 15,-11-8-17-15,35-38-45 16,-6 0-77-16</inkml:trace>
  <inkml:trace contextRef="#ctx0" brushRef="#br0" timeOffset="95650.7334">24102 9774 8 0,'11'-31'29'16,"-5"5"0"-16,4 2 2 0,-4 3-2 15,1 2 11-15,-1 5-15 16,1 4 4-16,-7 2-2 16,3 6-5-16,-3 2-5 15,0 0 1-15,0 0-4 16,0 0-8-16,0 0-4 16,2 0-2-16,-2 0-2 15,4 0-3-15,5 3 0 16,9 35 1-16,8 21 3 15,13 25 1-15,-4 26 4 16,7 23-2-16,-4 21 1 16,0 17 5-16,-4 9-3 15,-15 3-2-15,-9-11 1 0,-10-17 0 16,-14-11-2 0,-35-7 1-16,-17-9 0 0,-8-6 1 15,-18-14 1-15,-12-10-1 16,-6-9-3-16,4-12 1 15,-4-9 0-15,17-11-2 16,-1-2-8-16,3-3-14 16,71-52 22-16,11 0-55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25:44.49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6749 8474 62 0,'-11'-32'10'16,"11"8"29"-16,0-2-8 16,0-1-1-16,0 4-11 15,0 1-3-15,0 8-6 16,5 1 2-16,-3 5 2 15,-2 6 0-15,0 2-7 16,0 0-6-16,0 0 2 16,0 0-3-16,0 0 0 15,2 0-4-15,12 32-5 0,10 25 1 16,10 30 8-16,4 24 2 16,-1 22 3-16,3 11-3 15,3-2 1-15,1-9-3 16,3-19 5-16,2-18-5 15,-6-22 1-15,-14-19-1 16,-10-23 0-16,-10-17 0 16,-4-10 0-16,-3-5 2 15,7-5 30-15,9-45 23 16,10-27-29-16,4-32-26 0,6-21 1 16,-7-17-1-1,0-9 1-15,7-1-1 0,2 7-3 16,1 18 2-1,-4 24-4-15,-3 27-2 0,-10 29-8 16,3 20 2-16,-1 18-23 16,-1 14-35-16,-21 0-42 15</inkml:trace>
  <inkml:trace contextRef="#ctx0" brushRef="#br0" timeOffset="466.5558">8133 9064 101 0,'12'0'26'0,"-12"-35"-24"15,0 5 32-15,-6 6-21 16,-2 10 21-16,-1 7-15 15,-3 7-7-15,-7 7-12 16,-12 35-3-16,-9 20 1 16,-3 11 2-16,3-5 1 15,13-10 3-15,11-14-4 16,10-12 3-16,6-12-1 16,0-8-2-16,0-8-3 0,0-2 3 15,6-2 2-15,10 0 4 16,-1-6 4-16,10-28 2 15,4-10-7-15,2-6-2 16,-4 10-2-16,-9 13-1 16,-7 16 1-16,-9 11-1 15,-2 0 1-15,0 0-1 16,5 2-9-16,4 24-2 16,4 12 11-16,8 6 5 15,0 2-1 1,10-1-4-16,12-7-9 0,10-8-31 15,-30-26-12 1,-1-4-28-16</inkml:trace>
  <inkml:trace contextRef="#ctx0" brushRef="#br0" timeOffset="907.7662">8610 9122 64 0,'27'44'20'0,"1"8"18"15,-3-4-18-15,-5 0-1 16,-5-7-15-16,-3-9-2 16,-8-11 0-16,1-8 0 15,-5-9-2-15,0-4 10 16,0 0 23-16,-7 0 17 15,-15-20-30-15,-1-17-3 16,4-11 8-16,9-12-18 16,10-12-7-16,0-2-5 15,16-1-12-15,22 3-9 0,11 8-8 16,-24 46-27-16,-1 5-51 16</inkml:trace>
  <inkml:trace contextRef="#ctx0" brushRef="#br0" timeOffset="1244.2929">9799 7822 94 0,'-31'0'10'15,"-15"48"-9"-15,-21 36 13 16,-5 45 29-16,-12 44-5 16,-1 35-15-16,5 27 10 15,11-1-13-15,25-13 1 16,30-23-15-16,14-24 11 16,35-13 1-16,32-5-6 15,7-17-6-15,8-21 1 16,5-22-7-16,0-27 2 15,7-6 1-15,-1-16-3 16,-1-15-27-16,1-26-16 0,-64-11-46 16,-6-34-36-1</inkml:trace>
  <inkml:trace contextRef="#ctx0" brushRef="#br0" timeOffset="1672.2983">10782 8224 124 0,'-13'-4'34'0,"13"1"-13"16,9-5 11-16,40-2 0 15,22-6-16-15,27-4 4 16,18-1 3-16,13-6 2 16,8 1-16-16,-4 4 4 0,-13 4-9 15,-20 4-3-15,-23 5-1 16,-31 8-6-16,-28 1-25 16,-18 0-35-16,-14 0-53 15</inkml:trace>
  <inkml:trace contextRef="#ctx0" brushRef="#br0" timeOffset="2129.7614">10728 8388 93 0,'-15'21'39'15,"15"-21"-35"-15,27 0 60 16,11 0 4-16,-1 0-35 15,4 0-9-15,-10 0-13 16,-7 9-11-16,-8 7-2 16,-7 9-1-16,-9 16 0 15,0 15 1-15,-27 19-13 16,-26 11 10-16,-9 4-4 16,-4-2 5-16,9-8 2 15,8-5 0-15,5-11 1 16,7-4 1-16,8-6 0 15,10-4 0-15,10-4 0 16,9-3-1-16,0-4-1 0,22-2 1 16,23-8 1-1,17-7 8-15,22-3 11 0,17-7 0 16,8-6-1-16,7-4-1 16,-4-2-3-16,-6 0-2 15,-4-2 0-15,-3-12-1 16,-17 2-6-16,-22 0-1 15,-15 4-3-15,-20 4 0 16,-19 2-1-16,-6 2-21 16,-2 0-30-16,-25 0-47 15,-2 0-83-15</inkml:trace>
  <inkml:trace contextRef="#ctx0" brushRef="#br0" timeOffset="2491.0809">10570 10307 133 0,'12'12'13'16,"-12"-8"-1"-16,0 2-9 16,0 11 25-16,0 6-26 0,-10 13-2 15,-5 6 9-15,7 0 5 16,-2-2-7-16,6-1 6 16,4-6-2-16,0-5 1 15,0-2-4 1,0-5-2-16,4-7-5 0,10-6 1 15,1-4-2-15,8-4 0 16,8 0-17-16,-18-12-36 16,1-12-89-16</inkml:trace>
  <inkml:trace contextRef="#ctx0" brushRef="#br0" timeOffset="2662.703">10753 10024 193 0,'0'-18'55'0,"0"12"-33"16,0 4 33-16,0-2-31 15,12 0-24-15,9 4-8 16,16 0-22-16,-4 4-34 16,-20 6-43-16</inkml:trace>
  <inkml:trace contextRef="#ctx0" brushRef="#br0" timeOffset="2850.4262">11029 10313 185 0,'10'4'24'16,"18"-4"-12"-16,17-16 25 15,9-9 9-15,1 4-27 16,-4 6-16-16,-6 10-3 15,-5 5-7-15,-33 0-39 16,-7 0-78-16</inkml:trace>
  <inkml:trace contextRef="#ctx0" brushRef="#br0" timeOffset="3008.0369">11195 10531 111 0,'0'20'18'16,"19"-20"23"-16,37 0 11 15,9-12-10-15,-1-2-32 16,8-4-10-16,-7-2-6 16,-3-6-36-16,-47 12-40 15,-1-4-36-15</inkml:trace>
  <inkml:trace contextRef="#ctx0" brushRef="#br0" timeOffset="3172.5987">11825 10236 23 0,'14'43'40'0,"-8"24"15"16,5 0-2-16,5 3-3 16,1 0-13-16,2-8-22 0,-11-14-10 15,1-19-5-15,-9-17-2 16,0-12-24-16,0-28 11 16,0-6-26-16,0-16-129 15</inkml:trace>
  <inkml:trace contextRef="#ctx0" brushRef="#br0" timeOffset="4019.9238">10851 7632 117 0,'18'-20'19'0,"-16"20"-18"0,-2 0 27 16,0 0 5-16,0 0-22 15,0 0-11-15,2 0-1 16,17 21-4-16,-4 16 2 15,1 11 3-15,-1 4 2 16,-1 0 0-16,-1-4 0 16,1-5-1-16,-6-9 0 15,3-12-1-15,-1-10 1 16,-6-7-2-16,-2-2 2 16,-2-3-1-16,7 0 5 15,-1-4 0-15,8-30 10 16,3-14-11-16,4-9-4 15,-2 1 0-15,-3 8 0 16,0 10-1-16,4 10 0 16,-4 6 1-16,-1 6-1 0,1 4 0 15,-1 4-1-15,-1 4 1 16,-1 4-3-16,3 0-3 16,1 12 4-16,6 16 3 15,-6 9 3-15,1 8 6 16,-5 1-3-16,-1-1 5 15,-3-8-4-15,-5-5-5 16,-2-6 0-16,8-5-1 16,-6-3 1-16,-2-2-2 15,5 2-16-15,-7-18-50 16,0 0-50-16</inkml:trace>
  <inkml:trace contextRef="#ctx0" brushRef="#br0" timeOffset="6015.3476">10169 8136 94 0,'0'-9'18'0,"-4"-1"6"15,2 2 10-15,-3 2-3 16,5 2-12-16,0 4-1 16,0 0 5-16,0 0 2 15,0 0-10-15,0 0-10 16,-2 0-5-16,2 8-6 0,0 30-7 16,0 24 12-1,-2 19 1-15,-2 7 1 0,2-2 0 16,-4-6 1-16,6-3 0 15,0-7-1-15,-2-2-1 16,2-6-5-16,-4-10-28 16,-5-8-17-16,1-10-9 15,-2-34-13-15,-1 0-2 16</inkml:trace>
  <inkml:trace contextRef="#ctx0" brushRef="#br0" timeOffset="6240.1516">9579 8965 52 0,'-4'16'27'15,"8"-14"-14"-15,45-2 10 16,27 0 44-16,17 0-9 16,15-12-17-16,0-6-6 15,-7 4-2-15,-17 6-22 16,-17 6-10-16,-20 2-1 15,-9 0-2-15,-16 0-18 16,-13 4-37-16,-9 5-43 16,-11-2-52-16</inkml:trace>
  <inkml:trace contextRef="#ctx0" brushRef="#br0" timeOffset="6710.9742">9722 9457 51 0,'17'36'46'0,"-5"-16"-44"16,1 11-2-16,1 8 10 15,-6 7 8 1,3 6-7-16,3 2-6 0,1 0 2 15,-1-3-1-15,1-8 1 0,-1-4-4 16,-7-13-2-16,-1-11 0 16,-6-6 0-16,2-9-1 15,-2 0 5-15,2 0 2 16,5-18 20-16,0-26-1 16,6-15-26-16,10-5-2 15,-2 5-2-15,2 12-15 16,-5 15 19-16,2 12 0 15,-9 10 0-15,7 6 4 16,-2 4-2-16,-3 0-1 16,5 14 1-16,-5 18-2 15,-1 10 0-15,-6 11 1 16,-4 6 4-16,-2 4 3 0,2-1-4 16,5-4-2-16,-1-8 1 15,6-6-3-15,11-8-18 16,-15-32-23-16,5-4-39 15</inkml:trace>
  <inkml:trace contextRef="#ctx0" brushRef="#br0" timeOffset="7484.1493">13071 8354 4 0,'26'-34'74'0,"-21"11"-50"16,-3 0 10-16,5 0 12 16,-5 3-6-16,0 6-13 15,-2 6-11-15,0 3 5 16,0 5 6-16,0 0-15 16,0 0-11-16,0 0-1 15,0 0-1-15,0 0-3 16,-2 9-3-16,-16 23 2 15,-6 19 5-15,-17 14 1 16,-1 16-1-16,-5 9 1 16,-8 13-1-16,-13 9 0 15,-7 2 2-15,2-4-2 16,-3-13 1-16,9-17-1 16,11-12 1-16,10-14-2 0,5-8 1 31,14-7-7-31,3-9-7 0,13-9-12 15,2-6-10 1,5-10 3-16,-1-5-9 0,3 0 18 0,2-18 12 16</inkml:trace>
  <inkml:trace contextRef="#ctx0" brushRef="#br0" timeOffset="7821.3677">12286 8512 28 0,'23'-14'62'0,"-17"14"-53"15,7 0 1-15,5 18 13 16,7 22-3-16,4 17 0 15,9 8-8-15,-3 10 2 16,10 1-1-16,8 2 0 16,5 0-3-16,0-2-7 15,-2-1 1-15,0-5-3 16,-10-6 0-16,4-4 0 16,-8-5 1-16,-5-8-2 0,4-4-12 15,1-7-14-15,7-12-8 16,-36-24-29-16</inkml:trace>
  <inkml:trace contextRef="#ctx0" brushRef="#br0" timeOffset="8086.4155">13474 9254 85 0,'0'0'19'15,"-2"10"-11"-15,-10 20-3 0,8 8 23 16,-3 4-6-16,5 5-8 16,2-3-2-16,0-6 4 15,0-4-3-15,0-4-8 16,0-10-4-16,2-6-1 16,7-4 1-16,-5-6 2 15,3-2-3-15,-2-2 0 16,6 0-23-16,-9-12-19 15,2-14-106-15</inkml:trace>
  <inkml:trace contextRef="#ctx0" brushRef="#br0" timeOffset="8235.0352">13304 8887 92 0,'-6'-12'2'0,"6"12"5"15,0 0-8-15,6 0 1 16,5 0-9-16,1 0-71 16</inkml:trace>
  <inkml:trace contextRef="#ctx0" brushRef="#br0" timeOffset="8818.649">13782 7819 34 0,'21'-37'32'15,"-9"37"-12"-15,1 0 7 16,5 4-15-16,7 29-2 15,3 17 5-15,1 17-10 16,-2 28 8-16,0 28 4 16,-7 26-4-16,-9 24-6 15,-11 20-3-15,0 3 0 16,0-1-3-16,-9-7 0 16,-5-15 1-16,-3-4-2 15,-3-6-1-15,-7-16-7 0,3-19 8 16,-1-30 0-16,1-16 0 15,-3-15 3-15,-2-14 0 16,4-14 2-16,12-17-2 16,7-8-3-16,-2-9 0 15,8 2 2-15,0-5-2 16,0 0 3-16,0 0 1 16,-2-2-1-16,2 2-1 15,-2-2 3-15,-5 2 4 16,3-2 0-16,0 0-7 15,-5 0-2-15,6 0 1 0,1 0-1 16,0 0 2-16,2 0-1 16,0 0 2-16,0 0 0 15,0 0-1-15,0 0-1 16,0 0-1-16,0 0-1 16,0 0-5-16,0 0-6 15,-5 0-12-15,-1 4-28 16,-3 0-33-16</inkml:trace>
  <inkml:trace contextRef="#ctx0" brushRef="#br0" timeOffset="9935.4438">6290 12440 46 0,'-13'4'13'0,"2"2"4"16,9-6 19-16,2 0 5 15,0 0-13-15,0 0-5 16,0 0 7-16,0 0 4 0,0 0-14 15,0 0-3 1,11 0-1-16,16 0-3 0,13-4-6 16,13-3-1-16,14 0 1 15,-5 7-7-15,5 0 0 16,-7 0-4-16,-4 0-11 16,-4 7-23-16,-6 4-21 15,-42-7-24-15,-4-4-31 16</inkml:trace>
  <inkml:trace contextRef="#ctx0" brushRef="#br0" timeOffset="10192.872">6493 12662 72 0,'-2'23'43'15,"2"-19"-42"-15,13 0-1 16,28 0 32-16,7-1 2 16,15-3-7-16,3 0-7 15,-8 0 1-15,-2 0-12 16,-16 0-4-16,-13 0-5 16,-7 0-5-16,-9 0-26 15,1 0-20-15,-12 0-23 16,0 0-20-16</inkml:trace>
  <inkml:trace contextRef="#ctx0" brushRef="#br0" timeOffset="12725.8492">9533 9886 34 0,'0'-3'8'16,"0"3"17"-16,0-1 17 16,0 1-18-16,0 0-8 15,0 0 0-15,0 0 2 16,0 0 0-16,0 0-12 16,0 4-6-16,-12 26-2 0,-13 12 2 15,-8 8 2-15,-5 2-1 16,-4-4-1-16,-1 0 0 15,-1-5-1-15,0-3 1 16,-1-4 0-16,-1-4 0 16,-4 0 1-16,1 0-1 15,-2-2 1-15,-5 4-2 16,5-4 1-16,-5 1-2 16,1-6-1-16,-3 0 1 15,-9-3 2-15,5-4-1 16,-6-3 1-16,6-3 0 15,-5-1 0-15,3-6 1 0,-5-1-1 16,0-4 0-16,-1 0 1 16,-1 0 3-16,7 0 3 15,-1-9-3-15,5-10 7 16,4 0-1-16,8-4 2 16,5-3-5-16,7-1 11 15,16-4-6-15,-2 1-7 16,2-2 4-16,-1 2-4 15,4 1-1-15,3 2-3 16,1 1 0-16,-1 0-1 16,10 0 0-16,-5-1-2 15,7 0 2-15,-4-1 0 16,-2 1 2-16,4 6-2 16,0 3 0-16,-3 7 1 15,7 9-1-15,0 0 0 0,0 2-13 16,0 0-18-16,0 0-19 15,0 0-20-15,0 6-9 16,0 0 31-16</inkml:trace>
  <inkml:trace contextRef="#ctx0" brushRef="#br0" timeOffset="13243.2185">7351 10349 52 0,'-16'0'31'0,"16"-26"-4"16,0-7-5-16,0-2-1 15,0-2 1-15,0 4-21 16,4-2-1-16,8 2 0 15,-1 0 0-15,-7 4-1 16,6 2 1-16,-6 5 0 16,3 6-1-16,-3 8-1 15,-2 2 2-15,0 4 2 16,-2 0-2-16,5 0-3 16,2 2 0-16,2 0 1 0,4 0 1 15,9 0-1-15,7 12 2 16,9 4 0-16,7-4 4 15,8 2 5-15,5-4 4 16,0 0 2-16,0 2-9 16,-2-6 3-16,-10 2-2 15,-3-4-5-15,-10 0-1 16,-6-2 1-16,-12 0-2 16,-1-2 1-16,-14 0 1 15,0 0 0-15,0 0 2 16,0 0 0-16,0 0 0 15,0 0 2-15,0 0-6 0,0 0 0 16,0 0-22 0,0 6-23-16,0-4-35 0</inkml:trace>
  <inkml:trace contextRef="#ctx0" brushRef="#br0" timeOffset="14092.2456">8039 11644 115 0,'0'-32'52'16,"0"30"-37"-16,0 2 23 0,0 0-2 15,0 0-19-15,0 0-17 16,7 4-5-16,0 30-5 16,6 16 10-16,0 17 15 15,1 1-2-15,-5 6-6 16,-1 2-3-16,2 6-3 16,-4-1 2-16,1-3-3 15,-3-6 0-15,-4-9-22 16,0-12-14-16,0-4-29 15,0-47-9-15,0 0-10 16</inkml:trace>
  <inkml:trace contextRef="#ctx0" brushRef="#br0" timeOffset="14366.8019">7576 12655 91 0,'-9'16'41'0,"9"-16"-36"15,15 0 23-15,37 0 11 16,17 0 7-16,20-12-17 16,11 0-5-16,3 2 1 15,4 2-8-15,-12 6-4 16,-5 2-13-16,-12 0 0 0,-11 0-1 15,-9 8-11 1,-12 8-19-16,-15 2-28 0,-31-10-15 16,0 2-31-16</inkml:trace>
  <inkml:trace contextRef="#ctx0" brushRef="#br0" timeOffset="14908.2178">7723 13200 33 0,'11'43'26'16,"1"9"-5"-16,-4 18 17 16,11 8-7-16,-2 2-1 15,3 2-3-15,5-3-7 16,-6-10-3-16,4-10-1 16,-8-13-5-16,-5-14-5 15,-6-14-3-15,0-8 0 16,-4-7-1-16,5-3 2 15,-1 0 3-15,-2-21 11 16,0-31 8-16,8-20-26 0,-4-13-4 16,9 5-4-16,4 15-9 15,-3 16 5-15,-1 20 7 16,3 11 3-16,-3 7-1 16,1 11 0-16,6 0-3 15,-4 8 0-15,-1 30-2 16,4 14 5-16,-5 12 3 15,-8 4 2-15,3 5 4 16,1-5-4-16,-1-8 1 16,-5-8-2-16,6-11-1 15,-1-14-2-15,-5-10-23 0,8-13-22 16,-12-4-38 0,5-10-3-16</inkml:trace>
  <inkml:trace contextRef="#ctx0" brushRef="#br0" timeOffset="15300.4081">8581 12919 129 0,'42'-28'38'16,"-11"19"-27"-16,3 6 29 0,-10 3-38 15,-1 0-2 1,-6 11-2-16,-1 8-3 0,-14 12 1 16,-2 1 4-16,0 6-3 15,-6 2 3-15,-19-4 0 16,-2 0 1-16,3-4 5 16,-1-2-6-16,8-3 5 15,3-4-2-15,7-4 5 16,7-3-2-16,0-1-4 15,0 2 1-15,7-3 7 16,13-4 8-16,-2-5 11 16,9-2-2-16,-1-3-3 0,-1 0-11 15,-5 0-9 1,5 0-4-16,-8 0-10 0,4 0-33 16,-15 0-50-16,-4-4-52 15</inkml:trace>
  <inkml:trace contextRef="#ctx0" brushRef="#br0" timeOffset="15906.9045">9375 11971 77 0,'-8'-38'24'0,"8"26"5"0,0 8 12 16,0 4-11-16,0 0-30 16,2 34-11-16,25 29 5 15,9 20 6-15,2 22 11 16,6 5-3-16,6-1 7 15,-4-9-10-15,1-12 1 16,-5-14-4-16,-4-18-2 16,-9-20 0-16,-11-14 0 15,-5-14 3-15,-11-8 5 16,6 0 23-16,-2-8 14 16,7-30-14-16,10-18-26 15,-3-15-4-15,4-18 0 16,-6-14-1-16,-3-9-9 0,-1-6 3 15,-5 7-2-15,-3 22 2 16,-6 22 2-16,0 25-3 16,0 17 1-16,0 16-13 15,2 9 3-15,8 0-37 16,3 8-33-16,-11 10 16 16</inkml:trace>
  <inkml:trace contextRef="#ctx0" brushRef="#br0" timeOffset="16355.2766">10221 12348 104 0,'0'0'18'16,"0"0"0"-16,0 0 8 15,0 0 1-15,0 0-3 16,-2 0-6-16,-19 14-18 15,-10 22-3-15,-9 12 3 16,0 9 2-16,7-3-2 16,4-4 2-16,13-7 4 15,7-14-5-15,9-5-1 16,0-10-2-16,0-4-1 16,20-8 3-16,2-2 3 15,12 0 2-15,1-20-5 16,6-18-6-16,-6-10-3 15,3-10-6-15,-9 0-3 0,-6 12 4 16,-10 15 14 0,-9 19 4-16,-4 10 31 0,0 2-5 15,0 0-25-15,0 5-5 16,0 24-11-16,2 14 11 16,8 8 4-16,3 5 1 15,5-5-3-15,3-5-1 16,14-10-1-16,-2-8-11 15,0-10-17-15,3-14-15 16,-5-4-16-16,-27 0-14 16</inkml:trace>
  <inkml:trace contextRef="#ctx0" brushRef="#br0" timeOffset="16590.0753">10597 12691 0 0,'0'24'22'0,"0"-7"8"0,0-12-9 15,0-3 12-15,0-2 19 16,0 0 1-16,0-2 8 16,0-24-26-16,0-8-19 15,0-10 5-15,0-10-4 16,2-9-13-16,19-3 3 16,1-2-7-16,7 4-1 15,-3 13 0-15,13 14-15 16,-6 17-15-16,7 18-33 15,-29 2-32-15,-4 2-67 16</inkml:trace>
  <inkml:trace contextRef="#ctx0" brushRef="#br0" timeOffset="16947.1634">11631 11586 75 0,'-14'5'6'0,"-7"57"-4"0,-6 21 21 16,0 22 11-16,-2 18 7 15,11 9-13-15,3 4 8 16,4 0 0-16,8-1-17 16,3-5-3-16,0-8-8 15,14-8-2-15,17-7-5 16,13-13 1-16,10-11-2 16,8-24 0-16,9-26-5 15,12-33-14-15,6-13-2 16,-51-33-35-16,-5-12-64 15</inkml:trace>
  <inkml:trace contextRef="#ctx0" brushRef="#br0" timeOffset="17325.5138">12257 11562 89 0,'14'-10'70'0,"10"0"-54"16,19-4 30-16,21-6 7 15,23 0-22-15,13 2-9 16,7 2-13-16,-4 4 0 16,-12 1-9-16,-9 3 0 15,-10 3-3-15,-21 1-22 16,-51 4-44-16,0 0-37 0</inkml:trace>
  <inkml:trace contextRef="#ctx0" brushRef="#br0" timeOffset="17804.4346">12101 11709 52 0,'0'35'6'0,"13"-17"39"16,39-1 20-16,8 5-19 0,7 0 0 15,-1 6-9 1,4 4-15-16,-5 4-13 0,-17 4-7 16,-9 4-2-16,-20 6 0 15,-19 8-3-15,0 9 3 16,-33 4-1-16,-25 4-2 15,-9-3-9-15,0-7 6 16,7-10 5-16,13-9 1 16,5-7 1-16,11-5 1 15,8-7-2-15,10-2-1 16,11-1 0-16,2 0-4 16,0-2 2-16,27 3 3 15,13-7 2-15,11-4 5 16,16-5 10-16,8-7-1 15,21-2 8-15,7 0-7 0,10 0 0 16,-3-4 0-16,-8-8-4 16,-17-4-3-16,-16 1-8 15,-20-2 0-15,-16 6 0 16,-10-2 1-16,-14 1-3 16,-3-4-17-16,-6 10-47 15,0-3-47-15</inkml:trace>
  <inkml:trace contextRef="#ctx0" brushRef="#br0" timeOffset="18650.2528">13917 11832 75 0,'4'-21'97'0,"-4"4"-76"0,5 6 30 16,-3 3-7-16,-2 6-1 15,0 2-27-15,0 0-15 16,0 0-1-16,0 0-3 16,-9 30-6-16,-20 24 3 15,-15 26 6-15,-16 15 2 16,-9 6 2-16,-5 4-2 15,1-11-2-15,1-8 0 16,5-11-7-16,14-13-5 16,8-14-15-16,14-14-11 15,4-14-13-15,27-20-25 16,0-4-24-16</inkml:trace>
  <inkml:trace contextRef="#ctx0" brushRef="#br0" timeOffset="18893.0836">13412 11855 111 0,'17'0'28'0,"1"9"-25"16,16 34 47-16,-1 11 7 15,7 10-4-15,-3 8-28 16,4 4-12-16,-1 3-7 15,2-3 4-15,-1-1-9 16,-6-7-1-16,5-9 0 0,3-6-15 16,3-13-25-1,12-16-31-15,-35-24-19 0,-4-6-51 16</inkml:trace>
  <inkml:trace contextRef="#ctx0" brushRef="#br0" timeOffset="19125.6946">14391 12360 67 0,'-4'0'32'0,"-18"30"-25"0,4 4 55 15,5 6-22 1,6 5-6-16,0-1-14 0,7 0-4 16,0-4-3-16,0-6-2 15,0-5-7-15,11-12 0 16,3-5-3-16,-5-6 0 15,-1-4-1-15,6-2-6 16,11 0-10-16,6-16-17 16,-18-4-45-16,3-2-101 15</inkml:trace>
  <inkml:trace contextRef="#ctx0" brushRef="#br0" timeOffset="19297.1004">14362 12001 161 0,'-15'-37'47'15,"15"20"-45"-15,0 7-2 16,15 2 0-16,10 5-2 16,-13 3-32-16,-4 0-100 15</inkml:trace>
  <inkml:trace contextRef="#ctx0" brushRef="#br0" timeOffset="19827.9298">14701 11325 35 0,'31'0'18'16,"6"18"18"-16,-4 26-3 15,-2 18 7-15,5 19-8 16,-3 13-7-16,-4 11-7 16,-2 5-5-16,-12 12 1 15,-11 8-7-15,-4 11-2 16,0 5-5-16,-13-2 5 0,-22-1-3 15,-19-7-2 1,0-25-5-16,8-21-27 0,1-24 32 16,16-24 10-16,3-4 5 15,8-9 3-15,5-10-9 16,1-4-4-16,8-8-3 16,-3-4-1-16,7 1-1 15,-2-4 3-15,2 0-1 16,0 2 0-16,0 0 0 15,0-2 1-15,-2 3 0 16,2-1-1-16,0-2-2 16,0 2-3-16,0-2-2 0,0 0-10 15,0 0-6 1,0 0 0-16,0 0 8 0,0 0 9 16,0 0 1-16,0 0 1 15,0 0-8-15,0 0-6 16,0 0-22-16,0 0-22 15</inkml:trace>
  <inkml:trace contextRef="#ctx0" brushRef="#br0" timeOffset="27365.9003">15428 12119 89 0,'-5'21'47'0,"5"-20"-47"16,0-1 38-16,11 0-21 16,25 0 16-16,11 0 18 15,9 0-15-15,4 0-13 16,2 0-10-16,5 0-7 16,8 0-4-16,8 0 0 0,13 8-2 15,4 10-2 1,1 1 1-16,-10-1-7 0,-11-5-8 15,-20-4-15-15,-17-1-4 16,-14-4-14-16,-29-4-34 16,-5 0-27-16</inkml:trace>
  <inkml:trace contextRef="#ctx0" brushRef="#br0" timeOffset="27605.7391">15189 12671 48 0,'-29'41'64'0,"45"-38"-53"16,55-3 11-16,27 0 31 16,9-4-2-16,4-13-16 15,-10 2-13-15,-19 3-19 16,-14 4-3-16,-20-1-9 15,-5-4-29-15,-15-9-16 16,-28 10-22-16,0-6-56 16</inkml:trace>
  <inkml:trace contextRef="#ctx0" brushRef="#br0" timeOffset="28042.8844">15542 11205 0 0,'4'-6'23'0,"-4"6"-8"16,0 0 30-16,2 0-22 15,2 0-20-15,5 0 0 16,3 18 2-16,-1 8 22 15,-5 10-8-15,-4 3-7 16,-2 1 1-16,0 0-8 16,2-4 0-16,4-2-3 15,-2-6-1-15,0-2 0 16,3-4-1-16,-5-4-23 16,-2-18-37-16,0 0-55 0</inkml:trace>
  <inkml:trace contextRef="#ctx0" brushRef="#br0" timeOffset="28191.3944">15537 10986 167 0,'9'-25'34'16,"-5"22"-34"-16,7 3-21 15,3 0 6-15,-5 4-25 0,-3 14-27 16</inkml:trace>
  <inkml:trace contextRef="#ctx0" brushRef="#br0" timeOffset="28531.7294">15824 11431 9 0,'9'39'12'15,"-7"-28"14"-15,-2-2-15 16,2-5-1-16,4-4-3 15,-4 0 1-15,0 0 6 16,2 0 9-16,3-8 12 16,-1-24 8-16,6-12-39 15,1-6-4-15,0 0 0 16,1 9-1-16,-6 9-2 0,11 9 3 16,0 6 0-1,8 3 0 1,8 4 0-16,2 10 2 0,-8 0 5 15,-10 2-7-15,2 28-5 16,-15 14 3-16,-4 8 2 0,-2 8 3 16,0 1 0-16,0-5-3 15,0-4-10-15,12-8-16 16,-3-38-18-16,-3-6-16 16</inkml:trace>
  <inkml:trace contextRef="#ctx0" brushRef="#br0" timeOffset="28995.1026">16481 11191 66 0,'-4'-45'23'0,"-34"38"-11"16,1 7 12-16,-4 2-11 16,1 32-7-16,9 10-5 15,14 8 3-15,5 0 3 16,12 1-1-16,0-7-2 15,25-8-2-15,8-12 1 16,0-8 7-16,1-10 5 16,-12-8-2-16,3 0 1 15,0-24 9-15,-6-18-5 16,6-8-15-16,-7-13-3 16,-9-5-11-16,-9-10-3 0,0-8-5 15,0-4 4-15,-9 7 7 16,-11 19-8-16,-3 20 14 15,8 22 2-15,1 16 19 16,10 6-1-16,-1 0-2 16,5 4-16-16,0 32-14 15,0 12 13-15,0 15 1 16,0 2 12-16,7 6 1 16,9-1 3-16,-1 0-6 15,3 0-2-15,4-4-3 16,-6-7-5-16,2-3 2 15,6-4 0-15,-4-10-2 16,5-4-3-16,4-8-25 0,-20-30-29 16,-3 0-44-16</inkml:trace>
  <inkml:trace contextRef="#ctx0" brushRef="#br0" timeOffset="29633.5301">17117 11664 116 0,'-11'-22'61'15,"11"22"-37"-15,0 0 18 16,0 0-10-16,0 12-32 16,0 30-3-16,0 19 3 0,0 8 20 15,0 4-11-15,13 1 1 16,0 0-6-16,3 2-1 15,-1 0-1-15,-1-5-2 16,1-5-4-16,-10-8-29 16,-5-8-27-16,0-44-11 15,0-6-55-15</inkml:trace>
  <inkml:trace contextRef="#ctx0" brushRef="#br0" timeOffset="29835.8427">16818 12544 43 0,'60'0'21'0,"21"0"11"16,8-9 24-16,13-7-10 16,-4 4-3-16,-7 8-12 15,-12 4-31-15,-24 0 0 16,-12 1-17-16,-43 7-42 15,0 1-38-15</inkml:trace>
  <inkml:trace contextRef="#ctx0" brushRef="#br0" timeOffset="30299.1511">17017 13307 62 0,'0'88'24'16,"0"-14"15"-16,0 0-10 15,4 2 8-15,11-5-11 16,3-13-5-16,0-14-5 15,-9-22-5-15,0-12-5 16,-7-10-1-16,-2 0 11 0,2 0 12 16,5 0-8-16,2-32 3 15,6-18-21-15,12-19-2 16,2-4-16-16,7 2-3 16,-5 17-8-16,-2 14 11 15,-9 20 6-15,-7 12 5 16,-4 8 4-16,3 0-5 15,-6 23 2-15,5 22 2 16,-6 9 2-16,2 6 6 16,-7 2-2-16,2-5-2 0,0-9-1 15,0-10-1 1,7-14 0-16,-7-8-8 16,3-8-19-16,6-8-22 0,-7 0-49 15</inkml:trace>
  <inkml:trace contextRef="#ctx0" brushRef="#br0" timeOffset="30660.8572">17624 12865 114 0,'-6'-32'28'0,"6"14"17"15,37 0-29-15,17 3 0 0,6 6 16 16,-4 9-28 0,-12 0-4-16,-7 0-2 0,-20 12-9 15,-15 10-20-15,-2 8 4 16,-19 5 27-16,-24 5 1 16,-1-2 4-16,1-6-4 15,12 0 17-15,9-4 2 16,17-2-3-16,5 1-6 15,0-2 5-15,0 3-3 16,22-4-7-16,14-6 1 16,9-5 4-16,13-13-1 15,13 0 0-15,0-17-10 0,3-19-2 16,-47 13-43-16,-3-6-55 16</inkml:trace>
  <inkml:trace contextRef="#ctx0" brushRef="#br0" timeOffset="30943.9591">18734 11329 86 0,'103'-24'37'15,"-3"2"-14"-15,0 0 34 16,-4 7-23-16,-20 6-10 16,-16 9-24-16,-20 0-4 15,-20 12-38-15,-20 0-29 16,-9 5-69-16</inkml:trace>
  <inkml:trace contextRef="#ctx0" brushRef="#br0" timeOffset="31343.5657">18393 11676 53 0,'0'18'41'16,"33"-18"-36"-16,54 0 53 15,19 0-9-15,-4 0 0 16,-11 0-16-16,-18 0-1 16,-21 23-26-16,-25 13-6 15,-21 14-6-15,-6 18 3 16,-29 20 3-16,-31 17 0 16,-11 4-3-16,-2-2-7 15,3-15 3-15,14-20 5 0,16-13 2 16,11-15 0-1,12-12 2-15,10-6-2 0,7-10 3 16,0-2 0-16,2-2-2 16,30-2 6-16,14-2 9 15,19-8 8-15,9 0 5 16,-1-3-2-16,-2-15-8 16,-11 3-14-16,-4 3-5 15,-4-2-1-15,-4 4-20 16,6-1-20-16,2-2-27 15,-43 9-5-15,1-8-77 16</inkml:trace>
  <inkml:trace contextRef="#ctx0" brushRef="#br0" timeOffset="31703.3926">19458 11530 99 0,'-4'0'11'16,"4"36"-1"-16,13 46-10 16,28 17 36-16,3 1 0 15,12-3-9-15,0 0 1 16,-6-15-18-16,-5-11-3 16,-9-23-4-16,-9-18-3 15,-19-16 1-15,-1-10 0 16,-5-4 6-16,-2 0 29 15,4-20 8-15,6-33-15 16,1-24-29-16,3-22-3 16,-8-13-7-16,5-16 1 0,3 1 2 15,1 21 7-15,-1 26-1 16,-1 40 1-16,-7 22-1 16,1 11 0-16,0 7-5 15,13 0-34-15,2 29-38 16,-9-7 6-16,1 2-31 15</inkml:trace>
  <inkml:trace contextRef="#ctx0" brushRef="#br0" timeOffset="32135.5363">20356 11905 26 0,'-20'-14'102'16,"5"6"-94"-16,4 7 32 16,-1 1-13-16,1 0-25 15,-5 25-2-15,-3 15-1 16,-6 10 1-16,7 6 7 16,7-1 3-16,9-8-3 15,2-6 0-15,0-13 1 16,2-8 0-16,11-8 2 15,-1-10 1-15,-8-2-2 0,7 0 1 16,3-10 14 0,13-24 4-16,6-13-20 0,5-9-5 15,-5 0-3-15,-6 16-4 16,-10 14-2-16,-5 16 6 16,-10 10 0-16,-2 0 0 15,0 0-9-15,4 8-2 16,9 28-2-16,3 10 13 15,5 4 1-15,5-2 2 16,3-5-3-16,2-9-18 16,10-8-32-16,1-14 1 15,-32-12-1-15,2 0-39 0</inkml:trace>
  <inkml:trace contextRef="#ctx0" brushRef="#br0" timeOffset="32378.2273">20846 12246 17 0,'5'18'49'0,"-5"-8"-11"16,0-4-4-16,0-6 4 16,0 0 20-16,0 0 13 15,0 0-15-15,0 0-6 16,0-20-22-16,0-4-21 16,0-13-4-16,0-8 1 15,0-5 1-15,0-11-5 16,0-3-1-16,6 2-5 0,17 2-7 15,6 8-12 1,8 9-10-16,11 11-13 0,0 13-21 16,-30 19-25-16,-5 0-73 15</inkml:trace>
  <inkml:trace contextRef="#ctx0" brushRef="#br0" timeOffset="32662.1224">21381 11239 1 0,'-38'30'21'0,"7"20"27"16,0 14-3-16,0 13-2 15,4 11-3-15,2 6-12 16,10 3 4-16,11-10-6 15,4-6-9-15,0-9-9 16,8-4-2-16,19-7-4 16,11-7 0-16,7-8 0 15,10-14-2-15,19-16-32 16,17-16 7-16,-49 0-47 16,1-24-19-16</inkml:trace>
  <inkml:trace contextRef="#ctx0" brushRef="#br0" timeOffset="32916.8275">22457 11137 175 0,'16'-46'20'0,"-14"46"7"16,-2 0-13-16,0 26-14 15,0 26 0-15,-16 16 22 16,-15 10-3-16,-9 11-1 15,-8 6-4-15,-10 8-4 16,-12-2-2-16,-3-11-5 16,4-8 0-16,13-13-3 15,14-12-8-15,13-12-15 0,11-16-9 16,7-15-32-16,11-14-10 16,0-11-15-16</inkml:trace>
  <inkml:trace contextRef="#ctx0" brushRef="#br0" timeOffset="33151.4986">21833 11405 77 0,'0'-6'12'16,"0"6"0"-16,21 23 43 15,10 15-6-15,9 6-8 16,4 6-2-16,12 0-1 15,-5 2-20-15,3 3-2 16,-1 1-10-16,-6 6-4 0,-5 2-2 16,-1 7-5-16,-6 0-29 15,3 4-39-15,-27-57-24 16,5-10-59-16</inkml:trace>
  <inkml:trace contextRef="#ctx0" brushRef="#br0" timeOffset="33384.702">22812 12015 119 0,'0'-21'18'0,"-2"21"4"0,-23 0 3 15,9 21-6 1,1 5-3-16,2 6-6 0,3 5 1 16,6-1 9-16,4 0-8 15,0-1-3-15,0-3-3 16,0-1-1-16,18-7 4 15,6-2-5-15,5-6 0 16,0-8-4-16,4-6-12 16,6-2-29-16,-26 0-30 15,-7-18-71-15</inkml:trace>
  <inkml:trace contextRef="#ctx0" brushRef="#br0" timeOffset="33665.8686">22839 11729 115 0,'-12'-18'60'0,"12"16"-47"0,0 2 43 16,0 0-21-16,4 0-19 16,6 0-7-16,-2 0 14 15,-8 0-20-15,0 0-2 16,0 0-1-16,0 0-1 15,-2 0-6-15,-14 0 1 16,-1 0 1-16,1 0-3 16,5 0 8-16,2 0-1 15,5-16 1-15,4-9-10 0,0-5-28 16,0-6-7-16,0 20-7 16,9 0-80-16</inkml:trace>
  <inkml:trace contextRef="#ctx0" brushRef="#br0" timeOffset="34302.7861">23213 10983 91 0,'17'0'9'0,"8"8"-3"15,6 26 44-15,10 14-4 16,-4 10-7-16,1 10-10 0,-5 12-8 16,-4 17-6-16,-8 13-1 15,-13 4-4-15,-8-2-8 16,0-9 2-16,-2-13-1 16,-20-10-1-16,7-5-1 15,-6-13 0-15,3-11-1 16,3-7 1-16,-1-3 0 15,1-5 0-15,-1 0 0 16,-2 0 0-16,2 1 0 16,1-4-1-16,3-3 0 15,4-6-5-15,-5-3 0 16,1-2 2-16,-1 2 1 0,2-3 0 16,2 0 1-16,-4-2 0 15,-1 0 1-15,5-2 0 16,3 0 0-16,-5-4 0 15,8-2 0-15,-4-2 0 16,7-4 0-16,0-2 0 16,0 0 0-16,0 0 2 15,0 0 4-15,0 0 0 16,0 0 0-16,0 0-1 16,0 0 0-16,0 0-2 15,0 0-1-15,0 0 1 16,0 0 0-16,0 0 0 15,0 0-1-15,0 0-1 0,0 0-1 16,0 0 0-16,0 0 0 16,0 0-1-16,0 0-2 15,0 0-6-15,0 0 0 16,0 0 1-16,0 0 1 16,-4 0-6-16,0 0-31 15,-3 0-59-15</inkml:trace>
  <inkml:trace contextRef="#ctx0" brushRef="#br0" timeOffset="36027.9672">18220 10973 91 0,'-14'3'13'16,"14"-3"3"-16,0 0 29 15,0 0-22-15,16 0-23 16,13 0 2-16,9 0 9 16,4 0 9-16,7 0 1 15,13 0 1-15,16 0 5 0,13 0 2 16,19-14-5-1,6-4-5-15,11-3-3 0,0-3-6 16,-7-1-7-16,-8 3-2 16,-12 4 0-16,-15 0-1 15,-10 0 0-15,-6 2 0 16,-13 0-3-16,-12 2-1 16,-12 0 3-16,-8 6-1 15,-8 2-7-15,-14 4 2 16,0 2-5-16,7 0-3 15,5 4-1-15,5 20 3 16,20 4 11-16,5 2 2 16,18-2 1-16,19-2 0 15,23-6 4-15,23-2-2 16,27-1 5-16,22-2-6 0,18-1 1 16,2-6 4-16,0-8-5 15,-2 0 1-15,-18-4-2 16,-7-23 1-16,-10-11-1 15,-19-6 1-15,-24-5 0 16,-27-1 1-16,-22 4-2 16,-32 4 2-16,-12 1-3 15,-23 6-16-15,0-4-27 16,-9 31-60-16,-18 1-29 16</inkml:trace>
  <inkml:trace contextRef="#ctx0" brushRef="#br0" timeOffset="36585.3591">19409 10155 79 0,'10'26'28'0,"-6"-7"-18"16,7 10 1-16,-5 4 32 15,6 6-27-15,-6 0 2 16,3 0-10-16,-5-1-6 16,4-8 2-16,-8-2-4 15,0-2 2-15,0-2-2 16,0-2-14-16,0-19-45 15,0-3-33-15</inkml:trace>
  <inkml:trace contextRef="#ctx0" brushRef="#br0" timeOffset="36743.4644">19485 9865 90 0,'2'-37'119'15,"-2"33"-119"-15,5 4-20 16,-1 0 14-16,0 0-25 16,6 8-65-16</inkml:trace>
  <inkml:trace contextRef="#ctx0" brushRef="#br0" timeOffset="37467.1012">20071 10223 116 0,'9'-50'27'0,"-9"15"-17"16,-13 9 4-16,-12 12 7 15,3 12-18-15,-7 2-3 16,-5 22-3-16,1 27-1 15,4 10 4-15,2 5-1 16,12-1-1-16,13-5 0 16,2-6-6-16,0-10 5 0,15-10 3 15,10-14 3 1,-1-10 3-16,5-8 11 0,-2-2 3 16,4-31-6-16,3-17 1 15,-3-15-14-15,-2-9-1 16,2-10-2-16,-4-15-16 15,-3-5 2-15,-10 0-4 16,-10 10 0-16,-4 21 10 16,0 25 10-16,-11 25 8 15,-1 14 0-15,4 9-7 16,-6 18-1-16,3 38-7 16,0 20 5-16,7 13-2 15,4 1 4-15,0-8 6 16,6-5 5-16,21-11-3 0,9-10-1 15,6-12 2-15,1-9 5 16,-8-12 0 0,1-11 3-16,-14-8-5 0,0-4 3 15,5 0-1-15,2-24 0 16,2-16-6-16,9-8-8 16,-9-7-6-16,-4 8-16 15,-18 13-8-15,-4 11 8 16,-5 15 17-16,0 8-6 15,-7 0 9-15,-13 23-2 16,-1 12 4-16,6 6 4 16,9-1 4-16,6-1 3 15,0-10-6-15,0-1 0 16,13-8 2-16,5-6 6 16,6-2 4-16,3-6 2 0,-3-3-5 31,5-3-10-31,7 0-4 0,-3-1-16 0,5-23-38 31,-24 8-37-31,-8 0-26 0</inkml:trace>
  <inkml:trace contextRef="#ctx0" brushRef="#br0" timeOffset="37769.2593">20855 10285 24 0,'14'-4'9'16,"-12"4"-6"-16,7 24 12 16,-3 10 14-16,6 2-10 15,-1-6-3-15,2-7-1 16,-8-11-3-16,-3-5-6 15,-2-5-3-15,0-2 12 0,0 0 27 16,0 0 3-16,0-14-11 16,2-18-22-16,11-13-8 15,1 0-4-15,8 1-2 16,-4 6 0 0,0 12 0-16,-5 10-3 0,-4 12 5 15,-3 4-1-15,4 0-4 16,5 0-2-16,3 15 4 15,2 16 1-15,-9 0 1 16,2 4 1-16,-5-1 0 16,-6 0-1-16,-2-3-24 0,0-4-28 15,-12-22-27 1,-5-5 13-16</inkml:trace>
  <inkml:trace contextRef="#ctx0" brushRef="#br0" timeOffset="37935.3376">20724 9954 181 0,'0'-42'40'0,"0"25"-39"16,0 2 8-16,22 0 2 16,5 6-11-16,9 4-47 15,-21 5-19-15,-1 0-34 16</inkml:trace>
  <inkml:trace contextRef="#ctx0" brushRef="#br0" timeOffset="38152.6406">21297 9553 162 0,'4'0'0'0,"5"25"-12"16,9 26 12-16,-1 19 28 15,-1 18-1-15,2 8-9 16,-11 5-4-16,4-3-8 16,-9-9-4-16,-2-9-2 15,0-8-4-15,0-12-31 0,-2-53-26 16,-12-7-31-16</inkml:trace>
  <inkml:trace contextRef="#ctx0" brushRef="#br0" timeOffset="38502.3295">21237 10096 141 0,'0'-23'1'0,"15"16"1"16,22 3 20-16,13 4-4 16,-1 0-12-16,2 0-5 15,-2 0-1-15,-7 12-8 16,-4 6-10-16,-9 4 8 15,-4 4 0-15,-7 5 5 0,-7-2 2 16,-3 0 3-16,2-5 9 16,-6-6 10-16,3-2-5 15,-5-9-3-15,0 0-3 16,0-7 2-16,6 0 3 16,-8 0 3-16,2 0 0 15,0 0 1 1,-2 0 10-16,4-16-4 0,5-25-23 15,-3-13-4-15,2-12-28 16,-6-2-11-16,-2 12-31 16,0 16-1-16,0 40 28 15,0 0 2-15</inkml:trace>
  <inkml:trace contextRef="#ctx0" brushRef="#br0" timeOffset="38788.8022">22087 10046 118 0,'18'-18'28'0,"-11"10"4"16,-7 2 39-16,2 4-31 16,-2 2-28-16,0 0-7 0,0 0-5 15,0 0-3 1,-4 0-3-16,-11 20-5 15,-8 8 11-15,3 6 3 0,-3 4 0 16,12-2-3-16,5 1-7 16,6-2-14-16,0 0-6 15,0-3 0-15,27-6-6 16,6-12-4-16,-10-14-6 16,-4 0-28-16</inkml:trace>
  <inkml:trace contextRef="#ctx0" brushRef="#br0" timeOffset="39455.381">22560 10030 99 0,'29'-52'66'0,"-29"37"-28"15,-2 8 13-15,-16 5-29 0,-11 2-22 16,-5 6-7-16,-5 28 5 16,-2 10-1-16,3 0 3 15,16 0-2-15,4-3 0 16,12-8-3-16,6-7 0 15,0-5 3-15,0-6-1 16,4-4 3-16,21-5 4 16,6-6 1-16,9 0-2 15,8-8-3-15,4-20-6 16,-3-4-7-16,-7 3-12 16,-13 5 2-16,-14 10 23 15,-9 10 15-15,-6 2 21 16,0 2-7-16,0 0-15 15,0 0-14-15,0 8-2 0,0 19-5 16,0 5 7-16,0-1 0 16,0 0-1-16,2-5 1 15,13-4 0-15,3-6-6 16,5-8-11-16,5-8 8 16,6 0-4-16,8-4-1 15,4-26-3-15,4-4-1 16,-1-12-6-16,-5-8-15 15,-6-7 6-15,-11 6-6 16,-15 14 39-16,-12 11 16 16,0 16 7-16,-8 12 10 0,-11 2-31 15,-8 0 4-15,4 12-4 16,8 14 9-16,8 4 0 16,0 4 2-16,7 2-7 15,0 2 5-15,0-1-1 16,11 3 3-16,14 1 2 15,-3 2 2-15,12-1 2 16,-5-4 5-16,-7-8 1 16,-9-8-8-16,-6-10-15 15,-7-4 0-15,0-2 0 16,0 4-1-16,-9 6-1 16,-18 5 4-16,-8 6-4 15,-21 7-28-15,-11 5-9 16,34-25-43-16,-3-5-52 15</inkml:trace>
  <inkml:trace contextRef="#ctx0" brushRef="#br0" timeOffset="41375.7198">15822 15209 83 0,'-18'-7'46'15,"18"5"5"-15,-2 0 4 16,2 2-12-16,0-3-14 16,0 3-8-16,0 0-6 15,0-1-3-15,0 1-2 16,0 0-3-16,0 0-5 16,0 0-2-16,12 0 0 15,9 0 0-15,15 0 11 0,7-7-3 16,5 0-4-1,4-2-3-15,-3 1-1 0,-3 4-27 16,-5 0-18-16,-10 4-17 16,-31 0-22-16,0 0-22 15</inkml:trace>
  <inkml:trace contextRef="#ctx0" brushRef="#br0" timeOffset="41564.3722">15808 15320 166 0,'-2'16'18'0,"2"-16"-10"0,31 0 36 15,12 0-7-15,10 0-26 16,7 0-8-16,8 0-3 16,9-2-10-16,8-8-31 15,-51 4-28-15,-5-6-38 16</inkml:trace>
  <inkml:trace contextRef="#ctx0" brushRef="#br0" timeOffset="41878.9669">17524 14409 104 0,'-4'0'46'15,"4"0"-46"-15,0 27 0 16,13 21 31-16,5 18-4 16,7 10-3-16,-8 12 4 15,-1 3-6-15,-3-3-9 16,-1-2-5-16,-8-10-4 15,7-10-2-15,-7-7-2 16,6-15-3-16,1-8-18 16,-7-12-21-16,-4-24-32 15,0 0-23-15</inkml:trace>
  <inkml:trace contextRef="#ctx0" brushRef="#br0" timeOffset="42137.3202">17395 15334 120 0,'127'0'48'15,"6"-10"30"-15,17-12-12 0,-3 4-29 16,-4 8-2-16,-18 4-26 15,-27 6-9-15,-25 0-3 16,-26 0-19-16,-20 0-20 16,-27 0-20-16,0 8-45 15,-39 0-13-15</inkml:trace>
  <inkml:trace contextRef="#ctx0" brushRef="#br0" timeOffset="42746.2103">17509 16114 81 0,'0'90'41'0,"0"-10"-1"16,0 5-12-16,0-5 1 0,9-4 6 15,-5-14-17-15,7-13-5 16,-6-13-7-16,-3-17 0 16,3-8-6-16,-5-11 2 15,0 0 0-15,0 0 6 16,0-29-8-16,0-21-3 16,0-14-11-16,4-11 5 15,11 4 1-15,1 9 4 16,7 10 3-16,-2 9 1 15,8 12 2-15,0 10 8 16,0 11 5-16,-2 10-10 16,-2 0-5-16,2 26 1 15,-8 21 2-15,4 15 3 16,-7 8 3-16,-5-4 1 16,-5-8-8-16,-4-12 0 0,0-10-1 15,-2-4 1-15,0-6-2 16,6-8-2-16,-4-4-13 15,0-2-11-15,2-1-8 16,5-4 1-16,2-2-14 16,7-5-4-16,-12 0-6 15</inkml:trace>
  <inkml:trace contextRef="#ctx0" brushRef="#br0" timeOffset="43207.0552">18270 15631 156 0,'54'-20'20'16,"4"4"51"-16,-4 8-41 16,-12 5-17-16,-11 3-11 0,-4 0-2 15,-21 7-3 1,-6 18-3-16,0 13-2 0,-24 5 2 16,-18 1 2-16,-10 2 4 15,4-4 2-15,7-6-1 16,1-6 2-16,15 1 10 15,15-12 6-15,3-2-7 16,7-7-6-16,0 4-2 16,0-2 2-16,23-4 4 15,8-4 3-15,13-4 8 16,14 0 6-16,9 0-6 16,-7-16-3-16,-2 3-18 15,-12 0-7-15,-7-1-29 16,-4 4-17-16,-30 2-23 0,-3 2-45 15</inkml:trace>
  <inkml:trace contextRef="#ctx0" brushRef="#br0" timeOffset="45148.79">19010 14631 99 0,'0'0'3'15,"0"0"-3"-15,0 0 16 16,0 0-15-16,0 0-1 16,0 0-3-16,0 0 0 15,0 0 1-15,0 0-2 16,0 0 4-16,0 0 6 16,2 0 20-16,-2 0 16 15,0-3-3-15,0 1-6 16,0-2-19-16,0 0-9 15,0 2-4-15,0 2 3 16,0 0-3-16,0 0 4 0,0 0 0 16,0 0 4-1,0 0 1-15,0 0 2 0,0 0-1 16,0 0-11-16,0 0 0 16,0 0-5-16,0 0-4 15,0 10 3-15,0 12-1 16,0 11 7-16,0 6 0 15,0 4 1-15,0-1 0 16,0-4 0-16,0-6 0 16,0-10 1-16,0-10-1 15,3-5-1-15,-3-4 0 16,0-3 2-16,0 0 0 16,0 0 7-16,0 0 1 15,0 0-3-15,0 0-4 0,0 0-1 16,0 0-1-16,5 0-1 15,-5 0 0-15,0 0 2 16,0 0 0-16,0 0 1 16,0 0-3-16,0 0-6 15,0 0-8-15,0-3-19 16,0-9-69-16</inkml:trace>
  <inkml:trace contextRef="#ctx0" brushRef="#br0" timeOffset="45529.3912">19135 14177 47 0,'-28'46'6'0,"1"2"27"16,2 10 6-16,5 13-8 15,-3 13-5-15,8 12-3 16,4 8-6-16,2 6 11 16,2 1-7-16,5-5 0 15,2-6-6 1,0-3-3-16,0-5-4 0,9-6-3 0,11-10-2 15,7-7 2-15,4-12-3 16,7-8-1-16,-3-13 0 16,3-12-1-16,5-14-13 15,3-10-21-15,4 0-12 16,-35-18-24-16,-6-8-56 16</inkml:trace>
  <inkml:trace contextRef="#ctx0" brushRef="#br0" timeOffset="46033.7223">19536 14779 94 0,'0'-7'46'0,"5"7"-43"16,10 30 43-16,8 23-19 15,-6 13-9-15,1 8 2 16,-2 2-4-16,-3-2-8 16,-4-7-4-16,3-17-2 15,-10-12 0-15,-2-18-2 16,0-14 0-16,0-6 17 16,0 0 10-16,0-6-8 15,0-30-3-15,0-18-16 0,0-17-9 16,4-9-7-1,7-1-11-15,9 2-2 0,3 12 2 16,3 13 16-16,1 13 6 16,2 15 4-16,-5 15 1 15,-1 9 5-15,4 2 0 16,-10 7 3-16,1 25 5 16,2 12-1-16,-4 6-3 15,-5 4-2-15,-2 0 5 16,0-2-2-16,2-2-4 15,-7-6-2-15,3 2-2 16,0-10-1-16,-3-3 0 16,-2-5-1-16,-2-6-1 0,0-3-16 15,5-2-15 1,-3-3-11-16,-2-14-30 0,2 0-81 16</inkml:trace>
  <inkml:trace contextRef="#ctx0" brushRef="#br0" timeOffset="46394.0472">20506 15029 85 0,'-11'-18'117'0,"11"11"-112"16,0 0 58-16,0 5-21 16,0 0-28-16,11 0-14 15,-1 2 5-15,4 0 2 16,-5 0-1-16,-9 0-6 16,0 0-1-16,0 0-2 15,0 2-2-15,0 6 1 16,0-2 4-16,0-6 0 15,0 0 0-15,0 0 0 16,0 0 2-16,0 0 0 0,0 0-2 16,0 0-5-1,0 0-27-15,0-10-34 0,0 4-29 16</inkml:trace>
  <inkml:trace contextRef="#ctx0" brushRef="#br0" timeOffset="46909.4447">20842 14763 126 0,'9'12'40'0,"-7"15"-36"15,2 14 36-15,4-1-19 0,-6 4 3 16,-2 0-20-16,0-4-2 15,0-8 5-15,0-6-4 16,-10-9-1-16,-7-6 2 16,-1-3 11-16,-9-2-8 15,0-6-2-15,-4 0-5 16,5 0-15-16,-3-20-6 16,4-10 4-16,7-10-13 15,5-6-7-15,9-6 25 16,-1 4 12-16,5 6 3 15,0 6 6-15,0 14 15 16,0 5-1-16,0 3-22 16,9 1 7-16,16 2-6 15,4-1 3-15,4-2 3 16,9-2-2-16,2 1 17 0,10 0-1 16,2-1 4-16,0 4-5 15,2-2 4-15,-12 4-4 16,-3 0-7-16,-12 4-12 15,-9 0-1-15,-8 4-1 16,-8 0-3-16,-2 0-12 16,3 2-10-16,-7-2-8 15,7 2-16-15,0 0-6 16,6-2-3-16,-11 0-19 16,0-4-24-16</inkml:trace>
  <inkml:trace contextRef="#ctx0" brushRef="#br0" timeOffset="47293.8333">21131 14147 83 0,'39'-27'46'0,"-6"14"-38"16,14 1 51-16,-8 4-10 0,0 4-13 16,-8 4-11-16,-11 0-25 15,-18 0 0-15,-2 4-9 16,0 24-38-16,-29 5 25 16,-7 6 12-16,3-3 9 15,6-4 1-15,10-4 0 16,3-6 10-16,5-6 4 15,7-4-4-15,2 0 1 16,0 2-5-16,0-2-3 16,0-1 2-16,11-3 2 15,3-3 1-15,1 0 0 16,10-2-8-16,-3-3-9 16,-11 0-67-16,3 0-87 15</inkml:trace>
  <inkml:trace contextRef="#ctx0" brushRef="#br0" timeOffset="47624.5825">21640 13854 109 0,'21'0'2'16,"16"34"52"-16,-2 14-5 0,7 9 1 15,6 11-13 1,-11 10-12-16,1 12-3 0,-7 14-7 0,-6 13-7 16,-19 15-2-1,-6 4 1-15,0-6-3 16,-29-15-1-16,-2-23-1 0,-7-18 1 16,-1-9 2-16,-9-11 2 15,-2-4-2-15,0-2-2 16,1-4 1-16,7-3-4 15,11-8-15-15,4-3-15 16,10-4-10-16,-4-2-9 16,19-24-46-16,-2 0-67 15</inkml:trace>
  <inkml:trace contextRef="#ctx0" brushRef="#br0" timeOffset="49788.702">18590 17466 120 0,'0'-3'17'15,"0"-2"16"-15,17 5-7 16,16-4 19-16,17-1 3 15,-1 4-7-15,6-2-12 16,1 3-11-16,2 0-10 16,-2 0-6-16,-5 0-1 15,-4 0-1-15,-14 0-18 16,-8 7-26-16,-25-5-39 16,0-2-28-16</inkml:trace>
  <inkml:trace contextRef="#ctx0" brushRef="#br0" timeOffset="49974.9665">18712 17618 85 0,'0'10'35'16,"51"-10"0"-16,9 0 21 15,12 0-10-15,3 0-10 16,6 0-32-16,-8 0-4 15,3-2-26-15,-54 0-55 16,-6-4-105-16</inkml:trace>
  <inkml:trace contextRef="#ctx0" brushRef="#br0" timeOffset="50946.0738">20310 16645 38 0,'0'0'95'15,"2"0"-95"-15,20 4 48 16,-2 19 6-16,7 9-13 16,0 13-17-16,-8 4-10 15,-1 1-5-15,-9-4-8 16,-9-8 1-16,0-8-2 15,0-6 2-15,-25-8 3 16,-8 2 3-16,-7-8-4 0,0-5 1 16,5-5-5-16,-4 0-5 15,6-23-4-15,6-17-6 16,3-15-6 0,4-10-22-16,5-3 10 0,1 6 19 15,5 17 14-15,5 13 0 16,4 14 14-16,0 10 3 15,2-2-10-15,27 0-4 16,11 2 10-16,14 0 6 16,6 4 2-16,4 2 5 15,5 2-3-15,-2 0-1 16,-9-2-13-16,-2 2-7 16,0 0-2-16,-10 0-1 15,3-2-23-15,-7-6-20 0,-35 6-38 16,-3-9-36-16</inkml:trace>
  <inkml:trace contextRef="#ctx0" brushRef="#br0" timeOffset="51291.9937">20909 15981 110 0,'0'-19'46'0,"27"5"-44"16,15 0 21-16,5 3 19 16,-1 1-16-16,-7 9 7 15,-18 1-16-15,-11 0-17 16,-10 0-2-16,0 1-6 16,-16 30 3-16,-22 9 5 15,-5 6 7-15,1-4-5 16,9-6 2-16,10-4-4 15,8-4 0-15,11-6 3 16,4 5 4-16,0-4-3 16,0 4 0-16,15 0-1 15,14-1 0-15,9 1-3 16,11-7-4-16,11-8-30 16,-28-12-36-16,-3 0-43 15</inkml:trace>
  <inkml:trace contextRef="#ctx0" brushRef="#br0" timeOffset="51509.1472">21586 16016 103 0,'13'-12'62'0,"-13"14"-61"16,0 44 0-16,-9 34 36 16,-24 26 1-16,-15 25-10 15,-20 23-3 1,-14 17-8-16,-11 3-9 0,-19 1-3 31,-4-10-3-31,3-24-1 0,16-20-1 0,22-31-9 0,17-24-7 16,29-20-14-1,16-24-20-15,13-22-23 0</inkml:trace>
  <inkml:trace contextRef="#ctx0" brushRef="#br0" timeOffset="53235.9032">5918 16383 223 0,'0'0'33'15,"0"0"-33"-15,2 4-2 16,-2 8 1-16,10 6-7 15,1 14 8-15,-3 14 13 16,2 4-6-16,-6 2-2 0,-4-5-2 16,0-10-3-16,0-9 3 15,0-7-3-15,-4-7 3 16,-10-4 4-16,-3-8-2 16,-4-2 1-16,-1 0-5 15,-7-20-1-15,-7-17-12 16,1-13-6-16,-5-12 3 15,-1-8-2-15,6-4-2 16,10 8-8-16,14 9 26 16,11 16 1-16,0 11 9 15,18 7-9-15,24 5 5 16,14 9 3-16,17-2 7 16,12-1 10-16,9 0 12 0,-5 2-4 15,-6 2-8 1,-19 4-22-16,-11 2-3 0,-8 2-1 15,-9 0-27-15,-3 0-28 16,-31 0-16-16,-2-8-50 16</inkml:trace>
  <inkml:trace contextRef="#ctx0" brushRef="#br0" timeOffset="53625.2385">6524 15534 106 0,'40'-27'82'0,"10"4"-78"16,1 7 11-16,-7 6 9 15,-8 9-24 1,-9 1 0-16,-9 0-3 15,-5 5-1-15,-11 23-4 0,-2 13 1 16,0 7 4-16,-31 4 2 16,-9 0 1-16,-1-6-2 15,6-9 2-15,8-6 2 16,14-13 7-16,9-2 1 16,4-6 4-16,0-1-8 15,6-4-2-15,21-1 15 0,6 0 4 16,9-4 2-1,12 0-7-15,-7 0-9 0,8 0-9 16,-3 0-11-16,4 0-51 16,-38 0-42-16,-3 0-32 15</inkml:trace>
  <inkml:trace contextRef="#ctx0" brushRef="#br0" timeOffset="53858.3576">7023 16249 156 0,'-6'9'57'0,"6"-9"-46"16,44-11 3-16,16-14 24 15,14 3-4-15,2 6-13 16,-10 4-19-16,-8 10-2 15,-6 2-16-15,-19 0-37 16,-33 2-28-16,0 10-28 16</inkml:trace>
  <inkml:trace contextRef="#ctx0" brushRef="#br0" timeOffset="54041.2349">7115 16499 103 0,'14'8'36'0,"59"-8"1"16,16-10 6-16,7-8 7 16,-1 0-7-16,-3 2-28 15,-12 5-15-15,-4 2 0 16,-10-1-20-16,-52 8-39 16,-7-4-40-16</inkml:trace>
  <inkml:trace contextRef="#ctx0" brushRef="#br0" timeOffset="54502.9425">8051 15766 126 0,'0'-11'72'16,"0"11"-67"-16,0 11-5 15,2 45-2-15,24 23 2 16,13 24 30-16,7 7 0 16,8 1 0-16,6-7-6 0,0-16-16 15,-4-15-3-15,-12-26-2 16,-13-21 0-16,-10-16-2 15,-15-8 0-15,-6-2 5 16,0 0 7-16,0-28 14 16,0-22-4-16,0-24-23 15,0-16-1-15,-2-13-7 16,-12-7-4-16,1-12-6 16,0 1 0-16,8 10 2 15,1 29 11 1,-1 32 5-16,5 23 5 0,0 17-5 15,0 8 0-15,0 2-2 16,0 0-16-16,0 0-41 0,7 2 2 16,0 12-3-16,-2-2-40 15</inkml:trace>
  <inkml:trace contextRef="#ctx0" brushRef="#br0" timeOffset="55011.0015">8833 16325 100 0,'0'-45'68'0,"-9"9"-38"15,-18 4 16-15,5 16-20 16,-7 8-9-16,0 8-16 16,-7 2-1-16,-4 38-3 15,7 18 2-15,2 9 1 16,15 3-1-16,9-11 0 16,7-2 1-16,9-17-3 15,20-12 3-15,4-14 4 16,5-10-1-16,-4-4 3 15,4 0 3-15,-5-22-4 16,-4-14-4-16,5-8-1 16,-10-6-14-16,0 2-4 0,-8 4 7 15,-7 12 11 1,-5 14 1-16,-4 10 17 0,0 8 14 16,0 0-11-16,0 0-21 15,5 2-6-15,8 22-6 16,10 12 12-16,6 8 0 15,6 0 1-15,14-2-1 16,0-4-8-16,7-14-28 16,0-10-22-16,-1-14-15 15,-39 0 6-15,-5-6-2 16</inkml:trace>
  <inkml:trace contextRef="#ctx0" brushRef="#br0" timeOffset="55297.7052">9410 16367 61 0,'15'0'5'0,"10"38"42"16,6 2-4-16,0-2-7 16,-2-10-5-16,-4-10-17 15,-12-7-5-15,-9-10 1 16,-4-1 13-16,0 0 26 16,-4-1-3-16,-23-26-24 15,-6-13-17-15,-7-16 4 16,0-6 1-16,-1-6-1 15,12 7-2-15,16 7-7 16,13 18-2-16,0 4-1 16,19 2-2-16,16 12-2 15,9 1 6-15,10 8-3 0,-6 7-13 16,8 2-33-16,0 0-26 16,-38 0-34-16,0 0-40 15</inkml:trace>
  <inkml:trace contextRef="#ctx0" brushRef="#br0" timeOffset="55791.5044">10225 15412 107 0,'-15'0'26'0,"-10"45"-22"16,3 29 14-16,-7 20 15 15,4 12-10-15,8 10 1 16,8-1-6-16,9-5 0 15,0-6-6-15,31-13-7 16,13-13-2-16,10-14 5 16,-1-14-5-16,3-19-2 15,4-16 3-15,0-15-4 16,11 0-9-16,10-38-20 16,-54 2-33-16,4-4-44 0</inkml:trace>
  <inkml:trace contextRef="#ctx0" brushRef="#br0" timeOffset="56019.6668">11108 15418 127 0,'0'-19'71'16,"0"28"-69"-16,-10 41 4 16,-5 12 32-16,-3 11-17 15,-2 0-2-15,0 2-4 16,-7 3-2-16,-6 8-4 15,-9 1-2-15,-1-5-5 16,1-6 0-16,2-9-2 0,9-14-13 16,2-6-25-1,4-17-24-15,25-30-11 0,0 0-44 16</inkml:trace>
  <inkml:trace contextRef="#ctx0" brushRef="#br0" timeOffset="56279.3506">10584 15681 123 0,'0'-15'64'0,"9"15"-62"0,7 0 17 16,5 29 35-16,15 15-16 15,5 14-10-15,1 17-9 16,7 7-3-16,4 2-6 15,3 2-1-15,4-2-6 16,0 5-1-16,-2-9-1 16,0-8-1-16,-2-14-12 15,-10-18-10-15,6-14-8 16,-8-18-33-16,-32-8-46 16</inkml:trace>
  <inkml:trace contextRef="#ctx0" brushRef="#br0" timeOffset="56948.0741">11538 16220 195 0,'-10'-30'50'0,"10"4"3"16,0-2-19-16,10 0-15 15,11 8 1-15,4 6-10 16,-9 12-6-16,-3 2-4 16,3 0-6-16,-3 2 2 15,1 24-2-15,-1 6 1 16,-2 8 5-16,-4 5 0 16,0 5 1-16,-5 6-1 15,0-4 3-15,0 0-2 16,5-12 0-16,-1-8 0 15,4-9-1-15,-4-5 1 16,3-7 0-16,-5-3 1 16,-2-6 0-16,4 0 0 15,-6-2-1-15,0 0 3 0,0 0-1 16,0 0 1-16,0 0-1 16,2 0-1-16,-2 0-2 15,0 0 0-15,0 0 0 16,0 0 0-16,0 0 0 15,0 2-2-15,0-2 2 16,0 7-2-16,0 2-2 16,0 5 2-16,0 4 2 15,0-4 0-15,0 4 1 16,0-6 0-16,0-1-1 16,0-2-1-16,0-5-20 0,0 1-21 15,2-5-21-15,-2 0-27 16,0 0-39-16</inkml:trace>
  <inkml:trace contextRef="#ctx0" brushRef="#br0" timeOffset="57404.9177">11843 15069 53 0,'13'0'56'16,"-4"0"-55"-16,9 14 32 15,11 26 22-15,9 14-15 16,7 17-3-16,-1 17-6 16,-2 14-9-16,-11 15-14 0,-6 5-3 15,-11 6-3-15,-10 3-1 16,-4-5 0-16,0-8 1 15,-2-10 0-15,-19-15-2 16,-1-15 2-16,-7-15 0 16,-7-13 0-16,-1-9-2 15,-5-9 0-15,-8-5-28 16,32-27-55-16,-1 0-70 16</inkml:trace>
  <inkml:trace contextRef="#ctx0" brushRef="#br0" timeOffset="58243.6132">4472 15396 129 0,'-9'-24'62'16,"9"22"-10"-16,0 2-8 0,-2 0-22 15,2 0-22-15,0 44-9 16,11 39 2-16,22 39 7 16,10 42 20-16,1 29 0 15,12 33-9-15,0 21 2 16,2 8-4-16,0-11 1 16,0-29-5-16,5-35-4 15,-8-37-1-15,-4-39 0 16,-11-30 2-16,-11-26-2 15,-11-22-2-15,-3-17-17 16,-7-9-24-16,-2-31-24 0,-6-13 33 16,0-14-99-1</inkml:trace>
  <inkml:trace contextRef="#ctx0" brushRef="#br0" timeOffset="59609.993">4563 15182 11 0,'48'-9'29'0,"12"9"-2"15,17-4 5-15,19-3-4 16,16-4 3-16,10-1-10 16,21-4 3-16,15 2-3 15,13-2 0-15,26-4-8 16,15 1-2-16,17-10 3 15,20 1 8-15,15-8-1 16,14-4-7-16,14-2-1 16,11-3 6-16,4 4-7 0,-8-1-5 15,-25 5-5-15,-20 4 1 16,-13 2-2-16,-12 9 0 16,-1-4-1-16,-10 2 0 15,-18-4 1-15,-13 2 2 16,-19 5-3-16,-26 6 0 15,-22 7 0-15,-12-1 0 16,-15 4 0-16,1 1 0 16,-7 0 1-16,-8-1-1 15,2 4 0-15,-10-6-1 16,0 3 1-16,-9-1 0 16,-6-1 0-16,-4 2 0 0,-12-1 0 15,-9 3-1-15,-2 2-1 16,0 0-1-16,6 0-3 15,15 0 2-15,8 0 2 16,6 0 2-16,12 0 1 16,2 0-1-16,7 0 0 15,1 0 0-15,1 0 0 16,-2 0 1-16,0 0-1 16,-5 0 0-16,-4 0 1 15,-5 0 1-15,0-5-1 16,-7-4 0-16,2 4 1 15,-11-1 1-15,-12 2 3 16,-16 0-3-16,-17 4-2 0,-5 0 0 16,-5 0 0-16,0 0-1 15,0 0-4-15,0 0-1 16,0 8-1-16,6 25 1 16,6 22 5-16,3 23 1 15,1 25 2-15,1 18-3 16,10 22 1-16,4 23-1 15,7 12 3-15,3 12-2 16,1 0 1-16,-7-8 1 16,-1-15-2-16,-14-17 0 15,-5-20 0-15,-15-23-1 16,0-17 2-16,0-22 0 0,0-16 7 16,-13-12 3-1,-2-5-2-15,-3-8-3 0,2-1-2 16,-6 5-2-16,6-3-1 15,-1 4-1-15,-6-6 0 16,1 6 0-16,-14-6-1 16,-1 6 0-16,-13 3 0 15,-6-5-5-15,-6-1 2 16,-13-3 3-16,-12-1 1 16,-7-5 2-16,-4-2-2 15,-4 0 0-15,-8-2-1 16,-8 2 1-16,-9 2-1 15,-16 2 1-15,-15 2-1 16,-6 4 0-16,-23 4 0 16,-19 2 0-16,-8 0-1 0,-17 0 0 15,-14 2-5-15,-12-1 2 16,-7-8 0-16,-8 5 4 16,-7-5-1-16,1-1 1 15,-17-2-2-15,-5-2 1 16,-7 0 0-1,-8 0 1-15,5 8 0 0,12 1 0 16,20-2 0-16,23 0 0 16,24-5 1-16,23-6-1 15,37-2 1-15,33-14 0 16,33-2 4-16,29 0 3 16,22 0-3-16,26 0 2 0,19 0 0 15,9-9-7-15,0 4-7 16,31-5-7-16,12 2 7 15,12-1-16-15,3 9-39 16,-29 0-15-16,-5 0-58 16</inkml:trace>
  <inkml:trace contextRef="#ctx0" brushRef="#br0" timeOffset="68869.0907">18150 12479 6 0,'174'28'2'16,"-37"-13"-2"-16,0 7-1 16,-85-13-6-16</inkml:trace>
  <inkml:trace contextRef="#ctx0" brushRef="#br0" timeOffset="69317.6183">20996 16980 6 0,'64'107'13'0,"-14"-13"1"16,-15-10-5-16,-13-12 2 16,-10-4-8-16,-12-7-1 15,0-5-1-15,-40-4-1 16,8-44-23-16</inkml:trace>
  <inkml:trace contextRef="#ctx0" brushRef="#br0" timeOffset="70830.0737">22696 17195 0 0,'-19'-2'2'0,"4"2"4"16,-7 0-6-16,-5 0-8 15</inkml:trace>
  <inkml:trace contextRef="#ctx0" brushRef="#br0" timeOffset="73350.3471">21453 17124 54 0,'0'-1'32'15,"0"1"-9"-15,0 0 13 16,0 0-10-16,0 0-15 16,-2 0-6-16,-4 0-2 0,6 0-2 15,0 22-1-15,0 20 0 16,0 14 7-16,0 10 1 16,0 2-5-16,8-5-2 15,-4-10 0-15,7-4 1 16,-7-13-1-16,4-10-1 15,-4-10 1-15,-2-8 0 16,0-8-1-16,-2 0 2 16,0 0 1-16,2 0 5 15,-2-10 17-15,0-22-2 16,0-6-22-16,0-2-1 16,0 4 1-16,5 5-1 15,-1 2-1-15,8-2-1 16,5 1 1-16,6-2 1 15,1 4-2-15,5-2 2 16,-3 4 0-16,1 6 0 0,-2 0-1 16,-9 10 1-16,1 0 0 15,-5 0-2-15,1 4 1 16,-7 2-1-16,1 4-1 16,0 0 1-16,-5 0-2 15,3 0-1-15,-3 0 0 16,-2 0 3-16,4 0 0 15,5 0 0-15,3 18 0 0,3 4 2 16,1 8-3 0,3 3 3-16,4 2 0 0,-7 3 0 15,1-2 0-15,-5-2-1 16,-1-4 1-16,-5 5 0 16,3-2 0-16,-6-2 0 15,-1-1 0-15,-2-6 1 16,2-6-1-16,0-10 0 15,3-4 0-15,-5-4 1 16,2 0 1-16,-2 0 0 16,0 0-1-16,0 0 2 15,2 0-3-15,0 4 0 16,-2-4-3-16,2 2 1 16,5 0 1-16,-7 0 1 15,5 2 1-15,4-4-1 0,-7 4 0 16,4-4-6-16,5 0-16 15,7 0-15-15,-9 0-10 16,5 0-33-16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28:49.06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10406 10004 7 0,'78'-52'22'0,"18"-2"1"16,10 6-9-16,4 11-4 15,-8 16-10-15,-77 21-1 16,-12 0-52-16</inkml:trace>
  <inkml:trace contextRef="#ctx0" brushRef="#br0" timeOffset="1618.48">6680 6391 4 0,'0'-23'11'16,"0"11"7"-16,0 5 19 16,0-4-26-16,0 3 13 15,0 2 3-15,0 0-10 16,0 3-9-16,0-2 3 16,0 5 2-16,0 0-7 15,0 0-3-15,0 0 1 16,0 0 0-16,0 0 2 15,0 0-4-15,0 0 0 0,0 0-1 16,0 0-1-16,0 0 0 16,0 0-1-16,0 6 0 15,0 24-1-15,0 19 1 16,0 23 1-16,0 26 1 16,0 22-1-16,0 17 1 15,0 1-1-15,0-3 1 16,0-13 0-16,0-14 0 15,0-16-1-15,0-20 1 16,0-18 0-16,0-18-1 0,5-13 0 16,-5-13 2-1,0-4-2-15,2-4 0 0,-2 0 1 16,2-2 0 0,0 0-1-16,0 2 0 0,1-2-17 15,4 0-35-15,-1 0-7 16</inkml:trace>
  <inkml:trace contextRef="#ctx0" brushRef="#br0" timeOffset="2336.2919">9283 6194 63 0,'7'-12'43'0,"-7"3"-6"16,0 2 1-16,0 3-3 16,0 2-2-16,0 2-13 15,0 0-13-15,0 0-1 16,0 0-6-16,0 4-6 16,4 36-1-16,7 24 7 15,-5 31 1-15,4 25 1 16,-10 28-1-16,0 18 2 15,0 15-3-15,0 12 1 16,-7-19 0-16,4-17-1 16,3-23 0-16,0-22 0 15,0-11 0-15,0-7-13 0,8-8 5 16,-8-86-34-16,2 0-83 16</inkml:trace>
  <inkml:trace contextRef="#ctx0" brushRef="#br0" timeOffset="20989.6676">19405 1217 58 0,'-20'0'19'16,"15"0"-7"-16,3 0-12 16,-5-4 17-16,3-6 9 15,2-1-26-15,-5 2 3 16,5 0 7-16,0 4-4 15,-1-2-1-15,3-2 1 16,0 1-3-16,-2 0 11 16,0 2-13-16,-5-2-1 15,3 0 0-15,-3 0 0 0,1 0 0 16,3-2 0-16,-4-1 1 16,5 2 1-16,-2-1 3 15,-3 2-3-15,1-2-2 16,-2 2 0-16,2-2-1 15,-5-5 1-15,-1 3 1 16,2-1 0-16,-1 2-1 16,-3 4 0-16,1 0 2 15,-3 6 12-15,-13 1-14 16,-11 0-6-16,-16 19 3 16,-13 13 3-16,-8 8 0 15,-4 7-2-15,3-1 2 0,9 5 0 16,7-1-1-1,8 3-2-15,14-1 2 0,7 2 1 16,6 1-1-16,2-1 0 16,12-2 1-16,5 0-1 15,0-6 1-15,6-4-1 16,2-6-1-16,0-10 1 16,0-7 0-16,2-10 1 15,14-7 0-15,9-2 2 16,-1 0 6-16,-4 0 1 15,-4 0-4-15,-7 0-5 16,-7 0-1-16,-2 13-5 16,0 22 0-16,0 15 1 0,-25 15 5 15,-10 5 3-15,-5-5-3 16,9 2 1-16,8-5-1 16,12-3-1-16,11-1 1 15,0-8 0-15,5-8 0 16,17-8 0-16,16-10 1 15,4-8 0-15,7-10 3 16,14-6-4-16,-3 0 5 16,-12 0-3-16,-9 0-1 15,-24 0-1-15,-13 0-2 16,-2 2-2-16,-4 23-13 16,-40 13 4-16,-28 18 13 0,-20 14 4 15,-1 7 0 1,8 8-4-16,14 1 1 0,15 3-1 15,12 1-1 1,15 6 0-16,15 4 0 0,14-3 1 16,0-5 0-16,25-12-2 15,24-10-2-15,11-8 0 16,18-7 0-16,2-10-3 16,10-4 4-16,-8-5 2 15,-2-6-4-15,-9 0 1 16,-13 2 3-16,-6 6 0 15,-15 7 0-15,-10 5-1 16,-2 5-2-16,-10 6 1 16,-1 3 2-16,-1-2 1 15,3 0 0-15,3-1 1 0,16-10-1 16,2-4 0-16,16-13 0 16,17-12 2-16,9-12-1 15,17-10 4-15,14 0-1 16,8-22-1-16,9-8-2 15,2-2 1-15,-2 2-2 16,-5 9 0-16,-8 10 0 16,-9 8-2-16,-25 3 1 15,-13 4-2-15,-20 24 0 16,-9 5 0-16,-7 1 0 16,0 0 2-16,0-2 1 15,5 0 0-15,6-2 0 0,16-4 1 16,12-4 1-16,9-10 1 15,17-9 1-15,14-3 0 16,6-5-1-16,6-19-2 16,12 6 0-16,-14 6-1 15,-11 12 0-15,-27 0-1 16,-19 2-3-16,-19 22 1 16,-13 4-1-16,-6 7 0 15,-9-2 1-15,-5 2 3 16,3-7 1-16,-6-8 2 15,15-8-2-15,3-6 3 16,17-6 0-16,17 0 13 16,19-18-1-16,15-16-7 15,7-2-8-15,1 4 0 16,0 7-1-16,-1 7 0 0,-7 12 0 16,-19 6-1-16,-10 0 0 15,-20 8-3-15,-8 23 0 16,1 5 2-16,0 4-1 15,-5 0 1-15,8 0 2 16,-1-6 0-16,9-3 2 16,11-10 1-16,11-9 0 15,12-6 0-15,3-6 1 16,11 0-3-16,3-10 1 16,4-16 0-16,10-12-1 0,9-9 0 15,-5-6-1 1,-7 4 0-16,-20 13 0 15,-17 14 0-15,-21 10-1 0,-12 6-1 16,-12 2 2-16,-8 2 10 16,0 2-1-16,-5 0 0 15,-3 0-6-15,5 0-1 16,-5 0 5-16,-2 0-7 16,-9 0 0-16,-2 0-21 15,0 0-34-15,-7-10-25 16</inkml:trace>
  <inkml:trace contextRef="#ctx0" brushRef="#br0" timeOffset="21667.1626">20165 3549 66 0,'6'-33'35'0,"5"1"-9"16,-6 7 4-16,0 9-7 0,-3 5 3 15,-2 7-16-15,0 4 0 16,0 0-5-16,0 0-5 16,-27 0-4-16,-33 33-3 15,-32 17 6-15,-26 20-1 16,-15 12 0-16,-10 11-2 15,-11 7 4-15,-4 2-2 16,-4-5 2-16,-4-6 0 16,6-8 0-16,2-5 0 15,6-1 1-15,17-9-1 16,21-6 0-16,27-7-1 16,16-5 0-16,17-5 0 15,10-9 0-15,15-6 1 16,4-2 0-16,7-2 0 0,7 2 0 15,5-6-14 1,-3-1-22-16,9-21-8 0,0 0-35 16</inkml:trace>
  <inkml:trace contextRef="#ctx0" brushRef="#br0" timeOffset="22041.7219">18166 4323 75 0,'0'0'0'0,"0"4"-12"16,-31 26 12-16,-9 15 0 16,-5 5 9-16,1 1-5 15,1 3 3-15,7-5 1 16,7-1-2-1,10-4-1 1,1-6-4-16,5-6 1 0,1-6-2 16,10-6 1-16,2-7 0 0,0-6 2 15,0-7 0-15,0 0 2 16,2 0 6-16,29 0 10 16,10-2 11-16,3-10-19 15,10 2-8-15,-6-2-5 0,10 0 1 16,7 0 0-16,-5-2-1 15,10 6-4-15,7-4-25 16,-50 8-20-16,0-3-70 16</inkml:trace>
  <inkml:trace contextRef="#ctx0" brushRef="#br0" timeOffset="22668.9359">20240 1757 50 0,'12'-9'41'0,"-12"9"-23"16,0 0-2-1,0 0-16-15,0 10 0 0,0 28-13 16,-18 17 11 0,-7 13 2-16,8 2 1 0,-4 1 0 15,4 0 0-15,3 0-1 16,-1-2 3-16,1-7-3 15,3-5-4-15,-5-9-12 16,-1-14-14-16,15-34-29 16</inkml:trace>
  <inkml:trace contextRef="#ctx0" brushRef="#br0" timeOffset="23149.2256">19986 1564 63 0,'14'-67'24'15,"53"29"-12"-15,22 0-6 16,28 2 9-16,4 13 10 16,-16 12 0-16,-23 11-19 15,-33 0-6-15,-20 18-2 16,-22 25-4-1,-7 10 0-15,-44 18 1 0,-35 5 3 16,-8-2-4-16,1-5 2 0,16-15 2 16,20-12 2-16,11-15 0 15,22-6 0-15,8-11 0 16,9-2-8-16,0 5-20 16,2 2 7-16,32 9 21 15,3 2 3-15,15 6-2 16,-6 6 0-16,-4 4 2 15,-15 10-3-15,-13 10 0 16,-14 6-2-16,-2 5 2 16,-37-3 0-16,-7-9 2 15,-6-11 1-15,2-15-1 16,-4-12 0-16,-2-14 7 16,8-9 13-16,-6 0-4 15,11 0-1-15,3-19-10 16,9-3-4-16,2-4-3 0,12-7-8 15,17 17-24-15,0-3-45 16</inkml:trace>
  <inkml:trace contextRef="#ctx0" brushRef="#br0" timeOffset="23578.7331">20773 2169 26 0,'9'26'0'0,"-9"9"-3"15,-16 5 3-15,-6 8 2 16,4 0 3-16,7-2-2 16,7-8 1-16,4-10 1 15,0-10-4-15,0-8 2 16,0-8 3-16,0-2 8 15,0 0 12-15,13-4 8 16,7-25-9-16,9-12-24 16,0-7 0-16,-5 4-1 15,1 8-4-15,-17 13 0 16,2 11 4-16,-8 11 1 16,-2 1-1-16,0 0-6 15,0 12-8-15,0 18 6 0,0 6 7 16,0 4 1-16,0-3 1 15,0-6-1-15,0-3 0 16,0-2 1-16,11-4 2 16,3-3-3-16,7-7-9 15,15-6-4-15,-22-6-13 16,4 0-29-16</inkml:trace>
  <inkml:trace contextRef="#ctx0" brushRef="#br0" timeOffset="23841.9223">21239 2271 45 0,'11'-22'42'0,"-11"21"-32"16,0 1-8-16,0 0 1 0,0 0-3 15,0 8-10-15,0 16 5 16,4 6 3-16,10 0 2 16,-1 0 2-16,3 0-1 15,-10-2 1-15,1 0-1 16,-7-2 0-16,0-2-1 15,0-2 2-15,-15-4 0 16,-12-5 2-16,-4-3 0 16,-10-2 2-16,-3-7-3 15,-8 2-1-15,6-3-2 16,3 0-2-16,34 0-23 16,5-8-37-16</inkml:trace>
  <inkml:trace contextRef="#ctx0" brushRef="#br0" timeOffset="24277.8321">21651 2344 41 0,'31'-32'31'0,"-31"3"-28"15,-2 6 6-15,-19 5 16 16,2 4-16-16,-10 7-9 15,-2 7-2-15,-17 7-1 16,-2 30 1-16,-4 12 2 16,9 5-1-16,7-4 0 15,19-4 1-15,7-8-4 16,10-6 3-16,2-7-2 0,0-9 3 16,16-10 1-16,11-6 3 15,6 0 2-15,7-18-1 16,6-17-2-16,4-3-3 15,-6 2 0-15,-3 8-7 16,-22 10 0-16,-5 12 7 16,-10 6 0-16,1 0-3 15,-3 20-10-15,-2 18 6 16,0 10 7-16,0 10 8 16,0 4 5-16,0 9-8 15,-13 1 0-15,-10 8-1 0,1 2-2 16,-12 1-2-16,-1-9-8 15,20-60-32-15,1-12-32 16</inkml:trace>
  <inkml:trace contextRef="#ctx0" brushRef="#br0" timeOffset="25235.7955">21258 2873 84 0,'52'-38'1'0,"6"6"0"16,4-2 16-16,-2 2 4 0,3 2-15 16,-5-2-6-1,0-6 0-15,-5 0 3 0,-6-6-3 16,-3-1 0-16,-3-1 0 16,-10 4 0-16,-4 8-3 15,-14 12-2-15,-11 12 4 16,0 10 0-16,-2 0 1 15,0 4-8-15,0 24-5 16,0 10 11-16,0 0 1 16,0-1 1-16,0-6 0 15,0-4 0-15,2-8 1 16,8-4 1-16,-6-9 0 16,3-4-1-16,-5-2 3 15,2 0 3-15,10 0 19 16,8-24 6-16,7-9-30 0,2-3-2 15,0 4-1-15,-2 8 0 16,-4 8-5-16,-7 8 3 16,6 6 0-16,0 2-2 15,10 0 1-15,-1 0 3 16,6 0 1-16,-8 2 1 16,4-2-1-16,-1 0 1 15,-5 0 1-15,4-8 0 16,-2-12 3-16,-2-6-3 15,-4-2-2-15,-8 2 0 0,-3 4 0 16,-5 7 0 0,-9 8 0-16,0 7 2 0,0 0-2 15,0 0-2-15,0 18-20 16,-9 14 16-16,-3 2 4 16,6 2 0-16,4-6 1 15,2-6 1-15,0-4 0 16,0-8 0-16,0-8 0 15,2-2 1 1,9-2 3-16,11 0 3 0,12-20 8 16,11-12-9-16,1 0-4 15,3 2-2-15,-9 8 0 16,-4 10-1-16,-9 8 0 16,-9 4-2-16,-3 0-2 15,-1 6-2-15,-8 10 0 0,1 2 4 16,-3 0 3-16,5-2 0 15,-2-1 0-15,2-6 0 16,-3-5 1-16,1-2 2 16,7-2 2-16,1 0 2 15,14-18 3-15,12-12-8 16,-4 0-2-16,1 6 0 16,-7 6-1-16,-8 10 1 15,-15 8-1-15,-1 0-3 16,-7 0-5-16,2 2 1 15,2 14 3-15,4 0 4 16,-2 2-1-16,7-2 2 0,3-2 0 16,1 0 8-1,6-4 1-15,-3-3 0 0,5-6-1 16,-1-1-3-16,-8 0-4 16,-1 0-1-16,-15 0-42 15,0-1-83-15</inkml:trace>
  <inkml:trace contextRef="#ctx0" brushRef="#br0" timeOffset="26006.4424">20978 2959 79 0,'18'-10'20'15,"-18"10"-9"-15,0 0 12 16,0 0 1-16,0 0-18 16,-29 0-6-16,-23 25-5 15,-19 13 4-15,-7 10 0 16,-6 10 1-16,8 6 0 16,5 6 1-16,10 6 4 15,14-4-2-15,14-3-3 16,18-10 0-16,6-9 1 15,9-7 1 1,0-9-1-16,24-9 0 0,21-6 12 16,11-5 12-16,15-6 2 15,6-4-1-15,4-2-15 0,-10-2-9 16,-9 0-2-16,3 0 0 16,-5 0-10-16,0 0-22 15,0-2-9-15,-6-16-10 16,-12 4-4-16,-37 9 3 15</inkml:trace>
  <inkml:trace contextRef="#ctx0" brushRef="#br0" timeOffset="26419.1956">21303 3555 7 0,'7'-39'30'0,"-5"-4"-3"16,0 7-8-16,-2 6 3 16,0 8-5-16,0 11-2 15,0 6-6-15,0 5-4 16,0 0-5-16,-15 20-9 0,-14 23 5 15,-4 14 3-15,-3 5 1 16,5-4 0-16,6-5 0 16,9-12 0-16,10-9-2 15,1-7 2-15,5-14 0 16,0-2 1-16,0-9-1 16,7 0 4-16,13 0 5 15,14-23 3-15,1-13-8 16,5-5-4-16,-7-4-4 15,-8 5-9-15,-9 11-2 0,-12 9 14 16,-4 15 1-16,0 5 9 16,0 0-2-16,0 0-7 15,0 14-10-15,0 18 5 16,0 4 4-16,0 7 1 16,0-3 1-16,0-3 2 15,0 0-2-15,0-7-1 16,0-8-5-16,0-10-14 15,9-10-8-15,16-2 14 16,4-12 13-16,6-24-23 16,-22 12-16-16</inkml:trace>
  <inkml:trace contextRef="#ctx0" brushRef="#br0" timeOffset="26787.7991">21602 3521 40 0,'20'-26'46'0,"-18"26"-33"0,-2 0-13 16,0 10-9-16,0 19 4 15,0 4 5-15,0 5 0 16,2-6 0-16,5-6 0 16,0-8 1-16,-3-4-1 15,5-8 1-15,-9-4 1 16,2-2 2-16,4 0 28 16,8-8 5-16,9-24-6 15,10-12-30-15,5-12-1 16,-3-4 0-16,1 6 0 15,-16 12-2-15,-7 20 2 16,-3 11 1-16,-10 11 0 0,0 0-1 16,0 0-5-1,0 8-6-15,0 21 5 0,0 3 5 16,0 3 1-16,0 3 0 16,0-8 0-16,0 2 4 15,0-3-3-15,0-5-1 16,13-4-15-16,7-5-11 15,7-12 5-15,13-3-1 16,-25 0-8-16,5-7-11 16</inkml:trace>
  <inkml:trace contextRef="#ctx0" brushRef="#br0" timeOffset="27019.621">22284 3363 42 0,'0'-18'30'0,"-16"18"-28"0,-13 0-2 15,2 11 10-15,3 10-3 16,8-3 1-16,5 4-7 16,7 0 3-16,4 0-1 15,0 6-3-15,0-1 2 16,11-6-1-16,11 1 2 16,7-6-1-16,7-4 5 15,-3-8-2-15,5-4 0 16,4 0 1-16,7-24-6 15,3-18-21-15,-37 18-25 0</inkml:trace>
  <inkml:trace contextRef="#ctx0" brushRef="#br0" timeOffset="27431.4039">22767 2841 53 0,'16'-13'0'0,"-10"13"-17"15,5 39 16-15,-1 13 1 16,-8 6 0-16,-2 7 0 16,0 1 1-16,0-2 4 15,0 0 4-15,-7-6-5 16,5-6 4-16,-1-7 0 16,1-13-4-16,2-10-3 15,0-10 0-15,0-6 1 0,0-6 0 16,0 0 6-16,14-17 36 15,15-20-23-15,13-9-20 16,3-1-1-16,-5 18 0 16,-16 11-2-16,-6 10 1 15,-12 8-2-15,-3 0-6 16,4 9 2-16,-7 17 1 16,0 10 6-16,0 6 0 15,0 1 0-15,-7 1 3 16,0-6-2-16,0-3 1 15,5-8-2-15,2-3 1 16,0-6-1-16,0-5-10 0,2-8-10 16,7-5-6-16,7 0 5 15</inkml:trace>
  <inkml:trace contextRef="#ctx0" brushRef="#br0" timeOffset="27906.912">23269 3364 59 0,'15'-9'0'0,"-15"9"-14"15,0 26 14-15,0 10 5 16,-7 2 16-16,1-2-9 16,4-6-6-16,2-5-4 15,0-5 1-15,0-5-1 16,0-9-1-16,0-4 1 16,0-2 1-16,0 0 6 0,15-8 21 15,16-22-14 1,9-5-16-16,-4 3-1 0,-9 9-7 15,-3 8-1-15,-10 12 6 16,-1 3-3-16,3 0-4 16,-10 30 4-16,1 8 5 15,-7 12 0-15,0 6 1 16,0 2 0-16,0-2 3 16,-13-3-2-16,-3-7-1 15,-9-8 3-15,1-8 0 16,-3-6 0-16,5-6 4 15,-3-8 2-15,10-6 4 0,1-4 4 16,3 0 7 0,3-22-2-16,8-10-8 0,0-8-9 15,0-2 1-15,6 6-6 16,23 2-1-16,9 3 0 16,11 5-2-16,8 1 2 15,9 0-1-15,-6 9 0 16,-7 4 2-1,-10 8-1-15,-14 4-24 0,-29 0-28 16,0 0-25-16</inkml:trace>
  <inkml:trace contextRef="#ctx0" brushRef="#br0" timeOffset="44901.3143">22918 4313 2 0,'-4'-26'17'16,"2"-6"12"-16,2 0 13 15,-2 2-36-15,2 10 13 16,0-4-8-16,0-1-4 0,0 3-5 15,0 4 13-15,0 8-13 16,0 9-2-16,0-2 4 16,0 3 1-16,0 0-3 15,0 0-2-15,0 0-5 16,0 0 0-16,0 12-2 16,0 12 4-16,0 9 1 15,0 7 2-15,-11 10-1 16,-5 12 1-16,-5 14 0 15,4 9 0-15,1 5 0 0,7 2 1 16,3 6-2 0,6 8 1-16,-2 6 0 0,2 1 1 15,0-13 0-15,0-18-1 16,0-17 0-16,0-17 2 16,0-12-2-16,0-8 1 15,0-8-1-15,0-8-2 16,0-6-11-1,0-6-16-15,0 0-2 0,-9-6 6 16</inkml:trace>
  <inkml:trace contextRef="#ctx0" brushRef="#br0" timeOffset="45326.1849">21266 4891 6 0,'-70'12'8'0,"55"-12"-2"16,4 0-2-16,8 2 11 15,3 0 0-15,0 1-15 16,0 4-5-16,27 1 5 0,18-2 11 16,26-1 6-16,22 2-5 15,30-5-2-15,22 0-6 16,24-2 5-16,30 0-7 16,5 0 1-16,20 3-1 15,-8 0-2-15,-10-3 4 16,-9 0-3-16,-12 0 3 15,-25-10-2-15,-22-15-2 16,-37-2 2-16,-30 0 1 16,-24 8-2-16,-21 3 1 15,-19 5 2-15,-7 5-4 16,-22 6-36-16</inkml:trace>
  <inkml:trace contextRef="#ctx0" brushRef="#br0" timeOffset="50756.6248">21544 4718 7 0,'67'-6'8'0,"-3"0"-6"16,3 2 1-16,0 0-2 15,-3-4 1-15,1-2 8 16,-3-2-4-16,-4-4 10 15,0-2 4-15,-6 0-5 16,-10 0-2-16,-9 0-3 16,-8 2-3-16,-5-2-2 15,-3-3 0-15,4 2-2 16,-3-3-3-16,-1 1 0 16,6 3 4-16,-8 0-3 15,5 4-1-15,3 0-1 16,2 0 1-16,-4 0 0 0,6 0-1 15,0 2 1-15,0 2-1 16,2 0 1-16,-2 4 0 16,-6-2 0-16,4 4 0 15,0 0-2-15,-1 0 2 16,5 1-1-16,-2 3 1 16,2 0 0-16,-5 0 0 15,-6 0 0-15,5 0-2 16,-6 0 2-16,8 0-1 15,2 0 1-15,4 0-1 16,-2 0 1-16,6 0 0 16,5 0-1-16,1 0 2 0,-1 0-1 15,2 6 0-15,1-1 0 16,3-1-2-16,10-2 2 16,4 2 0-16,2-4-1 15,-1 4 1-15,-3 0 0 16,-10 0 0-16,4 2 0 15,-7-2 0-15,-3 3 0 16,4 2 0-16,3 0 0 16,3 2 0-16,-4-1 0 15,0-4 1-15,-4 2 0 16,-1-2-1-16,3 2 0 0,8-2 0 16,2 0 1-1,2 3 0-15,8-2-1 0,5 1 1 16,6 0-1-1,-4 1 2-15,-4-1-2 0,-9 2 0 16,-4-1 0-16,-12 1 0 16,-1-2 1-16,-16-2-1 15,-4-2 0-15,-4-1 2 16,-13-3-2-16,4 0 1 16,-8 0 2-16,2 0 0 15,3 0-3-15,-5 0 2 16,4 0 2-16,1 0 4 15,-2 0 1-15,4 0 3 16,-5 0 3-16,0 0-3 0,3 0 5 16,-5-7-7-16,3 4-6 15,2-1-2-15,-7 0 4 16,0 0-2-16,0 1-2 16,0 0 0-16,0 0 0 15,0 2 0-15,0-4-1 16,0 3-1-16,0-2 0 15,0 0 0-15,0 1 0 16,0 0 0-16,0 1-1 16,0 0 1-16,0 1 1 15,0-2 0-15,0 3-1 16,0 0 0-16,0 0 1 16,0 0 1-16,0 0-2 15,0 0 0-15,0 0 0 16,0 0-1-16,0 0 0 0,0 0 0 15,0 0-1-15,0 0 0 16,0 0-1-16,-5 0 1 16,5 0 1-16,0 0-1 15,-7 0-9-15,-2 0-17 16,-8 0 7-16,-8 0 10 16,3 6-4-16,-7-1 10 15,-5-4 4-15,3-1 1 16,-4 2 3-16,-1 1-3 15,-2-3 1-15,-4 4-1 16,-5-4 0-16,-4 1 1 16,-3-1-1-16,-4 0 0 0,-2 0 1 15,-7 0-1-15,7-4 0 16,0-8 3-16,2 4-3 16,3-4 1-16,-3 2-1 15,0 2 0-15,0-4 0 16,0 0 0-16,2 0 0 15,5-2 2-15,6 0-2 16,3 2 1-16,9-2 0 16,-1 0 2-16,10 1 1 15,-3 4-2-15,2-5 0 16,5 0 0-16,-4 0 0 16,6-4 3-16,-7 0-4 15,8 2 0-15,-6 1 0 0,3 4 0 16,5 5-1-1,-1 2-1-15,-6 4 1 0,2 0-1 16,-7 0 1-16,4 0 0 16,2 0 0-16,-6-2 0 15,4-3 0-15,1 1 0 16,-5 1 0-16,1-1-2 16,1 2-1-16,-2 2 2 15,3 0 1-15,-1 0 0 16,1 0-1-16,-3 0 1 15,3 0-1-15,-3 0 0 16,0 2 1-16,4 4 0 0,2 2 0 16,-6 0-1-16,0 4-1 15,-2-3 2-15,2 4 0 16,-4 1-1-16,-2 0 1 16,-7 0 0-16,-1 0 0 15,-3 1 0-15,4-3 0 16,-5 3 0-16,5-1 0 15,5 0-1-15,1-1 1 16,3-2-1-16,0 3-1 16,2 0 2-16,0 2-1 15,-2-2 1-15,2 4 3 16,-7 0-3-16,3 2 0 0,4 1-2 16,2-3 1-16,2 0 1 15,5-2 0-15,-2-2 0 16,0-3 1-16,-3-2-1 15,-4-1 2-15,-6 0 0 16,-13-2 0-16,0-2 0 16,-10-2-1-16,-2 0 0 15,-3 0 0-15,5 0-1 16,10-1 0-16,3 2 0 16,5 1-2-16,11-4 2 15,0 0 0-15,6 0 1 16,6 0 0-16,3 0 0 15,10 2 0-15,-3-2-1 0,7 2 3 16,0 0-3 0,0-2-4-16,0 2 0 0,0 0-2 15,0 2 0-15,0-2 3 16,0 4-4-16,0 2 5 16,11 0 2-16,3 4 0 15,8-2 0-15,-2 0 0 16,11 0 0-16,7-4 1 31,7-2 3-31,8-2-2 0,-2-2 0 0,5 0 0 16,-4 0 0-16,-8 0-1 15,-4-4 3-15,-7-8-3 16,8 0 0-16,-8-2 1 16,3 0-1-16,-5 0 0 15,0-4 0-15,2 0 1 0,3-4 2 16,5 0-1-16,-6 0-2 15,3-3 1-15,-3 2-2 16,-4-1 3-16,3-1-1 16,-5 3-2-16,-2 2 0 15,-5 2 0-15,3 4 0 16,1 0 0-16,3-1 0 16,6 3 0-16,4-1 0 15,3-1-2-15,0 3 2 16,3 0-1-16,1-1 1 15,4 2 0-15,-6 0 0 16,3 2-1-16,5-2 1 0,-8 2 0 16,-2 0-1-16,3 2 2 15,-12 2-2-15,5 2 2 16,-7 0-1-16,-2 0 0 16,-4-1 0-16,-5 3 0 15,2 0 0-15,0 0 1 16,3 0-1-16,2 0-1 15,4 0 1-15,2-1 0 16,3-5 0-16,-5-2-1 16,-4 4 1-16,0 2 0 15,0 2 0-15,-4 0-1 16,4 0 0-16,2 0 0 0,7 3 0 16,-5 14 1-16,5-2 0 15,0 2 0-15,-3-3 0 16,-2 2 0-16,3-2 0 15,-5 4-1-15,0 2 0 16,2 2-2-16,-2 2 3 16,2 2 0-16,-4 2-2 15,2 2 2-15,-3 1 0 16,1-3 0-16,0-5 0 16,2-2 0-16,-7-1 0 15,5-2 0-15,0-2 1 16,-1-2 0-16,3-2 0 15,0-1-1-15,0-2 2 16,-2-1-1-16,-5-2 0 16,1-2 0-16,3 0 1 0,3-2-1 15,4 2 0-15,8-4 0 16,3 2-1-16,10 0 3 16,-5 0-3-16,0 0 0 15,-2-2 0-15,-5 2 2 16,-7-2-2-16,-1 0 0 15,-5 2 1-15,0-2-2 16,-7 0 2-16,3 0-1 16,2 2 0-16,-1-2 0 15,-6 0 0-15,-2 0 1 16,-7 0-1-16,-4 0 1 16,-7 0-1-16,0 0 2 0,0 0 1 15,0 0-2-15,0 0 1 16,0 0 0-16,0 0-2 15,0 0 1-15,0 0 4 16,0 0 2-16,-11 0-1 16,-5 0-6-16,-6 0-1 15,-9 0-1-15,-8-2 1 16,-5 0 0-16,-5-2 1 16,3-2 2-16,-10-2 0 15,0 2-2-15,-4-2 0 16,-7 2 0-16,2 0 0 15,1-2 0-15,-1 0 0 16,3 0 0-16,4 0 0 16,0-4 1-16,4 2 1 0,6-2-2 15,-4-1 1-15,8 0-1 16,1 0 2-16,1-3-2 16,1 3 1-16,4-1 1 15,-1-3-2-15,5 1 0 16,-1 2 0-16,3-1 0 15,-2-2 0-15,2-1 0 16,-7-2 0-16,-5 0 0 16,3-1 0-16,-3-2 1 15,8 1-1-15,-7 8 0 16,2 3-1-16,-1 4 1 16,6 5 0-16,-3-4-2 15,3 2 2-15,-1 0 0 0,5 0-1 16,2 4 0-16,4 0 0 15,5 0-2-15,-3 0 2 16,4 0 1-16,1 0-2 16,-9 0 1-16,3 0 0 15,-7 0 0-15,-6 0 1 16,0 0 0-16,-5 2 0 16,-3 0-2-16,-4-2 2 15,4 0 2-15,5 0-2 16,5 0 0-16,6 0 0 15,2 0 0-15,2 2 0 0,6 1-2 16,-4 0 1-16,3 3 0 16,3 2 0-16,-8 2-1 15,2 2 0-15,1 2 0 16,-4 1 1-16,3 0 0 16,1 1 1-16,-3 2-2 15,1-2 2-15,-7 7 0 16,0-4-1-16,-1 1 1 15,-4-2 0-15,1 0 1 16,4 1-1-16,-5-1 0 16,5-2-1-16,0 0 2 15,2-1-1-15,-2-1 2 16,-7 3-2-16,0-1 0 0,0 0 0 16,-4 0 2-16,-2 0-2 15,-4 0 0-15,1 0 1 16,5-2-1-16,9 0 0 15,-5 0 0-15,5-4 1 16,-3 2 0-16,0 0-1 16,-6-2 1-16,-8 0-1 15,2-2 1-15,-4-2 1 16,4 1-2-16,-4-3 1 16,5-4 0-16,1 0 1 15,1 0-2-15,1 0 0 16,2 0 1-16,3 0 0 15,8 0-1-15,7 0 0 16,6 0 0-16,2 0 0 0,9 0 0 16,5 0-1-1,2 0 0-15,0 0-4 0,0 0 0 16,0 0-6-16,0 0-5 16,0 7 15-16,0 1-2 15,0-3 1-15,0-3 1 16,0 1-2-16,0-1 2 15,0 7 0-15,9-4 1 16,0 4 0-16,2-1 2 16,3-1-1-16,1 0 0 15,8-2 1-15,-4 0 0 16,10-1 2-16,8-2-1 0,7 0-2 16,0-2 1-1,12 0-1-15,0 0 1 0,0 0-2 16,-3 0 0-1,-2-2 2-15,-4-9 0 0,-3 2-2 32,1-4 1-32,-3-1 0 0,8-4 0 0,-4-2 1 15,1-1-1-15,4-2 0 16,-4 2 0-16,-5-2 0 16,-1 1-1-16,-1 0 2 15,-7-4 0-15,-4 0 0 16,0-2-1-16,-4 2 1 15,-4 0-2-15,8-1 0 0,5 4-1 16,2 0 0 0,6 1 1-16,2 0-1 0,4 0 1 15,-9 2-1-15,1 0 1 16,3 4 0-16,1 2 0 16,1 0-1-16,4 2 1 15,-4 1 0-15,1 0 0 16,4 1-1-16,-6 0 1 15,5-4 0-15,3 0 0 16,3-2 0-16,-2 0-1 16,-3 4 1-16,-15 2 0 15,-6 2 0-15,-9 2 0 0,-4 2 0 16,-3 0 0 0,3 4 0-16,-5-3 0 0,-2 3 0 15,2 0-2-15,0 0 0 16,3 0 1-16,1 0 0 15,1 3-1-15,1 9 1 16,6 2 0-16,-1 0 0 16,0 0 1-16,5 0 0 15,2 0 1-15,4 0-2 16,8-2 1-16,3-3 0 16,10-6 2-16,-8 3-2 15,1-3 0-15,-7 6-1 16,-2-1 0-16,-9 4 1 15,2 0-1-15,2 0 1 16,-2 0 0-16,2 0 0 0,-2 0-1 16,4 1 2-16,5-2-1 15,6 3 0-15,4 0 0 16,1-2 0-16,2 5 0 16,3-3 1-16,4-2 0 15,-2-1-1-15,-4-3 1 16,-8-2-1-16,-3 1 1 15,-3-3-1-15,-2-2 0 16,-3 0 1-16,4 0-1 16,-4-2 0-16,3 0 0 15,-3 0 0-15,-1 0 1 16,-5 0-1-16,-7 0 0 0,-1 0 0 16,-2 0 1-16,-1 0 0 15,3 0 0-15,-6-4 2 16,3-2-3-16,-1 1 1 15,4 2-1-15,-8-2 0 16,1 4 0-16,-10 1 0 16,0-3 0-16,-4 3 0 15,0 0 0-15,0 0 0 16,0 0 0-16,0 0-6 16,0 0-12-16,-8 0-3 15,-21 10-2-15,-14 15-4 16,17-15-29-16,-3-1-7 15</inkml:trace>
  <inkml:trace contextRef="#ctx0" brushRef="#br0" timeOffset="87268.8358">10439 9024 19 0,'2'-3'0'0</inkml:trace>
  <inkml:trace contextRef="#ctx0" brushRef="#br0" timeOffset="88093.3304">11713 7397 60 0,'16'-14'31'16,"-7"5"1"-16,-3 0 2 16,2 7 2-16,-6 2-16 15,-2 0-20-15,0 0-2 16,0 0-5-1,0 16 3-15,4 18 2 0,5 14 4 16,-3 11-1-16,4-1 2 16,1-6-2-16,5-6-1 15,1-10 0-15,1-10 2 16,2-10-2-16,-11-10 0 16,2-6 4-16,16 0 28 15,27-24 24-15,23-28-22 0,35-18-20 16,13-16-1-16,10-13-3 15,19-12-5-15,2-8-3 16,-7 0-1-16,-8 3 0 16,-18 12-1-16,-23 15-1 15,-23 20-14-15,-21 17-8 16,-25 25-5-16,-31 27-29 16,-17 6-33-16</inkml:trace>
  <inkml:trace contextRef="#ctx0" brushRef="#br0" timeOffset="89029.3916">7611 12242 91 0,'27'-4'36'16,"-27"4"-36"-16,0 0 6 15,0 0 16-15,0 0-9 16,0 0-2-16,0 0-3 16,0 0-5-16,0 2-3 15,0 16-2-15,0 16 2 16,0 16 2-1,-4 11 6-15,-19 2 3 0,6-4-7 16,1-15-2-16,12-12-2 16,4-16-1-16,0-6-2 15,0-10 0-15,18 0 3 0,26-10 20 16,37-42 33-16,34-30-28 16,34-33-19-16,25-27-4 15,18-19 0-15,-3-7-1 16,-15 10 0-16,-16 19-1 15,-17 23-7-15,-119 98-55 16,-6 0-34-16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31:08.89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15479 6785 19 0,'7'-20'44'15,"-7"2"-1"-15,0 2 5 16,4 0-15-16,-4-2-4 16,0 6-5-16,0 0-13 15,0 4-2-15,0 2-1 16,0 4-4-16,0 2-1 15,0 0-3-15,0 0 0 16,-9 11-3-16,-24 32-2 0,-14 17 2 16,-18 16 3-16,-10 15 0 15,-12 11 0-15,-11 9 0 16,-3 1 0-16,5-4 0 16,5-5 0-16,11-9 0 15,14-10 0-15,2-8 0 16,18-12 0-16,15-10-2 15,6-10 0-15,14-9 1 16,9-15-1-16,2-7-17 16,0-10-4-16,9-3 2 15,20-16 3-15,-14-12-18 16,3-11-94-16</inkml:trace>
  <inkml:trace contextRef="#ctx0" brushRef="#br0" timeOffset="354.1855">14817 6685 63 0,'4'-29'22'16,"2"23"-8"-16,-4 6-3 15,0 0 2-15,11 0-8 0,3 29-5 16,13 15 4 0,0 18-1-16,-1 13 1 0,1 13-1 15,0 15 1-15,7 6 0 16,0 6 1-16,4 1-1 16,0 0-1-16,-7-3-3 15,-4-11 0-15,0-8 3 16,-6-14-3-16,-3-9 0 15,-7-7 0-15,0-10 0 16,1-6 0-16,1-7-16 16,-13-41-17-16,8 0-12 15</inkml:trace>
  <inkml:trace contextRef="#ctx0" brushRef="#br0" timeOffset="668.0134">16022 7892 1 0,'-37'21'93'16,"19"-9"-91"-16,9 6-2 0,2 8 8 15,7 2 8 1,0 6-3-16,0 0-3 0,11 0-3 16,7 0-1-1,5-2-1-15,-6 0-4 0,8-2-1 16,-7-1 3-16,6-10-3 16,-6-6 0-16,-2-8-4 15,-3-5-13-15,-13 0-28 16</inkml:trace>
  <inkml:trace contextRef="#ctx0" brushRef="#br0" timeOffset="1059.7542">16114 7559 58 0,'0'-30'31'0,"0"25"-2"15,0 1-7-15,2 4 3 16,3 0-15-16,4 0-10 16,-5 0-1-16,-4 1-1 15,0 16-2-15,0 4-2 16,-25 2 0-16,-8-3 1 16,4-8-2-16,0-6 4 15,7-6 3-15,6 0 3 16,8-2 2-16,1-14-2 15,7-3 8-15,0 0 6 16,0 1-2-16,9 0-3 16,10 5-8-16,6 4-4 0,-7 5 2 15,-7 1-2-15,1 3-2 16,-10 0 1-16,-2 0-1 16,0 0-3-16,0 14-8 15,0 14-14-15,0-13-31 16,0-6-40-1</inkml:trace>
  <inkml:trace contextRef="#ctx0" brushRef="#br0" timeOffset="1314.0363">16916 7104 126 0,'-15'-16'24'0,"15"8"-5"15,0 2 23-15,37-4-24 16,28 0-12-16,13 2-6 16,4 6 2-16,-6 2-2 15,-11 0 0-15,-18 10 0 16,-9 19-15-16,-38-16-38 15,0 1-99-15</inkml:trace>
  <inkml:trace contextRef="#ctx0" brushRef="#br0" timeOffset="1486.659">16940 7447 130 0,'12'16'20'0,"57"-16"-12"15,11 0 28-15,0-10-10 16,3 6-22-16,-12 4-4 16,-4 0-1-16,-51 0-13 15,-3 0-57-15</inkml:trace>
  <inkml:trace contextRef="#ctx0" brushRef="#br0" timeOffset="1757.4965">18953 6745 106 0,'51'-32'11'16,"-51"32"-8"-16,-18 0-3 15,-27 26 0-15,-17 31 0 16,-21 19 12-16,-10 16-3 15,-14 16 4-15,5 3-2 0,1-1-4 16,17-10-5 0,14-12-1-16,12-12-1 0,12-11 0 15,8-9-3-15,9-14-26 16,29-42-31-16</inkml:trace>
  <inkml:trace contextRef="#ctx0" brushRef="#br0" timeOffset="1997.1657">18191 6623 148 0,'15'-12'26'0,"1"19"-26"15,17 43-3-15,7 16 3 0,5 10 7 16,4 14-1-16,-2 12-1 15,-1 10 0-15,-1 5-1 16,-7 3-4-16,-7-1 2 16,-6-1-2-16,-6-4-2 15,6-12-22-15,-23-82-43 16</inkml:trace>
  <inkml:trace contextRef="#ctx0" brushRef="#br0" timeOffset="2346.2567">19057 7985 143 0,'-6'0'55'16,"6"-4"-19"-16,27-23-12 15,17-5-12-15,3-2-10 16,6-2 0-16,1 6-2 15,-15 4 0-15,-5 8 1 16,-14 9-1-16,-7 4 0 16,-3 5-1-16,-6 0-1 15,0 0-2-15,1 12 0 16,-5 24-1-16,0 19 4 0,0 10 1 16,0 10 0-1,-7 4 0-15,-4 10 1 0,4 1 0 16,-2 1-1-16,3-9-2 15,-1-12-10-15,-9-4-29 16,10-60-16-16,-7-4-40 16</inkml:trace>
  <inkml:trace contextRef="#ctx0" brushRef="#br0" timeOffset="2544.8547">18827 8494 125 0,'0'-8'23'16,"23"-2"-19"0,46 0 7-16,22-2 26 0,21-2-16 15,0 4-4-15,-8 2 9 16,-8 6-13-16,-16 2-13 16,0 0 0-16,-4 0-17 15,-56 0-20-15,-2-2-60 16</inkml:trace>
  <inkml:trace contextRef="#ctx0" brushRef="#br0" timeOffset="2905.2051">20844 7203 169 0,'38'-50'21'16,"-24"50"-20"-16,7 48-1 15,8 34 0-15,-2 24 3 16,-2 11 3-16,-5-3-5 16,0-14 1-16,2-14-2 15,-1-18 1-15,-2-14-1 16,-5-17 1-16,-3-17-1 16,-7-12 0-16,-2-8 0 15,3 0 4-15,0-22 57 16,10-32-17-16,12-25-42 0,13-21 0 15,7-12-2 1,11-7 0-16,11-2-1 0,4 14 1 16,1 14-1-16,-7 25 1 15,-17 27-1-15,-15 18 0 16,-20 15-4-16,-11 8-21 16,-4 2-42-16,-4 18-32 15</inkml:trace>
  <inkml:trace contextRef="#ctx0" brushRef="#br0" timeOffset="3136.946">20730 7591 107 0,'81'0'20'0,"10"0"-4"16,16 0 26-16,-6-3-16 16,-8 1-11-16,-13 2-13 15,-8 0-2-15,-10 7-7 16,-53 0-34-16,4-3-66 16</inkml:trace>
  <inkml:trace contextRef="#ctx0" brushRef="#br0" timeOffset="3367.8314">22205 7614 73 0,'21'8'20'15,"-21"-2"-19"-15,-21 6 12 16,-8 12 22-16,5 10-16 16,-5 8-3-16,3 8 1 15,1-4-13-15,13-5 1 16,6-5-5-16,6-9 0 15,0-4 2-15,0-7-1 16,14-6 1-16,7-6 0 16,16-4 1-16,7 0-3 15,10-22-17-15,-39 2-62 0</inkml:trace>
  <inkml:trace contextRef="#ctx0" brushRef="#br0" timeOffset="3655.0353">22132 7297 63 0,'0'-48'15'0,"15"28"10"16,33 2 14-16,-2 6-4 16,10 3-11-16,-11 8-11 15,-10 1 2-15,-13 0-10 16,-8 4-5-16,-12 14-3 0,-2-2 1 15,0 0 1 1,0-3 1-16,0-6 0 0,0-3 1 16,0-4-1-16,0 0 0 15,0 0 0-15,0 0 3 16,0 0-3-16,0 0-3 16,0 0-28-16,0 0-51 15</inkml:trace>
  <inkml:trace contextRef="#ctx0" brushRef="#br0" timeOffset="37782.0764">16500 9276 52 0,'4'8'19'0,"-4"-8"-19"16,0 3 2-16,0-3 26 15,0 0-3-15,0 0-8 16,0 1-11-16,0-1-3 16,0 0 4-16,0 0 3 15,0 2-5-15,0 2-5 0,0 12-2 16,0 20-3-16,-9 26 3 16,-11 41 2-16,-16 46 0 15,-3 42 0-15,-13 50 1 16,-8 28 3-16,-5 3 0 15,7-5-1-15,9-20-2 16,9-18 0-16,7-25 0 16,6-19 1-16,2-33-2 15,6-28 1-15,-4-28-1 16,7-23 1-16,1-21-1 16,4-14-4-16,11-38-32 15,0-20-38-15</inkml:trace>
  <inkml:trace contextRef="#ctx0" brushRef="#br0" timeOffset="38208.4148">16339 9210 80 0,'119'-24'17'15,"12"4"-9"-15,29-2 20 16,40-4 10-1,34 1-19-15,28 6-5 0,27 5 3 16,25 4-2-16,38 5 4 16,38 5-9-16,13 0-4 15,2 0 1-15,10 0 0 16,-3 8 1-16,-13 3-1 0,-27-4-4 16,-57 1-1-16,-57 3-1 15,-46-1-1-15,-48 0 0 16,-41-2-2-16,-54-2-12 15,-51 0-26-15,-56-4-23 16,-34-2-116-16</inkml:trace>
  <inkml:trace contextRef="#ctx0" brushRef="#br0" timeOffset="38929.0381">18033 9544 68 0,'0'-9'6'0,"-10"9"-6"15,-32 0 0-15,-16 0 0 16,-13 20 3-16,-5 8 0 0,-4 0 4 16,8-4 6-1,15-4-1-15,12-4 1 0,20-8-6 16,19 0-6-16,4 0-1 16,2 4-1-16,0 9 1 15,20 8 3-15,20 6 0 16,4 1 3-16,1 4 2 15,-5-2-2-15,-22 1-6 16,-9 6 0-16,-9 1 1 16,-9 4-1-16,-34 0 4 15,-12 3 0-15,-5-7-1 16,0-6-1-16,8-4 0 16,15-10-2-16,3-5 1 0,16-4-2 15,12-7-3-15,6-8-26 16,0-2-35-16</inkml:trace>
  <inkml:trace contextRef="#ctx0" brushRef="#br0" timeOffset="39116.2745">18117 9978 99 0,'33'24'5'0,"-33"18"-4"16,-15 0 6-16,-12 0-1 15,-2-2 3-15,10-1-7 16,-4-3-1-16,11-3-1 16,12-2 0-16,0-9-4 0,0-22-43 15,0 0-32-15</inkml:trace>
  <inkml:trace contextRef="#ctx0" brushRef="#br0" timeOffset="39252.0709">18062 9837 94 0,'-12'-52'76'16,"12"36"-54"-16,0 4 1 16,0 4-15-16,20 2-8 15,16 6-15-15,-18 0-41 16,6 8-46-16</inkml:trace>
  <inkml:trace contextRef="#ctx0" brushRef="#br0" timeOffset="39491.6772">19010 10108 132 0,'31'4'43'0,"-31"1"-33"15,0-2 8-15,0 9-17 16,0 9-1-16,6 12 0 15,-6 14 0-15,0 3 2 16,0 2-2-16,2-6 0 16,0-10-8-16,-2-7-10 15,4-17-19-15,-2-12-27 0</inkml:trace>
  <inkml:trace contextRef="#ctx0" brushRef="#br0" timeOffset="39820.9568">19458 10285 0 0,'0'50'33'0,"0"-7"-16"16,0-13-4-16,0-7-2 15,0-11 4-15,-2-8 3 16,0-4 2-16,2 0 7 15,0 0 7-15,0-18 9 16,0-22-26-16,11-12-17 16,11 0-1-16,12 3-1 15,-3 12-2-15,0 11-2 16,-2 9 3-16,0 11 2 16,-4 6-2-16,2 0 2 15,-8 18-3-15,4 17 0 16,-8 19-5-16,-8 8-10 15,-7-34-39-15,0-2-60 16</inkml:trace>
  <inkml:trace contextRef="#ctx0" brushRef="#br0" timeOffset="40466.1015">20115 10160 33 0,'5'-86'9'15,"-5"54"24"-15,-5 16-9 16,-12 16-10-16,-3 0-14 16,-9 32-3-16,0 22-3 15,4 12 6-15,10 0 0 16,15-3 0-16,0-9 1 16,4-14 0-16,25-8 5 0,0-16 4 15,7-14 3 1,1-2 7-1,6-26 2-15,6-28-5 0,-2-16-13 16,7-19 0-16,-4-11-4 0,13-18-9 16,-3-11-12-16,-4 1-13 15,-12 13 0-15,-15 30 21 16,-15 27 13-16,-14 23 0 16,0 23 25-16,0 12-18 15,-14 7-7-15,-13 37-10 16,-4 20 9-16,3 17 1 15,1 8 3-15,11 5 0 16,7-4 1-16,9-9-1 16,0-8 0-16,15-14 1 15,14-6-1-15,7-13 0 0,-2-11 2 16,6-7 4-16,0-13 2 16,-5-9-2-16,8-2 2 15,-1-34-2-15,0-12-7 16,-3-5-2-16,-20 5-1 15,-7 10-2-15,-10 14 3 16,-2 12 1-16,0 12 2 16,-22 0-3-16,-16 16-7 15,-5 22 7-15,1 4 7 16,9 6 0-16,8-2-5 16,14 1-1-16,11-5 1 15,0-6-1-15,0-8 1 0,15-8-1 16,8-6 0-16,8-7-1 15,9-7-6-15,16 0-8 16,-34-9-47-16,5-7-69 16</inkml:trace>
  <inkml:trace contextRef="#ctx0" brushRef="#br0" timeOffset="40758.2297">21079 10662 6 0,'0'4'11'0,"0"-4"7"16,0 0 22-16,0 0 24 16,0-15-31-16,0-17-13 0,0-13-6 15,0-16-13 1,4-13-1-16,23-4-4 0,6 6-7 16,-2 16 0-16,3 17 7 15,-10 20 4-15,0 11 0 16,3 8-2-16,2 0 1 15,0 1 1-15,0 20 0 16,-11 1 2-16,-7 3-2 16,-11 4 0-16,0 7 0 15,-18 2 0-15,-20 4-11 16,13-30-40-16,6-2-30 16</inkml:trace>
  <inkml:trace contextRef="#ctx0" brushRef="#br0" timeOffset="41240.0726">21633 10088 122 0,'0'-4'14'0,"0"4"3"16,0 0-13-16,0 6-4 15,0 27-14-15,0 11 13 16,-7 6 1-16,7 0-1 15,0-4 1-15,0-4 0 16,0-10 0-16,7-8 1 0,0-10 0 16,-5-10-1-1,0-4 0-15,7 0 7 0,9-8 14 16,7-23-16-16,4-4-5 16,-1 1-7-16,-8 7-10 15,-4 12 1-15,-7 11 12 16,-3 4 4-1,1 0-4-15,-5 4-4 0,0 11 8 32,1 4 5-32,-3-3-2 0,0-6-1 0,0-6 0 15,0-4-2-15,0 0 7 16,5 0 19-16,-3 0 10 0,11-20 5 16,3-16-27-1,11-7-10-15,4-2 0 0,0 1-3 16,2 6-1-16,5 9-3 15,-5 14-2-15,1 8-2 16,-3 7 0-16,-4 0-5 16,-7 22-12-16,-20-4-29 15,0 2-31-15</inkml:trace>
  <inkml:trace contextRef="#ctx0" brushRef="#br0" timeOffset="41703.3153">22444 10124 89 0,'2'-44'14'15,"-2"28"15"-15,0 12-24 16,-8 4-5-16,-17 14-2 16,-4 24-9-16,0 17 7 15,6 1 4-15,10 0 2 16,9-6-1-16,4-12-1 15,0-9 1-15,0-14 1 16,13-9 1-16,5-6 10 16,9-4 13-16,6-28-7 15,9-12-16-15,8-10-3 16,-8-6 0-16,0-8-16 16,1-11-17-16,-10-3 14 0,-6-2 3 15,-12 11 16 1,-5 21 1-16,-10 20 32 0,0 18-8 15,0 10 3-15,0 4-3 16,0 0-25-16,0 8 0 16,0 24-7-16,-10 12 7 15,-5 6 0-15,1 3 0 16,1 3 2-16,-3 2-2 16,1 2 2-16,-1 2-2 15,5-3-1-15,7-11-18 16,4-12-13-16,0-14-19 15,0-16-2-15,6-6 0 16,19-1 47-16</inkml:trace>
  <inkml:trace contextRef="#ctx0" brushRef="#br0" timeOffset="41884.5881">22687 10293 3 0,'9'0'0'0,"-5"22"10"16,6 3 18-16,-8 6-1 16,0-5-11-16,2-4-6 15,3-8-2-15,-5-4 0 16,0-7-3-16,0-3 4 15,-2 0 26-15,2 0 20 16,6-17 2-16,0-16-41 16,12-10-12-16,-4-7 3 15,4-4-7-15,2-5-7 16,-4-5-38-16,-9 43-44 16</inkml:trace>
  <inkml:trace contextRef="#ctx0" brushRef="#br0" timeOffset="42551.5836">22883 10217 22 0,'0'18'57'0,"0"-18"-47"16,0 0 12-16,4 0 13 15,21 0-5-15,2-2-25 16,-3-13-4-1,3 2 1-15,-3-6-2 0,-4 0 0 16,1-4-5-16,-15 5-15 16,-4 4-1-16,-2 8-2 0,0 6 13 15,-18 6-19 1,-15 26 15-16,-5 9 10 0,7 0 4 16,8 0 3-16,15-3 8 15,8-8-5-15,0-7 2 16,0-8 5-16,0-9-3 15,6-4 6-15,17-2 11 16,6 0 9-16,13-12-20 16,7-11-13-16,5-6-3 15,-6 1 0-15,0 4-9 16,-19 6-2-16,-14 7 9 16,-11 10 2-16,-2 1-3 15,-2 0-4-15,0 14-2 0,0 10 8 16,-2 0-1-16,-13-6 2 15,6-4 0-15,6-8 0 16,1-4 0-16,2-2 2 16,0 0 1-16,0 0 27 15,0-6 13-15,2-22-23 16,30-10-13-16,6-1 1 16,0 6-5-16,-7 13-3 15,-4 11-1-15,-12 9 1 16,-1 0 0-16,-8 22-8 15,3 15 2-15,-9 11 2 16,0 9-1-16,0-2-3 16,-11-7-4-16,2-10-6 15,5-8-5-15,4-14-1 0,0-6-3 16,0-6-7-16,0-4 11 16,9 0 15-16,6-30 7 15,12-16-25-15,2-17 17 16,-21 31-9-16</inkml:trace>
  <inkml:trace contextRef="#ctx0" brushRef="#br0" timeOffset="42717.2216">23917 9665 120 0,'27'-22'0'0,"-27"39"-4"16,0 44 4-1,0 19 9-15,-12 9 4 0,-5 1-2 16,-1-6-5-1,-5-2-3-15,-1-5 0 0,2-7-3 16,-7-8-10-16,20-56-48 16</inkml:trace>
  <inkml:trace contextRef="#ctx0" brushRef="#br0" timeOffset="43121.2815">23618 10144 41 0,'0'20'23'0,"23"-2"-4"0,10-1 26 15,11-1-1-15,1 0-20 16,6-4-9-16,-8-4-6 16,-1-6 0-16,1-2-6 15,-8 0-1-15,3 0 0 16,2-13 0-16,-7-9 1 15,0-6-2-15,-4-2 0 16,-6-4 1-16,-7 6-2 16,-7 8-2-16,-9 8 2 15,0 8 1-15,0 4-1 16,-5 0-8-16,-19 12-2 16,-14 14 3-16,-1 5 6 0,4 0 1 15,6 0 0 1,7-3 0-16,8-2 0 0,10-4 0 15,4-2 0-15,0-4 0 16,0-4 1-16,13-6-1 16,16-6 0-16,10 0-5 15,-22-4-38-15,10-14-67 16</inkml:trace>
  <inkml:trace contextRef="#ctx0" brushRef="#br0" timeOffset="43391.0822">24576 10000 110 0,'2'-6'8'16,"-2"6"-7"-16,-22 0 8 15,-12 18 5-15,13 4-8 0,-2 2 2 16,10 0-2-16,6-1-2 16,5-2-2-16,2-1 0 15,0 1 0-15,0 1 1 16,0-3 0-16,0 2 1 15,0-7-2-15,2-6 2 16,0-2-2-16,-2-6-1 16,0 0 0-16,0 5-1 15,-2 4 1-15,-36 3 1 16,-13 2-2-16,22-10-19 0,-7-2-56 16</inkml:trace>
  <inkml:trace contextRef="#ctx0" brushRef="#br0" timeOffset="45175.6187">19492 11071 64 0,'18'-7'36'16,"-9"1"-10"-16,-7 5 25 16,0-1-11-16,-2 2-19 15,0 0-5-15,0 0 1 16,0 0-6-16,0 0-6 16,0 0-5-16,0 0-4 15,-13 14-7-15,-20 22-1 16,-25 16 11-1,-14 10 0-15,-10 6 1 0,-1 5 0 16,8-3 0 0,5-12 0-16,3-4-1 0,11-14 2 0,10-6-1 15,3-4 0-15,10-4 0 16,4-4 0-16,5-2-8 16,6-4-13-16,5-2-12 15,1-5-8-15,12-9-15 16,0 0-27-16</inkml:trace>
  <inkml:trace contextRef="#ctx0" brushRef="#br0" timeOffset="45468.7135">18825 11033 140 0,'12'-7'16'0,"-6"7"-16"16,5 11 0-16,10 23 5 15,-3 12 2-15,1 10 1 16,6 12-3-16,-5 6 5 16,7 5-3-16,-3-1-1 15,5-2-4-15,-9-2 0 16,3 2-1-16,-8-1 1 15,1-5 0-15,-3-2-2 0,1-10-4 16,-10-12-18-16,-4-46-42 16</inkml:trace>
  <inkml:trace contextRef="#ctx0" brushRef="#br0" timeOffset="46403.9896">18461 10722 79 0,'-14'8'38'0,"14"-7"-36"16,0 2 8-16,0-1 24 16,0-2-16-16,0 2-9 15,0 0-1-15,8 0 3 16,21 0 2-16,23 2 6 16,19-2-5-16,28 2-2 15,16 0-4-15,21 6 1 16,11 0-1-16,-9 2-2 15,-9-2-3-15,-19 0-1 16,-26-2-2-16,-14-2 1 16,-26 0-1-16,-17-4 0 15,-12 0 0-15,-12 0-5 16,-3-2-11-16,0 2-9 0,-3 2-15 16,-19-2-22-1,0 0-40-15</inkml:trace>
  <inkml:trace contextRef="#ctx0" brushRef="#br0" timeOffset="46991.6845">19371 11735 50 0,'-2'16'28'16,"2"8"-22"-16,0 6 3 16,0 4 16-16,0 3-10 0,0-4-10 15,0-5 1-15,0-6-4 16,0-6 1-16,0-6-3 15,0-6 1-15,0-2 1 16,0-2 14-16,11 0 18 16,5-30 0-16,9-8-33 15,6-3-1-15,2 8 0 16,-4 9-1-16,-2 10-1 16,-10 6-1-16,2 8 3 15,-4 0 0-15,-6 6-2 16,0 26-1-16,-5 12 3 15,-4 6 1-15,0 4-1 0,0-4 1 16,5-10-1 0,1-8-2-16,6-7-15 0,-6-25-14 15,5 0-42-15</inkml:trace>
  <inkml:trace contextRef="#ctx0" brushRef="#br0" timeOffset="47217.8625">20049 11492 136 0,'37'-12'9'16,"26"12"4"-16,24 0 27 15,20 0-15-15,16 0-8 0,6 10-4 16,-13 8-5-16,-14 4-7 15,-17 2-1-15,-16 0-6 16,-67-20-43-16,-2-2-62 16</inkml:trace>
  <inkml:trace contextRef="#ctx0" brushRef="#br0" timeOffset="47462.508">20898 11381 103 0,'0'-8'38'16,"0"8"-37"0,33 0 38-16,7 0-12 0,2 5-19 15,-1 13 0-15,-14 5-8 16,-12 6 2-16,-4 1-2 16,-11 2-2-16,0-2-4 15,-13-4 3-15,-25 0 3 16,-5-4 0-16,3-1 0 15,5-6-2-15,8-3-11 16,14-2-17-16,13-10-35 16</inkml:trace>
  <inkml:trace contextRef="#ctx0" brushRef="#br0" timeOffset="48026.1743">21501 11837 8 0,'10'86'22'16,"-8"-16"14"-16,2 10-2 16,3 2-10-16,-3 3-7 15,-2-9-2-15,0-12-14 16,-2-16 4-16,0-19 2 15,0-18-4-15,0-8 0 16,0-3 10-16,-6-7 27 16,-7-22-28-16,1-20-4 0,8-11-7 15,2-17-1-15,2-10-18 16,0-11-15-16,0-2-8 16,0-5 6-16,0 5 10 15,0 3 11-15,0 5 14 16,18 14 1-16,13 12 5 15,5 16-2-15,-1 16 3 16,7 11 5-16,3 14-3 16,-1 4-5-16,6 5 2 15,-8 0 2-15,-5 0 3 16,0 0 0-16,-4 14-3 16,-4 6-4-16,-7 9-3 15,-6 4-1-15,-10 3 1 0,-6 5-1 16,0-1 0-1,-13-2 0-15,-25 0 2 0,-4-2 1 16,-10 1 3-16,4-6 3 16,-4 0 4-16,1-7-2 15,-2-1-3 1,-1-5-4-16,7 0-4 0,5-5 0 16,40-13-30-16,0 0-68 15</inkml:trace>
  <inkml:trace contextRef="#ctx0" brushRef="#br0" timeOffset="63269.5022">8075 8426 143 0,'45'-38'26'16,"-43"18"-23"-16,-2 8 20 16,0-1-2-16,0 8 11 15,0 3-6-15,0-1-9 0,0 3-8 16,0 0-9-16,-14 17-3 16,-39 47-9-16,-34 42 12 15,-33 41 0-15,-34 23 2 16,-18 12-2-16,-11 3 0 15,-6 3-1-15,-9 3 1 16,7-9-2-16,-4-13-8 16,8-25-3-16,7-17-2 15,11-19 0-15,15-13-10 16,19-13-9-16,116-79-11 16,11-3-9-16</inkml:trace>
  <inkml:trace contextRef="#ctx0" brushRef="#br0" timeOffset="63693.0879">6179 8025 100 0,'15'1'13'16,"10"38"-12"-16,8 27-1 16,17 24 5-16,12 25 5 15,18 21 0-15,19 18-1 16,23 17 2-16,20 9-1 15,26 7 2-15,15 1-1 16,8 20-3-16,5 15-1 16,5 14-3-16,-3 5 0 15,-5-17-3-15,-6-22 1 16,-15-20 0-16,-16-27 2 16,-15-20 3-16,-28-20-4 15,-22-19 0-15,-17-23-2 16,-25-22-1-16,-33-20 0 0,-18-32-22 15,-37-20-85-15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FAF3-2354-A344-8D47-C53695DD29E3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5ED49-4AB3-C248-9765-49A40CC5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5ED49-4AB3-C248-9765-49A40CC563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2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7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7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988" y="2164360"/>
            <a:ext cx="5122411" cy="951320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Estadística</a:t>
            </a:r>
            <a:r>
              <a:rPr lang="en-US" sz="4800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Computacional</a:t>
            </a:r>
            <a:endParaRPr lang="en-US" sz="48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466" y="5061723"/>
            <a:ext cx="6858000" cy="1655762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Berlin Sans FB" panose="020E0602020502020306" pitchFamily="34" charset="0"/>
              </a:rPr>
              <a:t>Clase 4    2016/08/31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9146280" y="-75000"/>
              <a:ext cx="9720" cy="14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8000" y="-83280"/>
                <a:ext cx="2628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18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24"/>
    </mc:Choice>
    <mc:Fallback xmlns="">
      <p:transition spd="slow" advTm="399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860" y="2239648"/>
            <a:ext cx="8050530" cy="1325563"/>
          </a:xfrm>
        </p:spPr>
        <p:txBody>
          <a:bodyPr/>
          <a:lstStyle/>
          <a:p>
            <a:r>
              <a:rPr lang="es-MX" dirty="0"/>
              <a:t>I - Simulación por Monte Carlo</a:t>
            </a:r>
          </a:p>
        </p:txBody>
      </p:sp>
    </p:spTree>
    <p:extLst>
      <p:ext uri="{BB962C8B-B14F-4D97-AF65-F5344CB8AC3E}">
        <p14:creationId xmlns:p14="http://schemas.microsoft.com/office/powerpoint/2010/main" val="27431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pasa eso?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b="1" dirty="0">
                    <a:solidFill>
                      <a:srgbClr val="C00000"/>
                    </a:solidFill>
                  </a:rPr>
                  <a:t>Ley de los Grandes Números</a:t>
                </a:r>
              </a:p>
              <a:p>
                <a:pPr marL="0" indent="0">
                  <a:buNone/>
                </a:pPr>
                <a:r>
                  <a:rPr lang="es-MX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dirty="0"/>
                  <a:t> es una sucesión de variables aleatorias </a:t>
                </a:r>
                <a:r>
                  <a:rPr lang="es-MX" b="1" dirty="0"/>
                  <a:t>independientes</a:t>
                </a:r>
                <a:r>
                  <a:rPr lang="es-MX" dirty="0"/>
                  <a:t> e </a:t>
                </a:r>
                <a:r>
                  <a:rPr lang="es-MX" b="1" dirty="0"/>
                  <a:t>idénticamente distribuidas  </a:t>
                </a:r>
                <a:r>
                  <a:rPr lang="es-MX" dirty="0"/>
                  <a:t>(i.e., una </a:t>
                </a:r>
                <a:r>
                  <a:rPr lang="es-MX" dirty="0">
                    <a:solidFill>
                      <a:srgbClr val="C00000"/>
                    </a:solidFill>
                  </a:rPr>
                  <a:t>muestra</a:t>
                </a:r>
                <a:r>
                  <a:rPr lang="es-MX" dirty="0"/>
                  <a:t>) con función de densidad común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s-MX" dirty="0"/>
                  <a:t>….  Entonces</a:t>
                </a:r>
              </a:p>
              <a:p>
                <a:pPr marL="0" indent="0">
                  <a:buNone/>
                </a:pPr>
                <a:endParaRPr lang="es-MX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MX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→∫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MX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1184040" y="1802520"/>
              <a:ext cx="7626240" cy="4847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5760" y="1796760"/>
                <a:ext cx="7641720" cy="48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05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tan rápido es la convergencia?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02765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Recuerden, varianza de la suma de variables aleatorias independientes es una variable aleatoria independiente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02765"/>
                <a:ext cx="7886700" cy="4351338"/>
              </a:xfrm>
              <a:blipFill>
                <a:blip r:embed="rId2"/>
                <a:stretch>
                  <a:fillRect l="-1546" t="-25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605960" y="2740320"/>
              <a:ext cx="6851880" cy="3684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9120" y="2734920"/>
                <a:ext cx="6865920" cy="36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68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 sobre los supuestos….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Para que tenga sentido la formulación de la ley necesitamos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Para que podamos tener una estimación de la velocidad de convergencia necesitamos adicionalmente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3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404800" y="344520"/>
              <a:ext cx="6621120" cy="4201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9400" y="339120"/>
                <a:ext cx="6631920" cy="42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57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highlight>
                  <a:srgbClr val="FFFF00"/>
                </a:highlight>
              </a:rPr>
              <a:t>OJO! </a:t>
            </a:r>
            <a:r>
              <a:rPr lang="es-MX" dirty="0"/>
              <a:t>EL SUPUESTO DE INDEPENDENCIA ES NECESARIO!!!!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Ejemplo extremo: 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𝐵𝑒𝑟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/>
                  <a:t> para todo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s-MX" dirty="0"/>
                  <a:t>.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→???‼‼‼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Ni siquiera converge a algún número…..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2057040" y="2379960"/>
              <a:ext cx="6791400" cy="2109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3800" y="2375280"/>
                <a:ext cx="6798600" cy="21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68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En general… </a:t>
            </a:r>
            <a:r>
              <a:rPr lang="es-MX" b="1" dirty="0"/>
              <a:t>La ley de los grandes números NO está garantizada si no hay independencia </a:t>
            </a:r>
          </a:p>
          <a:p>
            <a:pPr marL="0" indent="0">
              <a:buNone/>
            </a:pPr>
            <a:r>
              <a:rPr lang="es-MX" b="1" i="1" dirty="0"/>
              <a:t>  </a:t>
            </a:r>
            <a:r>
              <a:rPr lang="es-MX" i="1" dirty="0"/>
              <a:t>(aunque la falta de independencia tampoco necesariamente implica que no se cumpla…)</a:t>
            </a:r>
            <a:endParaRPr lang="es-MX" b="1" dirty="0"/>
          </a:p>
          <a:p>
            <a:pPr marL="0" indent="0">
              <a:buNone/>
            </a:pPr>
            <a:endParaRPr lang="es-MX" b="1" i="1" dirty="0"/>
          </a:p>
          <a:p>
            <a:pPr marL="0" indent="0">
              <a:buNone/>
            </a:pPr>
            <a:r>
              <a:rPr lang="es-MX" dirty="0"/>
              <a:t>Esta es la importancia de una buena calidad en nuestra </a:t>
            </a:r>
            <a:r>
              <a:rPr lang="es-MX" b="1" dirty="0"/>
              <a:t>generación de números aleatorios</a:t>
            </a:r>
            <a:r>
              <a:rPr lang="es-MX" dirty="0"/>
              <a:t>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Asimismo la </a:t>
            </a:r>
            <a:r>
              <a:rPr lang="es-MX" b="1" dirty="0"/>
              <a:t>velocidad de convergencia </a:t>
            </a:r>
            <a:r>
              <a:rPr lang="es-MX" dirty="0"/>
              <a:t>no puede estimarse si no hay esa independencia.</a:t>
            </a:r>
          </a:p>
        </p:txBody>
      </p:sp>
    </p:spTree>
    <p:extLst>
      <p:ext uri="{BB962C8B-B14F-4D97-AF65-F5344CB8AC3E}">
        <p14:creationId xmlns:p14="http://schemas.microsoft.com/office/powerpoint/2010/main" val="30701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Generalizando (un poquito)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s-MX" dirty="0"/>
                  <a:t>La ley de los grandes números se puede aplicar no solo directamente sino también a funciones (continuas) de la muestra.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C00000"/>
                    </a:solidFill>
                  </a:rPr>
                  <a:t>Ley de los Grandes Números v2:</a:t>
                </a:r>
              </a:p>
              <a:p>
                <a:pPr marL="0" indent="0">
                  <a:buNone/>
                </a:pPr>
                <a:r>
                  <a:rPr lang="es-MX" dirty="0"/>
                  <a:t>Dada 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dirty="0"/>
                  <a:t> y una función </a:t>
                </a:r>
                <a:r>
                  <a:rPr lang="es-MX" b="1" dirty="0"/>
                  <a:t>continua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dirty="0"/>
                  <a:t> entonces </a:t>
                </a:r>
              </a:p>
              <a:p>
                <a:pPr marL="0" indent="0">
                  <a:buNone/>
                </a:pPr>
                <a:endParaRPr lang="es-MX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→∫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3081" r="-20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75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818" y="2714045"/>
            <a:ext cx="7886700" cy="1325563"/>
          </a:xfrm>
        </p:spPr>
        <p:txBody>
          <a:bodyPr/>
          <a:lstStyle/>
          <a:p>
            <a:r>
              <a:rPr lang="es-MX" dirty="0"/>
              <a:t>HOY: TEORÍA GENERAL (FORMAL) DE MONTECARLO</a:t>
            </a:r>
          </a:p>
        </p:txBody>
      </p:sp>
    </p:spTree>
    <p:extLst>
      <p:ext uri="{BB962C8B-B14F-4D97-AF65-F5344CB8AC3E}">
        <p14:creationId xmlns:p14="http://schemas.microsoft.com/office/powerpoint/2010/main" val="118718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una teoría de integración y una teoría de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b="0" dirty="0"/>
                  <a:t>Hay 2 puntos de vista para Montecarlo y es muy útil entender ambos:</a:t>
                </a:r>
              </a:p>
              <a:p>
                <a:pPr marL="0" indent="0">
                  <a:buNone/>
                </a:pPr>
                <a:r>
                  <a:rPr lang="es-MX" dirty="0"/>
                  <a:t>1) Teoría estadística</a:t>
                </a:r>
                <a:endParaRPr lang="es-MX" b="0" dirty="0"/>
              </a:p>
              <a:p>
                <a:pPr marL="0" indent="0">
                  <a:buNone/>
                </a:pPr>
                <a:endParaRPr lang="es-MX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2) Teoría de integración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55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Ambos enfoques son en realidad el mismo….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 interpretación de teoría estadística es un caso particular de teoría de integración porque toda esperanza es una integral.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Sin importar sea continua o discreta (integral de </a:t>
                </a:r>
                <a:r>
                  <a:rPr lang="es-MX" dirty="0" err="1"/>
                  <a:t>Stieltjes</a:t>
                </a:r>
                <a:r>
                  <a:rPr lang="es-MX" dirty="0"/>
                  <a:t>…)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98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Ojo (y muy importante)…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Es una teoría multidimensional, de hecho, veremos que Montecarlo es más útil cuando se trabaja con datos de alta dimensión.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….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2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10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2008956"/>
          </a:xfrm>
        </p:spPr>
        <p:txBody>
          <a:bodyPr>
            <a:normAutofit/>
          </a:bodyPr>
          <a:lstStyle/>
          <a:p>
            <a:r>
              <a:rPr lang="es-MX" dirty="0"/>
              <a:t>Además cualquier integral aunque no sea estadística puede verse como integral numérica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99919"/>
                <a:ext cx="7886700" cy="36770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(también idea importante)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eqArr>
                            <m:eqArr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d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sub>
                                  </m:s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</m:e>
                              </m:nary>
                            </m:e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</m:e>
                          </m:eqArr>
                        </m:e>
                      </m:nary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  			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Con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99919"/>
                <a:ext cx="7886700" cy="3677044"/>
              </a:xfrm>
              <a:blipFill>
                <a:blip r:embed="rId2"/>
                <a:stretch>
                  <a:fillRect l="-1546" t="-2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227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931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A) Como técnica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 teoría formal de Monte Carlo tradicional se basa en la </a:t>
                </a:r>
                <a:r>
                  <a:rPr lang="es-MX" b="1" dirty="0">
                    <a:solidFill>
                      <a:schemeClr val="accent5">
                        <a:lumMod val="75000"/>
                      </a:schemeClr>
                    </a:solidFill>
                  </a:rPr>
                  <a:t>estadística no paramétrica frecuentista. </a:t>
                </a:r>
                <a:r>
                  <a:rPr lang="es-MX" dirty="0"/>
                  <a:t>Es un ejemplo del principio del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𝑝𝑙𝑢𝑔𝑖𝑛</m:t>
                    </m:r>
                  </m:oMath>
                </a14:m>
                <a:endParaRPr lang="es-MX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s-MX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s-MX" dirty="0"/>
                  <a:t>Se llama </a:t>
                </a:r>
                <a:r>
                  <a:rPr lang="es-MX" b="1" dirty="0"/>
                  <a:t>no paramétrica</a:t>
                </a:r>
                <a:r>
                  <a:rPr lang="es-MX" dirty="0"/>
                  <a:t> porque en el fondo, porque…????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Queremos estimar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MX" dirty="0"/>
                  <a:t> sin suponer nada de la distribución de la variables.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144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Fundamentos de estimación en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MX" b="1" dirty="0">
                    <a:solidFill>
                      <a:srgbClr val="002060"/>
                    </a:solidFill>
                  </a:rPr>
                  <a:t>Punto de partida: </a:t>
                </a:r>
                <a:r>
                  <a:rPr lang="es-MX" dirty="0"/>
                  <a:t>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b="1" dirty="0"/>
                  <a:t> </a:t>
                </a:r>
                <a:r>
                  <a:rPr lang="es-MX" dirty="0"/>
                  <a:t>con función COMÚN de distribución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b="1" dirty="0"/>
                  <a:t>.</a:t>
                </a:r>
                <a:endParaRPr lang="es-MX" dirty="0"/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002060"/>
                    </a:solidFill>
                  </a:rPr>
                  <a:t>?Estadística:</a:t>
                </a:r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002060"/>
                    </a:solidFill>
                  </a:rPr>
                  <a:t>?Estimador:</a:t>
                </a:r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C00000"/>
                    </a:solidFill>
                  </a:rPr>
                  <a:t>NOTA</a:t>
                </a:r>
                <a:r>
                  <a:rPr lang="es-MX" dirty="0">
                    <a:solidFill>
                      <a:srgbClr val="C00000"/>
                    </a:solidFill>
                  </a:rPr>
                  <a:t>: cualquier función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, ejemplo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MX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 es una función de la distribución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, es decir,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es-MX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MX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801" b="-84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80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076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 estimación…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9553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Estimación </a:t>
            </a:r>
            <a:r>
              <a:rPr lang="es-MX" dirty="0" err="1"/>
              <a:t>via</a:t>
            </a:r>
            <a:r>
              <a:rPr lang="es-MX" dirty="0"/>
              <a:t> </a:t>
            </a:r>
            <a:r>
              <a:rPr lang="es-MX" dirty="0" err="1"/>
              <a:t>plugin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Es más fácil de entender en el caso paramétrico….</a:t>
                </a:r>
              </a:p>
              <a:p>
                <a:pPr marL="0" indent="0">
                  <a:buNone/>
                </a:pPr>
                <a:r>
                  <a:rPr lang="es-MX" dirty="0"/>
                  <a:t>Si tenemos una estadística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s-MX" dirty="0"/>
                  <a:t> y un estimador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Entonces podemos estimar cualquier función de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de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s-MX" dirty="0"/>
                  <a:t> </a:t>
                </a:r>
                <a:r>
                  <a:rPr lang="es-MX" dirty="0" err="1"/>
                  <a:t>via</a:t>
                </a:r>
                <a:r>
                  <a:rPr lang="es-MX" dirty="0"/>
                  <a:t> </a:t>
                </a:r>
                <a:r>
                  <a:rPr lang="es-MX" b="1" dirty="0" err="1">
                    <a:solidFill>
                      <a:srgbClr val="C00000"/>
                    </a:solidFill>
                  </a:rPr>
                  <a:t>plugin</a:t>
                </a:r>
                <a:r>
                  <a:rPr lang="es-MX" b="1" dirty="0"/>
                  <a:t> </a:t>
                </a:r>
                <a:r>
                  <a:rPr lang="es-MX" dirty="0"/>
                  <a:t>con es estimador de </a:t>
                </a:r>
                <a:r>
                  <a:rPr lang="es-MX" dirty="0" err="1"/>
                  <a:t>plugin</a:t>
                </a: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Es decir, nada más insertamos el estimador en la función.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927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estimador </a:t>
            </a:r>
            <a:r>
              <a:rPr lang="es-MX" dirty="0" err="1"/>
              <a:t>via</a:t>
            </a:r>
            <a:r>
              <a:rPr lang="es-MX" dirty="0"/>
              <a:t> </a:t>
            </a:r>
            <a:r>
              <a:rPr lang="es-MX" dirty="0" err="1"/>
              <a:t>plugin</a:t>
            </a:r>
            <a:r>
              <a:rPr lang="es-MX" dirty="0"/>
              <a:t> de la varianza….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62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MonteCarlo</a:t>
            </a:r>
            <a:r>
              <a:rPr lang="es-MX" dirty="0"/>
              <a:t> entendido como estimación </a:t>
            </a:r>
            <a:r>
              <a:rPr lang="es-MX" dirty="0" err="1"/>
              <a:t>Plugin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5894" y="1825625"/>
                <a:ext cx="812945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 </a:t>
                </a:r>
                <a:r>
                  <a:rPr lang="es-MX" b="1" dirty="0">
                    <a:solidFill>
                      <a:srgbClr val="C00000"/>
                    </a:solidFill>
                  </a:rPr>
                  <a:t>función de distribución empírica </a:t>
                </a:r>
                <a:r>
                  <a:rPr lang="es-MX" dirty="0"/>
                  <a:t>es el estimador usual de una función de distribución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b="1" dirty="0">
                    <a:solidFill>
                      <a:srgbClr val="C00000"/>
                    </a:solidFill>
                  </a:rPr>
                  <a:t>. Consiste simplemente en contar la fracción de puntos menor al valor x en 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MX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s-MX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1(</m:t>
                          </m:r>
                          <m:sSub>
                            <m:sSub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894" y="1825625"/>
                <a:ext cx="8129456" cy="4351338"/>
              </a:xfrm>
              <a:blipFill>
                <a:blip r:embed="rId2"/>
                <a:stretch>
                  <a:fillRect l="-1499" t="-2381" r="-247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719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Intervalos de confianza en </a:t>
            </a:r>
            <a:r>
              <a:rPr lang="es-MX" dirty="0" err="1"/>
              <a:t>MonteCarlo</a:t>
            </a:r>
            <a:r>
              <a:rPr lang="es-MX" dirty="0"/>
              <a:t> </a:t>
            </a:r>
            <a:r>
              <a:rPr lang="es-MX" dirty="0" err="1"/>
              <a:t>via</a:t>
            </a:r>
            <a:r>
              <a:rPr lang="es-MX" dirty="0"/>
              <a:t> TCL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Recordemos el importantísimo </a:t>
                </a:r>
                <a:r>
                  <a:rPr lang="es-MX" b="1" dirty="0">
                    <a:solidFill>
                      <a:srgbClr val="C00000"/>
                    </a:solidFill>
                  </a:rPr>
                  <a:t>Teorema central del límite</a:t>
                </a:r>
              </a:p>
              <a:p>
                <a:pPr marL="0" indent="0">
                  <a:buNone/>
                </a:pPr>
                <a:r>
                  <a:rPr lang="es-MX" dirty="0">
                    <a:solidFill>
                      <a:srgbClr val="C00000"/>
                    </a:solidFill>
                  </a:rPr>
                  <a:t>Dadas </a:t>
                </a:r>
                <a:r>
                  <a:rPr lang="es-MX" dirty="0" err="1">
                    <a:solidFill>
                      <a:srgbClr val="C00000"/>
                    </a:solidFill>
                  </a:rPr>
                  <a:t>v.a.i.i.d</a:t>
                </a:r>
                <a:r>
                  <a:rPr lang="es-MX" dirty="0">
                    <a:solidFill>
                      <a:srgbClr val="C00000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 y esperanza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, entonces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MX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s-MX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MX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MX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s-MX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MX" b="1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b="1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1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s-MX" b="1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b="1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MX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239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297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8822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¿Cómo usamos este resultado para tener intervalos de confianza en </a:t>
            </a:r>
            <a:r>
              <a:rPr lang="es-MX" dirty="0" err="1"/>
              <a:t>MonteCarlo</a:t>
            </a:r>
            <a:r>
              <a:rPr lang="es-MX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9833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B) </a:t>
            </a:r>
            <a:r>
              <a:rPr lang="es-MX" dirty="0" err="1"/>
              <a:t>MonteCarlo</a:t>
            </a:r>
            <a:r>
              <a:rPr lang="es-MX" dirty="0"/>
              <a:t> como técnica de integración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6997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Tarea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93908"/>
                <a:ext cx="7886700" cy="45830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Hagan una app que haga cualquier integral definida de la forma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s-MX" dirty="0"/>
                  <a:t> usando simulación de uniformes y Montecarlo. Su app debe darles intervalos de confianza. Input: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y el nivel de confianza de intervalos.</a:t>
                </a:r>
              </a:p>
              <a:p>
                <a:pPr marL="0" indent="0">
                  <a:buNone/>
                </a:pPr>
                <a:r>
                  <a:rPr lang="es-MX" b="1" dirty="0"/>
                  <a:t>Puntos adicionales:</a:t>
                </a:r>
                <a:r>
                  <a:rPr lang="es-MX" dirty="0"/>
                  <a:t> debe mostrar un gráfica que en el eje x tenga en el número de puntos simulados y en el eje y tres líneas: la estimación e intervalos de confianza superior e inferior de la confianza que elija el usuario.</a:t>
                </a:r>
              </a:p>
              <a:p>
                <a:pPr marL="0" indent="0">
                  <a:buNone/>
                </a:pPr>
                <a:r>
                  <a:rPr lang="es-MX" b="1" dirty="0"/>
                  <a:t>Para sorprender al profesor y tener puntos extra en el semestre: </a:t>
                </a:r>
                <a:r>
                  <a:rPr lang="es-MX" dirty="0"/>
                  <a:t>debe resolver integrales múltiples.</a:t>
                </a:r>
                <a:endParaRPr lang="es-MX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93908"/>
                <a:ext cx="7886700" cy="4583055"/>
              </a:xfrm>
              <a:blipFill>
                <a:blip r:embed="rId2"/>
                <a:stretch>
                  <a:fillRect l="-1546" t="-2261" r="-193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41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erlin Sans FB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AM_template" id="{7D120A73-849C-44A8-87A5-788BAA7B4F58}" vid="{4E4EBC5D-4B81-4724-9F37-7F7BD0002D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9663</TotalTime>
  <Words>460</Words>
  <Application>Microsoft Office PowerPoint</Application>
  <PresentationFormat>On-screen Show (4:3)</PresentationFormat>
  <Paragraphs>105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Berlin Sans FB</vt:lpstr>
      <vt:lpstr>Calibri</vt:lpstr>
      <vt:lpstr>Cambria Math</vt:lpstr>
      <vt:lpstr>Garamond</vt:lpstr>
      <vt:lpstr>Office Theme</vt:lpstr>
      <vt:lpstr>Estadística Computacional</vt:lpstr>
      <vt:lpstr>I - Simulación por Monte Carlo</vt:lpstr>
      <vt:lpstr>¿Por qué pasa eso?</vt:lpstr>
      <vt:lpstr>¿Qué tan rápido es la convergencia?</vt:lpstr>
      <vt:lpstr>Nota sobre los supuestos….</vt:lpstr>
      <vt:lpstr>OJO! EL SUPUESTO DE INDEPENDENCIA ES NECESARIO!!!!</vt:lpstr>
      <vt:lpstr>Conclusión</vt:lpstr>
      <vt:lpstr>Generalizando (un poquito)</vt:lpstr>
      <vt:lpstr>HOY: TEORÍA GENERAL (FORMAL) DE MONTECARLO</vt:lpstr>
      <vt:lpstr>Es una teoría de integración y una teoría de estadística</vt:lpstr>
      <vt:lpstr>Ambos enfoques son en realidad el mismo….</vt:lpstr>
      <vt:lpstr>Ojo (y muy importante)…</vt:lpstr>
      <vt:lpstr>Además cualquier integral aunque no sea estadística puede verse como integral numérica</vt:lpstr>
      <vt:lpstr>PowerPoint Presentation</vt:lpstr>
      <vt:lpstr>A) Como técnica estadística</vt:lpstr>
      <vt:lpstr>Fundamentos de estimación en estadística</vt:lpstr>
      <vt:lpstr>PowerPoint Presentation</vt:lpstr>
      <vt:lpstr>Ejemplos estimación…</vt:lpstr>
      <vt:lpstr>Estimación via plugin</vt:lpstr>
      <vt:lpstr>Ejemplo…</vt:lpstr>
      <vt:lpstr>MonteCarlo entendido como estimación Plugin</vt:lpstr>
      <vt:lpstr>Intervalos de confianza en MonteCarlo via TCL</vt:lpstr>
      <vt:lpstr>PowerPoint Presentation</vt:lpstr>
      <vt:lpstr>¿Cómo usamos este resultado para tener intervalos de confianza en MonteCarlo?</vt:lpstr>
      <vt:lpstr>B) MonteCarlo como técnica de integración</vt:lpstr>
      <vt:lpstr>Tarea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propedéutico</dc:title>
  <dc:creator>Mauricio García Tec</dc:creator>
  <cp:lastModifiedBy>Mauricio García Tec</cp:lastModifiedBy>
  <cp:revision>296</cp:revision>
  <dcterms:created xsi:type="dcterms:W3CDTF">2016-05-29T16:24:09Z</dcterms:created>
  <dcterms:modified xsi:type="dcterms:W3CDTF">2016-09-07T21:58:50Z</dcterms:modified>
</cp:coreProperties>
</file>