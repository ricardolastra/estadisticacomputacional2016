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41"/>
  </p:notesMasterIdLst>
  <p:sldIdLst>
    <p:sldId id="256" r:id="rId2"/>
    <p:sldId id="314" r:id="rId3"/>
    <p:sldId id="318" r:id="rId4"/>
    <p:sldId id="319" r:id="rId5"/>
    <p:sldId id="323" r:id="rId6"/>
    <p:sldId id="320" r:id="rId7"/>
    <p:sldId id="322" r:id="rId8"/>
    <p:sldId id="321" r:id="rId9"/>
    <p:sldId id="330" r:id="rId10"/>
    <p:sldId id="331" r:id="rId11"/>
    <p:sldId id="356" r:id="rId12"/>
    <p:sldId id="357" r:id="rId13"/>
    <p:sldId id="358" r:id="rId14"/>
    <p:sldId id="332" r:id="rId15"/>
    <p:sldId id="333" r:id="rId16"/>
    <p:sldId id="334" r:id="rId17"/>
    <p:sldId id="335" r:id="rId18"/>
    <p:sldId id="336" r:id="rId19"/>
    <p:sldId id="337" r:id="rId20"/>
    <p:sldId id="339" r:id="rId21"/>
    <p:sldId id="341" r:id="rId22"/>
    <p:sldId id="338" r:id="rId23"/>
    <p:sldId id="342" r:id="rId24"/>
    <p:sldId id="343" r:id="rId25"/>
    <p:sldId id="349" r:id="rId26"/>
    <p:sldId id="351" r:id="rId27"/>
    <p:sldId id="350" r:id="rId28"/>
    <p:sldId id="344" r:id="rId29"/>
    <p:sldId id="340" r:id="rId30"/>
    <p:sldId id="354" r:id="rId31"/>
    <p:sldId id="355" r:id="rId32"/>
    <p:sldId id="359" r:id="rId33"/>
    <p:sldId id="360" r:id="rId34"/>
    <p:sldId id="353" r:id="rId35"/>
    <p:sldId id="345" r:id="rId36"/>
    <p:sldId id="352" r:id="rId37"/>
    <p:sldId id="346" r:id="rId38"/>
    <p:sldId id="347" r:id="rId39"/>
    <p:sldId id="34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C03FE-5F74-4FFA-ACBB-71B7FABF3CA5}">
          <p14:sldIdLst>
            <p14:sldId id="256"/>
            <p14:sldId id="314"/>
            <p14:sldId id="318"/>
            <p14:sldId id="319"/>
            <p14:sldId id="323"/>
            <p14:sldId id="320"/>
            <p14:sldId id="322"/>
            <p14:sldId id="321"/>
            <p14:sldId id="330"/>
            <p14:sldId id="331"/>
            <p14:sldId id="356"/>
            <p14:sldId id="357"/>
            <p14:sldId id="358"/>
            <p14:sldId id="332"/>
            <p14:sldId id="333"/>
            <p14:sldId id="334"/>
            <p14:sldId id="335"/>
            <p14:sldId id="336"/>
            <p14:sldId id="337"/>
            <p14:sldId id="339"/>
            <p14:sldId id="341"/>
            <p14:sldId id="338"/>
            <p14:sldId id="342"/>
            <p14:sldId id="343"/>
            <p14:sldId id="349"/>
            <p14:sldId id="351"/>
            <p14:sldId id="350"/>
            <p14:sldId id="344"/>
            <p14:sldId id="340"/>
            <p14:sldId id="354"/>
            <p14:sldId id="355"/>
            <p14:sldId id="359"/>
            <p14:sldId id="360"/>
            <p14:sldId id="353"/>
            <p14:sldId id="345"/>
            <p14:sldId id="352"/>
            <p14:sldId id="346"/>
            <p14:sldId id="347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5-30T16:02:05.64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26 39 0,'-19'0'157,"19"-39"-126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2:22.7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17589 5709 49 0,'-9'-12'30'16,"7"0"-7"-16,0 0 4 0,0-2 10 15,2 2-10-15,-5-3-1 16,3 3-8-16,-1 5-7 16,3 0 5-16,0 5-4 15,0 2-11-15,-2 0-1 16,2 0-2-16,0 6-3 15,0 31-12-15,16 23 11 16,4 18 5-16,2 12-1 16,-4 2 0-16,-1-4-2 15,6-15 1-15,-3-15 0 16,0-18 2-16,-4-16-1 16,-1-9 2-16,-8-10-1 15,0-5 1-15,-5 0 3 16,7 0 4-16,-3-16 14 0,12-22-9 15,5-14-10-15,6-8-2 16,-2-6 0-16,-1-6 1 16,3-5-1-16,2 3 0 15,-4 4 0-15,-7 10 0 16,-5 10 0-16,-3 14 0 16,-8 7 0-16,-4 11 0 15,0 4-6-15,0 8-7 16,0 2-7-16,0 4-5 15,0 0-13-15,0 0-50 16</inkml:trace>
  <inkml:trace contextRef="#ctx0" brushRef="#br0" timeOffset="691.0718">18796 5691 66 0,'0'-42'25'0,"0"11"0"15,-11 4-11-15,-9 9-1 16,5 7 1-16,-10 9 1 16,-2 2-3-16,-6 8-12 0,-18 30 0 15,2 16-2 1,-7 13 2-16,12 3 1 0,5-4-1 16,13-6 0-16,15-6 1 15,6-10 0-15,5-10-1 16,0-7-1-16,9-13 1 15,16-6 0-15,-5-8 0 16,7 0 4-16,2-2 2 16,11-30 3-16,-3-10-6 15,6-9-3-15,-3-3-1 16,-4 4-10-16,-14 6-5 16,-7 12-1-16,-5 16 14 15,-10 10 3-15,0 6 17 0,0 0-14 16,0 13-3-16,0 20-6 15,0 13 6-15,0 7 0 16,-3-6 2-16,3 2-2 16,0-8 1-16,0-1-1 15,9-1 2-15,16-7-2 16,6-6-1-16,5-8-33 16,-21-18-40-16</inkml:trace>
  <inkml:trace contextRef="#ctx0" brushRef="#br0" timeOffset="957.2012">19271 5650 116 0,'0'-22'59'16,"0"21"-52"-16,0 1 2 15,-16 1-9-15,-3 38-1 16,-6 15 0-16,0 13 1 15,3 0 0-15,9-2 1 16,2-1-1-16,9-9 1 16,2-1 0-16,0-7-1 15,0-5 0-15,11-8-1 16,16-10-2-16,6-12-10 16,13-12-22-16,8-4 1 15,-34-22-6-15</inkml:trace>
  <inkml:trace contextRef="#ctx0" brushRef="#br0" timeOffset="1164.5288">19650 5739 63 0,'2'0'12'16,"-2"16"-9"-16,-9 29-3 16,-9 12 18-16,3-1 0 15,1 2-9-15,3-1 4 16,7-7-6-16,2-2-2 15,0-8-3-15,2-8-1 16,0-8-1-16,0-8 0 16,2-8-1-16,13-8-11 0,-8 0-15 15,4-10-24 1</inkml:trace>
  <inkml:trace contextRef="#ctx0" brushRef="#br0" timeOffset="1339.6526">19623 5428 179 0,'-4'-36'37'15,"4"20"-33"-15,0 2 14 16,2-2-10-16,2 7-3 16,-4 8-5-16,0 1-16 15,0 0-42-15,0 0-74 16</inkml:trace>
  <inkml:trace contextRef="#ctx0" brushRef="#br0" timeOffset="1508.4126">19166 5337 144 0,'0'-3'37'0,"0"-15"-16"16,14 4-7-16,3 4-14 15,8 7 0-15,4 3-23 16,-17 0-46-16,-4 13-35 16</inkml:trace>
  <inkml:trace contextRef="#ctx0" brushRef="#br0" timeOffset="2210.9849">20699 5735 75 0,'-44'-38'15'15,"1"26"-12"-15,1 9 6 16,-2 3-7-16,-1 17 4 16,-7 29-5-16,6 14 8 15,4 10 4-15,11-2-6 16,13-1-1-16,9-9-1 15,9-12 1-15,0-8-1 16,2-8-1-16,15-8 0 16,6-6 1-16,-5-6 0 0,2-8-1 15,-9-2 3-15,11-2 4 16,17-32 4-16,7-18-10 16,10-19-1-16,2-14-4 15,0-14 0-15,-5-13-5 16,-6-11-8-16,-14-1 6 15,-8 8 6-15,-12 9 1 16,-9 20 0-16,-4 12 0 16,0 19 0-16,0 16 0 15,-2 14 3-15,-2 16 10 16,-1 6-6-16,3 2-2 16,0 2-5-16,0 6-5 15,-12 36-2-15,3 24 5 16,-7 18 2-16,3 13 0 15,-3 6 0-15,-2 8 0 0,2 5 0 16,7 2 0-16,-1-5 0 16,8-13 0-16,4-8 1 15,0-13-1-15,0-7 1 16,12-8-1-16,7-6 1 16,4-3-1-16,-12-52-7 15,-6 3-51-15</inkml:trace>
  <inkml:trace contextRef="#ctx0" brushRef="#br0" timeOffset="13646.7177">3831 9882 6 0,'9'8'60'0,"-9"-8"-29"15,0 0 5-15,0 0-1 16,0 2-7-16,0 0-3 16,0-2-3-16,0 1-1 15,0-1 4-15,0 0 3 16,0 0-11-16,0 0-5 16,0 0-4-16,0 0-5 15,0 3-3-15,0-3 0 0,0 2 0 16,0-2-2-16,0 0 2 15,0 0 0-15,0 0 0 16,0 0 0-16,0 0 0 16,0 0 0-16,0 0 1 15,0 0-1-15,0 0 0 16,0 0 0-16,0 0 0 16,0 0 1-16,0 0-1 15,0 1-1-15,13 4-1 16,11-1 2-16,18 4 4 15,14-2-1-15,13-6 5 16,7 0-1-16,14 0-1 16,10 0 0-16,2-14-1 15,5-4 0-15,-7 4-2 16,0-1-1-16,-13 10-1 0,-6 1-1 16,-10 1 1-1,-11 3 0-15,-8-1 2 0,-4 1 1 16,-3 0 1-16,6 0-3 15,5 0 0-15,6 0-1 16,-2 0-1-16,7 0 1 16,1 0 0-16,-4 0 0 15,3 0-1-15,-3 0 0 16,1 0 1-16,-3 0 1 16,3-3-2-16,-5-7 0 15,7 1 1-15,-3-1 0 16,-4-2-1-16,-4 1 1 0,-13 1-1 15,-7 0 1 1,-15 4-1-16,-5 2 1 0,-7 2 1 16,-7 0-2-16,0 1 0 15,-2-3 0-15,0 1 0 16,2 1-2-16,8 0 2 16,-1 2 0-16,-1 0 0 15,8 0 0-15,4 0 0 16,2 0 0-16,5 0 0 15,2 0 0-15,2 0 0 16,5 0 0-16,-1 0 0 16,6 0 0-16,-10 0 0 15,-2 0 0-15,-5 0 0 0,-10 0 0 16,-5 2 0 0,-5-2 0-16,-4 0 2 0,0 0-2 15,0 0 1-15,0 0 0 16,0 0 1-16,0 0 0 15,0 0 0-15,-4 0 0 16,-17 0 0-16,-5 0-2 16,-5 0-1-16,-5-6 0 15,-13 0 0-15,-2 2 0 16,-14 0 1-16,-4 2 0 16,-5-2 0-16,-1 4-1 15,-8 0 1-15,-2 0 0 0,12 0-1 16,4 0 1-16,7 4 0 15,4 4 0-15,4 0 0 16,0 3 0-16,10-4 0 16,-5 4 0-16,-2-4 0 15,6 1 0-15,-1-2 0 16,-1 0 0-16,0 0 0 16,-2-2 0-16,-2 0 1 15,4 0-1-15,1-2 1 16,-6 2-1-16,5-4 0 15,-6 3 0-15,4-2 1 16,-1 2-1-16,4-3 0 16,1 1 1-16,3-1-1 15,0 3-1-15,-1-3 1 16,8 0-1-16,1 0 1 0,14 0 1 16,3 0-1-1,-4 0 0-15,2 0 0 0,-10 0 0 16,-2 0-1-16,-6 0 0 15,-3 0 1-15,3 1 0 16,-5 2 0-16,-8 2 0 16,1-3 0-16,-2 2 0 15,4 1 0-15,3-1 1 16,-1-1-1-16,7 2 0 16,-2-4 0-16,9 4 1 0,2-5-1 31,2 0 0-31,0 0 1 0,3 0-1 15,-3 0 0 1,-4 0 2-16,-3 0-2 0,-3 0-1 0,1-2 1 16,3-2-1-16,4 1 1 15,4 1 0-15,10 2 0 16,3 0 0-16,4 0 0 16,1 0 0-16,0 0 0 15,0 0 0-15,1 0 0 16,-1 0-1-16,-1 0-1 15,-4 0-4-15,-5 0 0 16,-4 6 4-16,-1 3 2 16,-1-1-2-16,-3 1 2 0,4 2 0 15,-5-1 0-15,2-2 0 16,8 0 0-16,3-4 0 16,5 0 0-16,9 0-1 15,0-3-1-15,0-1 1 16,0 3 0-16,0-3 1 15,0 2-1-15,0 0 1 16,0-2-1-16,0 2-1 16,9 2-2-16,11 0 3 15,9 2 1-15,5 2 1 16,3-2-1-16,11-2 0 16,4-2 1-16,13 0 2 15,11 0-2-15,9-2-1 16,4 2 1-16,3 0-1 15,-8 0 0-15,-8 0 0 0,-7 2 0 16,-7-4 0-16,-2 0 0 16,-6 0 1-16,2 0-1 15,-3 0 0-15,0 0 1 16,3 0 0-16,2 0-1 16,5 0 1-16,-3 0 0 15,-2 0-1-15,-5 0 0 16,-2 0 0-16,-7 0 0 15,-1 2 0-15,4 2 0 16,-7 0 0-16,7 0 0 16,-2-2 0-16,-1 0 0 15,0 2 0-15,3-4 1 16,-5 2-1-16,-1-2 0 0,-8 0 0 16,1 0 0-16,-5 0 1 15,0 0-1-15,2 0 0 16,-2 0 0-16,4 0 0 15,1 0 0-15,3 0 0 16,5 0 0-16,-1 0 2 16,3 0-2-16,-1 0 0 15,-7 0 0-15,-3-4 0 16,-6-2 0-16,0 0 0 16,-4 0 0-16,4-2 0 15,2 2 0-15,-4 0 0 16,2 0 0-16,-2-2 1 0,-2 2-1 15,6-2 0-15,-2-2 1 16,2 2-1-16,-2-2 0 16,-4-1 0-16,-2 4 0 15,6-4 1-15,2 0-1 16,2 1 1-16,-2-1 0 16,0 2-1-16,-2 0 0 15,-4 3-1-15,-4 3 1 16,-3-2 0-16,-3 5 0 15,-11 0-1-15,6 0 1 16,-8 0 0-16,0 0 0 16,0 0 0-16,0 0-1 15,0 0 1-15,0 0 0 0,0 0 0 16,0 0 0-16,0 0 0 16,0 0 1-16,0 0-1 15,0 0 0-15,-12-1 0 16,-15-2-1-16,-15 2-3 15,-16 1 4-15,-11 0-2 16,-11 0 0-16,-12 0 0 16,-1 0 1-16,-5 5 1 15,-4 3 0-15,-8 5 0 16,-3 1 0-16,-1 0 0 16,0 1-2-16,14 0 0 15,11 1 2-15,2-3 0 0,5 2-1 16,4-1 1-1,7-4 0-15,6 0 1 0,7-6-1 16,2-2 0-16,11-2 0 16,3 0 0-16,0 0 0 15,7 0 0-15,-2 0 0 16,6 0 0-16,4 0 0 16,6 0-1-16,5 0 2 15,7 0-1-15,7 0 0 16,2-2-1-16,0 0-1 15,0 2 0-15,0-2 0 16,2 2-3-16,21 0-3 16,16 0 4-16,22 0 4 15,21 0 1-15,18 0 0 16,11 0-1-16,12 2 2 16,5 0-2-16,3-2 0 0,0 0 0 15,-6 0 1-15,-9 0-1 16,-23 0 0-16,-24 0 0 15,-28 0 0-15,-22-2 0 16,-12 0 0-16,-7 2 1 16,0 0 2-16,0 0 0 15,0 0 0-15,0 0 1 16,0 0-2-16,0-2 0 16,-22-2-1-16,-16 2-1 15,-23 2-7-15,-14 0-3 16,-18 0-2-16,-12 0 0 0,-9 10 5 15,0 2 2 1,12-2 2-16,9-2 2 0,26-2 0 16,28-2 1-16,24-2 0 15,15-2 0-15,0 4-2 16,36 0-10-16,28-4 8 16,23 0 4-16,13 0 2 15,10 0-1-15,1-4 0 16,-2-6 1-16,1 0 0 15,-14-2-1-15,-17 2-1 16,-16 0 1-16,-26 2 0 16,-12 4-1-16,-23 0 0 15,-2 2 2-15,0 0 3 0,0 0 0 16,-17 0 1-16,-26 2-6 16,-24 0-1-16,-26 0-4 15,-30 0-2-15,-19 2 1 16,-21 10 2-16,-8 4 0 15,1-2-2-15,12 0 5 16,15-4 1-16,30-2 0 16,30-4-1-16,35-2 1 15,30-2 1-15,18 0-1 16,2 0 0-16,47 0-1 16,33 0 1-16,30 0 4 15,19 0-1-15,14 0-1 16,-2-4 0-16,-1 0 1 15,1-2-3-15,-10 0 1 0,-6 2-1 16,-17-2 1-16,-33 0-1 16,-34 2 0-16,-19 2 1 15,-21 0 3-15,-3 2 10 16,-12-2 7-16,-32-4-8 16,-36 6-13-16,-39 0-7 15,-23 0 3 1,-27 0-2-16,-25 2 0 15,-18 8 4-15,-8-4 2 0,6 2 0 16,18 0 0-16,22 0 0 0,33 2 0 16,41-3 1-1,42-4-1-15,36-1 0 0,22-2-1 16,11 0-1-16,60 2 2 16,41-2 2-16,48 0 4 15,36-4-5-15,20-12 1 16,14 2-1-16,-5 4 0 15,-18 0-1-15,-9 0 1 16,-30 4 0-16,-35-2 0 16,-37 0-1-16,-44 4 1 15,-35 0 2-15,-17-1-1 16,-22 2 18-16,-44 3-9 16,-48 0-11-16,-36 0-3 15,-30 2-1-15,-28 16-7 16,-17 0 3-16,-11 2 1 0,5-4 3 15,21 0 1 1,32 4 3-16,40-6 0 0,44-2 0 16,45-3 0-16,38-6-1 15,11-1-3-15,65 0-8 16,43-2 12-16,51 0 0 16,39 0 3-16,23-12-2 15,11-6-1-15,-7 0 3 16,-16 2 2-16,-24 2-4 15,-31 2 2-15,-34 0-2 16,-40 4 0-16,-37 2-1 16,-32 2 2-16,-11-2 3 15,-38 4 14-15,-49 0-19 0,-40 2-4 16,-43 0-5-16,-28 0 2 16,-31 10 0-16,-23 2 2 15,-13 0 2-15,8 0 3 16,24 0 0-16,39 3 0 15,47-4 0-15,58-3 0 16,44-2 1-16,36-2-1 16,11-2 0-16,63-2 0 15,55 0 0-15,54-2 5 16,47-18-3-16,30 0-2 16,15-2 1-16,-4 4-1 15,-21 2 0-15,-25 2 1 16,-22 0 0-16,-29 2-1 15,-27 4 1-15,-37 0-1 0,-46 2-1 16,-28 2 1-16,-27 0 0 16,0 2 4-16,-49-1-1 15,-31 3-3-15,-47 0-1 16,-27 0-1-16,-29 6-5 16,-10 7 3-16,-13-1 3 15,3 0 1-15,5-2-2 16,34 0 2-16,27-4 0 15,50 0 0-15,39-2 0 16,25-2 0-16,23 0-4 16,25 0-2-16,58-2-13 15,50 0 19-15,50 0 2 0,33 0-1 16,17 0 0-16,6-8 0 16,-5-2 0-1,-15-2 0-15,-30-2 0 0,-29-2-1 16,-42-3 0-16,-47 4 2 15,-37 3 0-15,-34 0-1 16,-22 1 26-16,-56 3-27 16,-43 3 0-16,-35 5-8 15,-29 0 0-15,-15 12-1 16,-11 7 2-16,-8 0 4 16,1 1 1-16,6-4 2 15,27-2 1 1,34 0-1-16,43-6 0 0,51-4 0 15,30 0 1 1,27-2-1-16,11 0-3 0,58-2-1 0,45 0 4 16,44 0 5-16,33 0-3 15,28-8-1-15,4-2-1 16,-2 1 0-16,-12 0 1 16,-29-1 0-16,-33 2-1 15,-49 0 0-15,-51 4 0 16,-34-1 0-16,-13 2 0 15,-42 3 8-15,-36 0-8 16,-37 0-9-16,-24 0 5 16,-19 14-3-16,-13 1 3 0,-10 2 3 15,-1-3 1 1,1-6 0-16,19 0 0 0,32-4 0 16,40-4 1-16,44 0-1 15,28 0 2-15,18 0 1 16,0 0-3-16,20 0 5 15,22 0-5-15,10-4 2 16,-1-2 0-16,-9 4-1 16,-17-2 2-16,-16 4-2 15,-9 0 4-15,0-2 4 16,-11 2 9-16,-36 0-5 16,-22 0-13-16,-18 0-6 15,-7 0-1-15,3 2-2 16,13 6 3-16,14-4 5 15,19 0 1-15,18-4 0 0,18 0-3 16,9 0-19-16,0 0-14 16,0 0-55-16</inkml:trace>
  <inkml:trace contextRef="#ctx0" brushRef="#br0" timeOffset="35549.0165">9271 14544 10 0,'-2'-2'15'16,"0"0"2"-16,2 2 0 16,0 0-8-16,0 0-7 15,0 0-1-15,0 0 7 16,0 0 7-16,-2 0-4 15,0 0-7-15,0 0-4 16,-5 0-2-16,7 0 0 16,-7 0-4-16,0 0-4 15,1 8-7-15,-3 0-15 16,7-4-1-16</inkml:trace>
  <inkml:trace contextRef="#ctx0" brushRef="#br0" timeOffset="35781.3768">9271 14544 48 0,'-60'32'55'0,"60"-32"-28"15,0 0-14-15,0 0 0 16,0 0 9-16,0 0 3 16,10 0 0-16,-4 0-4 15,7 0-1-15,3 0-5 16,8 0 1-16,7 0-5 16,0 0-5-16,8 0 0 15,-6 0-4-15,1 0-1 16,-7 0-1-16,-6 0-1 15,-7 0-1-15,-12 0-12 16,0 0-33-16,-2 0 0 16,0 0 6-16,-2 6-4 15,-14 4-63-15</inkml:trace>
  <inkml:trace contextRef="#ctx0" brushRef="#br0" timeOffset="35976.538">9180 14829 83 0,'-2'14'49'16,"2"-14"-35"-16,18 0 12 15,18 0 21-15,3 0-12 16,9 0-27-16,-4 0-5 16,-1 0-3-16,3 4 0 15,-2 0-5-15,1-3-24 16,-1-1-15-16,-32 0-29 0</inkml:trace>
  <inkml:trace contextRef="#ctx0" brushRef="#br0" timeOffset="36220.7112">9871 14520 188 0,'11'-6'57'0,"-11"6"-55"15,2 6-2-15,0 36 1 16,5 22 0-16,-2 21 6 16,2 1-1-16,-1 0-4 0,5-10-1 15,-7-14 1 1,8-12-1-16,-8-16-1 0,3-10-1 16,-5-14-5-16,2-10-21 31,-4-2-24-31,0-30-33 0</inkml:trace>
  <inkml:trace contextRef="#ctx0" brushRef="#br0" timeOffset="37289.8665">8750 11875 2 0,'0'-36'56'16,"0"22"-26"-16,0 0 1 15,0 6 2-15,0 2-17 16,0 3-5-16,0 2 3 16,0 1 2-16,0 0-1 0,0 0-2 15,0 0-10-15,0 5-3 16,0 32-4-16,0 17 3 16,2 16 1-16,-2 12 0 15,2 5 0-15,4-7 0 16,-4-10 0-16,4-14 1 15,-4-16-1-15,5-14 0 16,-3-12 0-16,-4-10 0 16,7-4 0-16,-2 0 0 15,1-8 6-15,5-24 9 16,3-14-11-16,1-10-3 16,-1 0-1-16,-5 2-1 15,4 2-5-15,3 7 4 16,3 4-1-16,2 2 3 0,1 9-1 15,-7 8 1-15,1 10 0 16,-3 8-1-16,1 4-1 16,1 0-4-16,6 0-2 15,1 11 7-15,-7 12 1 16,6 5 0-16,-8 8 0 16,1 6 0-16,-6 8 1 15,-1 6 1 1,-3 1 0-16,-2-1-1 0,-2-6 0 15,10-10 1-15,-4-7-2 16,3-8 1-16,3-5-1 16,3-4 0-16,5-5 0 15,-9-11-45-15,2 0-102 0</inkml:trace>
  <inkml:trace contextRef="#ctx0" brushRef="#br0" timeOffset="64565.0389">12696 14931 3 0,'0'-33'25'0,"0"1"11"16,0-1 0 0,0-3-4-16,0 2 4 0,0 5-15 15,0 8 3-15,-7 4-2 16,5 7-3-16,-2 5-14 16,2 0 3-16,-5 3 1 15,5 0-3-15,2 2-3 16,0 0-1-16,0 0-1 15,-5 0-1-15,-17 2-1 16,-9 31 0-16,-16 18 0 16,-16 18 1-16,3 13-1 15,-2 16 0-15,-5 22 1 16,-4 21 0-16,-1 22-1 16,-1 21 1-16,6 16 0 0,16 29 0 15,15 7 0-15,23 21 0 16,13-4 2-16,7-14 7 15,26-10-5-15,7-29 5 16,3-18-6-16,-3 2-3 16,-5-20 2-16,3-7-2 15,-9-22 1-15,0-29-2 16,-4-20-32-16,-21-86-21 16,0 0-11-16</inkml:trace>
  <inkml:trace contextRef="#ctx0" brushRef="#br0" timeOffset="65572.5081">13984 14911 101 0,'14'-34'61'0,"-14"0"-47"0,0-2 20 16,-21-1 13-16,3-2-16 16,-6 8-20-16,6 5 4 15,0 8-14-15,1 8 7 16,-6 10-4-16,-6 0-4 15,-13 28 0-15,-7 27-3 16,-2 9 0-16,6 2 3 16,16-9-2-16,14-7 1 15,13-9 0-15,2-7-2 16,0-12 2-16,13-10 0 16,7-10 1-16,9-2 0 15,4-2 6-15,9-32-1 16,8-12-5-16,-2-10 0 15,6-10-5-15,-7-13-7 16,-3-11-3-16,-4-1-7 0,-13 2 1 16,-13 17 14-16,-12 21 2 15,-2 18 5-15,0 12 8 16,0 10 12-16,0 4 4 16,0 7-13-16,-2 0-10 15,0 3-1-15,-6 33-8 16,0 15 7-16,-3 20 1 15,-3 11 0-15,1 10 0 16,3 1 0-16,4-3 0 16,2-10 1-16,-5-6-1 15,9-10-3-15,0-8-19 16,0-14-14-16,0-18-8 0,11-24-14 16,-3-3-15-1</inkml:trace>
  <inkml:trace contextRef="#ctx0" brushRef="#br0" timeOffset="65756.0311">14204 14919 79 0,'14'0'25'0,"-12"2"-7"16,3 20 8-16,-5 1-8 16,0 9-6-16,0 3-5 15,0 1-3-15,-9 0-2 16,5 0-2-16,-2-8-1 15,6-6-13-15,0-11-32 0,0-11-12 16,10 0-1 0</inkml:trace>
  <inkml:trace contextRef="#ctx0" brushRef="#br0" timeOffset="66117.2194">14519 14927 127 0,'-47'-8'11'15,"-9"4"7"-15,10 2 18 0,7 2-28 16,13 0-8 0,12 0 1-16,12 12-2 0,2 10-1 15,0 2-3-15,4 3 3 16,21 0 2-16,6 5 1 15,7 0-1-15,-9 0 0 16,0 2 1-16,-9-2-1 16,-11-3 0-16,-9-3 0 15,0-6 0-15,0 0 0 16,-15-6 2-16,-12-2 4 16,-2-6-1-16,0-2-2 15,9-2 1-15,0-2-4 16,6 0-4-16,12-4-20 15,2-6-45-15,0-4-47 16</inkml:trace>
  <inkml:trace contextRef="#ctx0" brushRef="#br0" timeOffset="66775.9973">14746 15069 166 0,'4'-30'29'0,"-4"14"-23"0,-8 6 21 16,-4 8-4-16,3 2-12 16,3 0-11-16,-5 18-4 15,4 18 2-15,-2 8 2 16,5 1-1-16,4-4 1 0,0 0 0 16,0-7-1-1,2-4 1-15,9-6 0 0,-2-8 0 16,2-6-1-16,-9-6-3 15,0-4-2-15,-2 0 6 16,5 0 2-16,-1-26 10 16,-2-8-12-16,8-10 0 15,-6-6 0-15,5 4 0 16,-5 5 0-16,-2 15 1 16,1 14-1-16,4 8 13 15,-3 2-7-15,7 2-6 16,7-4-4-16,13 4 3 15,9 0 0-15,3 0 1 0,-1 0-2 16,-2 6 1 0,-7 6 0-16,-2 0-1 0,-6-2 2 15,-7-6-1-15,-7-2-2 16,-7-2 3-16,1 0 0 16,-3 0 4-16,0 0 1 15,10-10 0-15,-4-8-4 16,1-2-2-16,1 8 1 15,-8 6 0-15,-2 2 0 16,0 4-2-16,0 0-1 16,0 0-2-16,-10 7-6 15,-9 20 2-15,-8 3 9 0,9 2-1 16,7-7 1-16,9-1-2 16,2-6 1-16,0 2 0 15,8-5 1-15,28-2 3 16,9-9 2-16,13-4 3 15,4 0-8-15,5-17-14 16,2-18-19-16,-9-10-19 16,-2-9-25-16,-45 26 1 15</inkml:trace>
  <inkml:trace contextRef="#ctx0" brushRef="#br0" timeOffset="66967.6346">15713 14568 72 0,'11'-74'84'16,"-11"70"-20"-16,0 4-33 15,5 0-31-15,-1 28-10 16,-2 26 10-16,7 16 4 0,-7 8 7 16,0 3 4-16,1 1-10 15,-3 1-2-15,0-2-1 16,0-5-2-16,-14-5-2 16,-10-17-29-16,-14-20-17 15,-2-18-25-15,22-16 10 16</inkml:trace>
  <inkml:trace contextRef="#ctx0" brushRef="#br0" timeOffset="67362.7937">15432 15037 138 0,'0'-30'25'16,"25"28"-21"-16,33-5 17 0,6 6 2 16,3 1 0-16,-5 0-14 15,-8 0-9-15,-12 0 0 16,-9 0 0-16,-8 0 0 15,-11 0-2-15,-5 0-7 16,-7 0 1-16,-2 0 3 16,0 4-3-16,0 10-5 15,0 8 6-15,0 6 7 16,0 7 2-16,0-2-1 16,0-3 1-16,8 1 3 15,17-12 9 1,6-5 5-16,7-9 6 0,5-5 6 31,-1 0-5-31,0-16-12 0,3-11-6 0,-10-4-6 0,1-6 0 16,-5-2 0-16,-4-7-2 15,-11-3 0-15,-12 3 0 16,-4 6-5-16,0 8 2 16,-20 14 1-16,-18 12-1 15,-9 6-12-15,-13 7-13 16,-18 34-15-16,45-15-17 15,-8 0-55-15</inkml:trace>
  <inkml:trace contextRef="#ctx0" brushRef="#br0" timeOffset="68360.9474">13474 16034 211 0,'2'0'35'0,"-2"4"-34"16,-29 38-1-16,-2 28 3 16,-7 18 5-16,4 12 2 15,5 5 4-15,1-1 1 16,-1 0-9-16,-2-1-3 16,2-11 0-16,2-16-3 15,4-13-3-15,15-24-18 16,1-16-27-16,7-23-18 15,0-14-57-15</inkml:trace>
  <inkml:trace contextRef="#ctx0" brushRef="#br0" timeOffset="68587.2839">13385 15992 140 0,'0'-12'62'0,"31"4"-61"16,40-2 11-16,16 2 42 15,2 4-21-15,-7 4-23 16,-12 0-9-16,-22 0-1 0,-7 4-7 16,-15 18-44-16,-26-12-9 15,0-2-21-15</inkml:trace>
  <inkml:trace contextRef="#ctx0" brushRef="#br0" timeOffset="68782.3981">13474 16311 88 0,'58'8'30'16,"24"-8"11"-16,5-2-8 15,-4-10-5-15,-19 6-1 16,-20 6-27-16,-17 0-3 0,-25 6-35 16,-2 8-23-16,-22 4-44 15</inkml:trace>
  <inkml:trace contextRef="#ctx0" brushRef="#br0" timeOffset="68962.5257">13215 16880 115 0,'0'24'48'16,"38"-24"5"-16,20 0 19 15,4 0-30-15,6 4-25 0,-4 0-15 16,5 2-2-16,6-6-15 16,6 0-34-16,-52 0-43 15,-6 0-35-15</inkml:trace>
  <inkml:trace contextRef="#ctx0" brushRef="#br0" timeOffset="69206.8909">14336 15954 137 0,'-24'-18'35'15,"-26"36"-33"-15,4 48 17 16,-8 24 3-16,5 22 5 15,-2 11-7-15,10-3-9 16,12-6-3-16,19-7-5 0,10-18-2 16,0-8 0-16,0-19-1 15,20-13 0-15,9-18-9 16,11-14-9-16,14-17-18 16,10-4 13-16,-33-27-19 15,5-5-38 1</inkml:trace>
  <inkml:trace contextRef="#ctx0" brushRef="#br0" timeOffset="69413.7451">14940 16218 110 0,'-5'8'44'16,"-41"53"-11"-16,-10 13-6 15,-2 6-7-15,0 1-4 16,-4 1-5-16,-3-5-5 15,7-2-4-15,11-13-2 16,7-16 0-16,9-6-1 16,2-12-22-16,27-28-30 15,2 0-64-15</inkml:trace>
  <inkml:trace contextRef="#ctx0" brushRef="#br0" timeOffset="69629.9046">14416 16405 119 0,'16'2'47'15,"-1"36"-43"-15,12 10 53 16,4 10-13-16,9 4-30 16,1 5-7-16,1-5-2 15,-2-8-4-15,-7-12-1 16,-4-16-19-16,-9-12-25 15,1-14-4-15,-19-6-10 16,0-24-36-16</inkml:trace>
  <inkml:trace contextRef="#ctx0" brushRef="#br0" timeOffset="69846.2637">15089 16000 77 0,'27'0'33'15,"-9"39"9"-15,8 24 7 16,-6 19 3-16,1 17-8 16,-15 9-25-16,-6 8-12 15,0-5-5-15,-31-7 0 16,-11-8 1-16,-3-16-3 16,3-16-10-16,9-20-3 15,8-13-21-15,25-31-22 16,0-7-42-16</inkml:trace>
  <inkml:trace contextRef="#ctx0" brushRef="#br0" timeOffset="70064.2359">15563 16180 217 0,'31'-20'9'16,"21"2"8"-16,15-2 7 16,5 6-7-16,-10 6-1 15,-7 4-16-15,-24 4-5 16,-15 0-41-16,-16 10-16 0,-2 8-22 16</inkml:trace>
  <inkml:trace contextRef="#ctx0" brushRef="#br0" timeOffset="70225.8685">15546 16457 107 0,'-14'24'68'0,"14"-24"-65"15,25 0 29-15,22 0 29 16,11 0-22-16,0 0-22 16,-1-2-10-16,-1-2-7 15,-13-4-20 1,-32 6-43-16,-5-4-33 0</inkml:trace>
  <inkml:trace contextRef="#ctx0" brushRef="#br0" timeOffset="70537.2914">16778 15795 176 0,'15'-14'59'0,"24"5"-52"16,16-6-4-16,21 1 19 15,15 2 8-15,7 4-17 16,0 0 1-16,-11 2-7 15,-18 4 0-15,-20 2-7 16,-20 0 0-16,-16 0-19 16,-13 0-40-16,-6 4-21 15,-23 1-24-15</inkml:trace>
  <inkml:trace contextRef="#ctx0" brushRef="#br0" timeOffset="70994.2641">16608 15822 75 0,'-2'7'67'15,"20"-7"-43"-15,45 0 34 16,10 0-12-16,1 4-19 16,-3 6-8-16,-13 6-5 15,-16 4-9-15,-13 5-4 16,-25 10-1-16,-4 10-2 15,-35 15-5-15,-47 14 1 16,-23 8 4-16,-16 1-2 16,13-11-5-16,10-12 7 15,17-10 2-15,23-10 0 16,25-11 0-16,10-6 0 0,19-7-2 16,4-2-1-16,0 3 3 15,20-3 5-15,22-1 10 16,21-3 5-16,13-2 0 15,15-2-6-15,9-4-5 16,7-2-1-16,-4 0 1 16,-3 0 4-16,-2 0-2 15,-11-2-3-15,-12-8-2 16,-5 6-3-16,-10 0-2 16,-11 3-2-16,-20-2 1 15,-13 1-18-15,-16-2-8 16,0 4-9-16,-10 0-9 15,-9 0-59-15,-8 0-63 16</inkml:trace>
  <inkml:trace contextRef="#ctx0" brushRef="#br0" timeOffset="73054.5566">17221 16878 107 0,'0'-14'47'16,"-2"10"-20"-16,2 4 33 16,0 0-23-16,0 0-29 15,0 0-7-15,0 0 1 16,0 0-1-16,-13 0-1 15,-16 22-1-15,-16 13 1 16,-20 4 3-16,3 2 0 16,-5-1-3-16,11-7-5 15,8-6-7-15,9-7-17 16,18-13-22-16,21-7-35 0</inkml:trace>
  <inkml:trace contextRef="#ctx0" brushRef="#br0" timeOffset="73273.5334">17021 16790 132 0,'9'0'29'0,"-3"10"-25"16,8 24 27-16,11 8 18 15,-6 4-30-15,10 4 0 16,-2-3-14-16,0-5-3 0,0-6 0 15,-10-2-2 1,6-10-19-16,-13-6-23 0,-4-18-15 16,-4 0-37-16</inkml:trace>
  <inkml:trace contextRef="#ctx0" brushRef="#br0" timeOffset="73844.6366">18331 16020 99 0,'7'-8'62'0,"-7"8"-49"16,0 0 34-16,0 0 0 15,0 0-32-15,0 0-11 16,-31 30-3-16,-25 24 8 16,-31 14 6-16,-13 11-12 0,-1-5-2 15,7-8-1 1,23-9 0-16,25-18-9 0,19-11-5 16,18-13-10-16,4-12-17 15,5-3-17-15,0-2-88 16</inkml:trace>
  <inkml:trace contextRef="#ctx0" brushRef="#br0" timeOffset="74046.4125">17970 15963 116 0,'18'0'28'16,"0"3"-21"-16,3 33 11 0,14 14 24 15,-6 16-22-15,-3 10-15 16,-4 5-3-16,1-5-2 16,-6-5-9-16,-1-14-16 15,-16-52-27-15,2-5-51 16</inkml:trace>
  <inkml:trace contextRef="#ctx0" brushRef="#br0" timeOffset="74265.5913">18825 15877 88 0,'14'0'25'16,"-14"59"1"-16,-12 9 16 16,-11 12-5-16,-11 6-18 15,1 5-12 1,-1-5-5-16,0-8-1 0,1-13-1 15,2-10-7 1,-3-19-25-16,28-36-25 0,6 0-46 16</inkml:trace>
  <inkml:trace contextRef="#ctx0" brushRef="#br0" timeOffset="74548.3841">19022 15837 53 0,'4'40'22'15,"-4"13"13"-15,0 11 10 16,-11 16-18-16,-11 13-11 15,-3-4-8-15,0-7-6 16,4-11-1-16,3-19-1 16,-3-16 0-16,4-14-4 15,1-12-6-15,-1-10-20 16,9 0-38-16</inkml:trace>
  <inkml:trace contextRef="#ctx0" brushRef="#br0" timeOffset="74854.425">18854 15765 128 0,'16'-66'12'0,"9"40"29"16,17-2-17-16,12-2-8 16,8 3-9-16,13 4-3 15,4 9 6-15,-15 1-1 16,-6 13-1-16,-11 0-8 0,-16 0-1 15,-4 21 0-15,-11 11 0 16,-12 11-1-16,-4 4-1 16,-2 3 2-16,-41 2-2 15,-15-4 3-15,-13-2 0 16,-16-4 0-16,5-2 0 16,10-1 0-16,14-5-2 15,18-4-8-15,21-8-12 16,19-22-25-16,0 0-60 15</inkml:trace>
  <inkml:trace contextRef="#ctx0" brushRef="#br0" timeOffset="75097.0671">19690 15525 184 0,'9'0'0'16,"-25"34"-2"-16,-42 40 2 15,-2 15 13-15,0 4 3 16,7 1 2-16,6-5 1 16,5-3-6-16,4 0-6 15,11-7-6-15,7-9 1 16,9-12-1-16,9-12-1 16,2-8 0-16,2-15-13 15,36-6-23-15,-16-17-7 0,5-11-13 16</inkml:trace>
  <inkml:trace contextRef="#ctx0" brushRef="#br0" timeOffset="75330.2307">20423 15559 140 0,'22'-12'28'31,"-22"17"-27"-31,-18 48 14 0,-26 15 12 0,-14 13-6 16,-2 2-9-16,-9 10 0 16,0-1-7-16,-5-4-2 15,1-2-3-15,2-17 0 16,5-15-7-16,14-22-16 0,0-14-15 16,48-18-29-16,4-6-12 15</inkml:trace>
  <inkml:trace contextRef="#ctx0" brushRef="#br0" timeOffset="75566.1976">19913 15579 83 0,'2'0'23'15,"3"23"-5"-15,-1 38 10 16,10 7 8-16,-1 6-2 0,9 2-2 15,0 0-3-15,5 1-11 16,-7 3-8-16,1-4-6 16,-4-4-4-16,-1-5 2 15,-3-12-2-15,5-8-13 16,-1-15-37-16,-10-32-21 16,-2 0-42-16</inkml:trace>
  <inkml:trace contextRef="#ctx0" brushRef="#br0" timeOffset="75756.0508">20530 15972 151 0,'9'-36'53'16,"9"26"-39"-16,18-3 12 0,10 5-6 15,10 3-16-15,2 5-3 16,-2 0 0-16,-12 0-1 15,-15 0-10-15,-29 0-48 16,0 0-38-16</inkml:trace>
  <inkml:trace contextRef="#ctx0" brushRef="#br0" timeOffset="75946.8671">20481 16088 220 0,'0'0'8'16,"0"0"19"-16,29 4-6 16,13 0-10-16,12 0 0 15,-5 0-8-15,7 0-3 16,-8-2-1-16,4 2-40 16,-37-4-25-16,1 0-25 15</inkml:trace>
  <inkml:trace contextRef="#ctx0" brushRef="#br0" timeOffset="76160.563">21439 15909 43 0,'29'-4'77'0,"-29"4"-70"0,0 2 27 16,-25 27-5-16,-19 16 13 15,-16 8-18-15,-11 3-16 16,-8 3-5-16,0-4-1 15,0-7-2-15,15-7-11 16,10-17-16-16,14-12-3 16,11-12-3-16,29 0-21 15,0 0-43-15</inkml:trace>
  <inkml:trace contextRef="#ctx0" brushRef="#br0" timeOffset="76356.4853">21116 15913 84 0,'27'17'22'16,"-12"29"31"-16,8 2-17 15,-3 0 1-15,4-6-1 16,-4 2-13-16,1-12-19 16,-13-10-1-16,3-5-3 15,-9-10 0-15,0-5-34 16,-2-2-32-16,0 0-38 15</inkml:trace>
  <inkml:trace contextRef="#ctx0" brushRef="#br0" timeOffset="76640.0609">21566 15526 93 0,'45'0'33'0,"-1"31"6"16,1 9 2-16,-3 10-15 16,-4 8 1-16,-14 10-11 15,-5 9-3-15,-19 7-1 16,0 10-8-16,-36 6-1 16,-13-2 0-16,-16-4 0 15,1-9 0-15,-5-17-3 0,-3-12-1 16,1-8-7-1,6-10-7-15,5-4-9 0,4-6-15 16,50-28-25-16,-6 0-42 16</inkml:trace>
  <inkml:trace contextRef="#ctx0" brushRef="#br0" timeOffset="77877.827">22199 15182 187 0,'-4'-20'35'0,"4"13"-6"15,0 3 17-15,0 4-4 16,0 0-25-16,0 0-10 16,0 0-2-16,0 0-3 15,0 0-2-15,6 4-4 16,12 23 3-16,4 11-1 16,5 12-1-16,2 12 3 15,2 14 1-15,9 9 1 16,-4 10-2-16,2 10 0 0,-3 6 0 15,-1 7 0-15,-14 6 0 16,-3 8 0-16,-9 7 1 16,-8-1 1-16,0 0 3 15,-37 0-2-15,-25 5 0 16,-27 0 1-16,-24-1 2 16,-16 7-2-16,-35 5-2 15,-18 10 1-15,-12-3-3 16,5-13-62-16,15-20 61 15,20-24-41-15,123-94-4 16,2-6-22-16</inkml:trace>
  <inkml:trace contextRef="#ctx0" brushRef="#br0" timeOffset="81176.5661">12600 9952 63 0,'-6'-7'38'0,"1"7"-38"15,3 0 5-15,2-1 21 16,0 1-2-16,0-2-6 16,0 2 0-16,0 0 6 15,0 0 1-15,0 0-10 16,0 0-9-16,0 0-4 16,-2 0-2-16,0 0 0 15,0 0 0-15,-6 0 0 16,4 0-2-16,-9 8 1 0,-10 8 1 15,3 8-1 1,1 4 1-16,-6 6-1 0,-2 4 1 16,0 4 0-16,-2 4 0 15,0 5 1-15,0 3-2 16,0 9 2-16,3 2 0 16,-1 7-1-16,5 6 3 15,-3 3-3-15,-2-1 3 16,10 2-2-16,-1 2 0 15,-2 1 0-15,4 0 0 16,1 0-1-16,3-5 2 16,-1-4-2-16,7-3 2 0,-6-3 0 15,8 4 0-15,2-2 1 16,2 0 0-16,0-2 1 16,0-3 5-16,0 0-5 15,2-5-1-15,11 5 1 16,7 0-2-16,5 2 0 15,4-2 3-15,2-3-2 16,2-2 2-16,3-4-1 16,-5-6-3-16,-2-7 0 15,-6-13-1-15,-8-11 1 16,-6-7-1-16,2-7 0 16,-9-3 1-16,3-4 0 15,-5 2 2-15,0 0-2 16,0-2 2-16,0 0 0 15,0 0-1-15,0 0 0 0,0 0-2 16,2 0-4-16,0 0 0 16,-2 0-4-16,2-6-8 15,3-12-33-15,0 5-39 16,-3 0-58-16</inkml:trace>
  <inkml:trace contextRef="#ctx0" brushRef="#br0" timeOffset="82173.5505">13190 10563 127 0,'-4'-12'38'0,"4"8"-7"15,0 4 11-15,-2 0-10 16,2 0-29-16,0 0-3 16,-2 32-9-16,-7 20 9 15,-3 21 1-15,-5 5 3 16,-3 6-1-16,-2-1-1 15,6-6-2-15,3-4 1 16,11-14-1-16,2-10 0 16,0-15-7-16,0-11-14 15,28-18-28-15,-12-5-26 16,9-14-45-16</inkml:trace>
  <inkml:trace contextRef="#ctx0" brushRef="#br0" timeOffset="82422.5644">13128 10510 91 0,'-15'-7'33'0,"15"7"-25"15,11 0 8-15,26 0-3 16,27 0 31-16,11 0-6 15,12 0-7-15,0 0 0 16,-7 0-11-16,-18-2-17 16,-15 2-3-16,-13 0-2 0,-17 0-31 15,-17 0-34-15,-4 0-33 16</inkml:trace>
  <inkml:trace contextRef="#ctx0" brushRef="#br0" timeOffset="82610.497">13267 10760 143 0,'20'20'10'16,"33"-20"6"-16,5 2 38 15,-2 4-34-15,-10 6-20 0,-14 8-16 16,-30-12-29-1,-2 2-31-15</inkml:trace>
  <inkml:trace contextRef="#ctx0" brushRef="#br0" timeOffset="82810.5892">13099 11225 76 0,'-11'28'33'0,"11"-21"-29"15,31-2 28-15,23-1 12 16,17 0-5-16,3 1-3 16,4 0-19-16,-5 1-17 15,-3-2-4-15,-4 0-14 0,1-2-24 16,-51-2-20-16,-3 0-68 16</inkml:trace>
  <inkml:trace contextRef="#ctx0" brushRef="#br0" timeOffset="83111.3554">14133 10596 100 0,'-18'-10'43'0,"7"10"-41"15,0 11-1 1,-7 25 1-16,-1 17 12 0,-6 5-4 16,-4 6 2-16,9 4-2 15,-3 0 1-15,8 0-2 16,4-4-4-16,8-3-1 16,3-5-3-16,0-3-1 15,29-6 0-15,10-9-2 16,9-9-24-16,-21-29-20 15,2 0-41-15</inkml:trace>
  <inkml:trace contextRef="#ctx0" brushRef="#br0" timeOffset="83360.4334">14918 10756 166 0,'0'-30'12'0,"0"26"-8"0,-10 4 27 16,0 0-7-16,-13 14-24 16,3 24 0-16,-16 12 0 15,1 8 1-15,-7 3-1 16,-10 3 0-16,-4 0 0 16,0-2 2-16,6-4-1 15,7-8-1-15,5-8-18 16,19-6-5-16,19-36-22 15,0 0-44-15</inkml:trace>
  <inkml:trace contextRef="#ctx0" brushRef="#br0" timeOffset="83638.3334">14293 10888 104 0,'0'0'3'0,"34"11"4"16,13 15 44-16,5 6-11 16,0 8-16-16,2 4-9 15,-2 2-13-15,-6 2 0 16,-3-2-2-16,-1-8-4 15,-7-6-13-15,5-12-12 16,-28-20-24-16,-1 0-29 16</inkml:trace>
  <inkml:trace contextRef="#ctx0" brushRef="#br0" timeOffset="83900.9771">15165 10513 91 0,'38'0'15'15,"2"11"-6"-15,7 30 32 16,-5 13-13-16,-2 15-14 16,-13 7-6-16,-21 6-5 15,-6 2 1-15,-2-2-4 16,-40-7-2-16,-5-11 1 15,-4-10 1-15,10-13-1 16,10-8-2-16,14-9-8 16,17-24-25-16,0 0-39 0</inkml:trace>
  <inkml:trace contextRef="#ctx0" brushRef="#br0" timeOffset="84178.3421">15864 10878 130 0,'31'-10'21'0,"7"4"-15"15,5 2 48-15,1 2-12 16,1 2-21-16,-3 0-11 16,-2 0-10-16,-11 6-1 15,-13 14-24-15,-16-10-37 16,0-2-21-16</inkml:trace>
  <inkml:trace contextRef="#ctx0" brushRef="#br0" timeOffset="84357.0121">15820 11155 202 0,'-2'16'13'0,"2"-16"-8"16,38 0 21-16,11 0 17 16,6-2-26-16,-6-3-12 15,-2 2-5-15,-7 3-7 16,-29 0-50-16,1 0-38 15</inkml:trace>
  <inkml:trace contextRef="#ctx0" brushRef="#br0" timeOffset="85091.7521">17453 10194 46 0,'11'-30'48'15,"-11"6"-15"-15,0 1 29 16,0 0-16-16,0 3-24 16,0 2-12-16,0 4 10 15,0 6-2-15,-15 2-9 16,-3 6-9-16,-18 0 0 16,-11 12-2-16,-13 26 0 15,-9 12-1-15,-4 15 3 0,-1 9 0 16,5 8 0-1,6 0-1-15,15 2 1 0,17 1-2 16,6-1 2-16,19 6-2 16,6 4 2-16,0 2 0 15,8 4 1-15,17-6-1 16,4 1 1-16,-10-1 0 16,2-4-1-16,-13-9 0 15,-1-13 0-15,-7-13 0 16,0-18 0-16,0-6 0 15,-17-10 1-15,-17-7 0 16,-3-5 3-16,-17-9-2 16,0 0 0-16,-2 0 0 15,8-17-1-15,3-2-1 0,7-5 0 16,7-2 0-16,8-3-7 16,6 3-27-16,10-8-5 15,7 22-25-15,0-4-33 16</inkml:trace>
  <inkml:trace contextRef="#ctx0" brushRef="#br0" timeOffset="85923.6167">17807 10866 122 0,'0'-40'17'16,"0"20"19"-16,0 4-9 15,-15 6-2-15,-8 8-2 0,-1 2-16 16,-14 2-7-1,-4 32-3-15,-3 10 3 0,3 4-1 16,4 4-1-16,16 1 1 16,9-6-1-16,13-2 2 15,0-9 0-15,0-8 1 16,15-10 4-16,3-7 3 16,-1-8 4-16,6-3 3 15,-6 0-3-15,10-14 1 16,4-20-10-16,-2-14-3 15,5-12-7-15,-5-12-6 16,-5-11-7-16,3-5 10 16,-6 0 0-16,-11 9-6 15,-3 21 10-15,-7 25 6 0,0 19 7 16,0 14 13-16,0 0-11 16,0 14-9-16,0 31-10 15,0 19 7-15,-11 9 3 16,7 3 0-16,2-2 1 15,2-4 1-15,0-2 1 16,0-7-3-16,0-9 1 16,0-10-1-16,4-12-1 15,9-10-29-15,12-12-27 16,-17-8-13-16</inkml:trace>
  <inkml:trace contextRef="#ctx0" brushRef="#br0" timeOffset="86150.1359">18220 10762 116 0,'6'-12'37'15,"-6"12"-34"-15,5 8 2 16,-5 26 9-16,0 12 19 16,0 10-6-16,0 3-16 15,-7-1-6-15,1 0-1 16,-6-8-2-16,12-4-1 15,0-10-1-15,0-8 0 0,0-10-12 16,0-8-19 0,0-10-21-16,0 0-15 0</inkml:trace>
  <inkml:trace contextRef="#ctx0" brushRef="#br0" timeOffset="86392.5301">18066 10666 181 0,'-4'-11'27'0,"6"4"-26"16,38-4-1-16,18 2 10 16,6-4 5-16,5 3-11 15,0 1 5-15,1-1 13 0,-8 5-15 16,-2 2-7-16,-2 3-1 15,-7 0-19-15,-10 0-20 16,-41 0-24-16,0 0-33 16</inkml:trace>
  <inkml:trace contextRef="#ctx0" brushRef="#br0" timeOffset="86622.6999">18079 10830 63 0,'-2'18'4'15,"4"-18"28"-15,41 0 19 0,1 0-10 16,12 0-3-16,2 0-3 16,0-10-10-16,-3 2 3 15,-8 1-20-15,-5 4-8 16,-1 3-18-16,-10 0-38 15,-29 0-21-15,-2 0-86 16</inkml:trace>
  <inkml:trace contextRef="#ctx0" brushRef="#br0" timeOffset="87372.0477">18783 11161 80 0,'0'-14'11'15,"0"6"14"-15,0 0 30 16,0 2-13-16,0 0-19 15,0 6 5-15,0 0 5 16,0 0-12-16,0 0-13 16,0 0-8-16,-2 0-3 15,-25 16-4-15,-8 20 6 0,-17 10 1 16,-4 6 0-16,6 0 0 16,-2-4 0-16,14-3-9 15,9-10-5-15,9-8-2 16,9-11 0-16,5-10-16 15,6-6-18-15,0 0-37 16</inkml:trace>
  <inkml:trace contextRef="#ctx0" brushRef="#br0" timeOffset="87606.6767">18523 11139 78 0,'0'0'12'16,"9"0"-5"-16,8 19 10 0,12 10 27 16,2 5-10-16,8 0-6 15,-6 7-3-15,0 0-10 16,-4 3-11-16,-4 3-3 16,-8-1-1-16,2 0-1 15,-9 2-18-15,-1-4-13 16,-9-36-15-16,0-4-36 15</inkml:trace>
  <inkml:trace contextRef="#ctx0" brushRef="#br0" timeOffset="89028.3392">20180 10633 158 0,'7'-7'73'16,"-7"7"-68"-16,0 0 7 16,0 0 15-16,0 5-27 0,0 27-2 15,0 13 2-15,0 9 8 16,0 4-4-16,0 4-2 15,-14 2 0-15,-5 1-2 16,-8-5-16-16,-4-8-21 16,17-42-25-16,5-8-62 15</inkml:trace>
  <inkml:trace contextRef="#ctx0" brushRef="#br0" timeOffset="89277.4194">20044 10475 210 0,'0'-47'46'0,"7"30"-33"16,34 2 11-16,18-3 0 16,17 3-11-16,11 3-10 15,9 4 7 1,-7 2 6-16,-9 2-9 15,-18 2-4-15,-19 2-3 0,-12 0-5 16,-9 0-25-16,-8 22-43 16,-14-10 0-16,0 2-13 15</inkml:trace>
  <inkml:trace contextRef="#ctx0" brushRef="#br0" timeOffset="89477.9621">19951 10713 99 0,'0'23'6'0,"29"-19"6"16,33 0 41-16,7-2-20 16,5 2-13-16,-3 2-15 15,-4 4-5-15,-7 2-18 16,-49-8-35-16,-4-2-88 15</inkml:trace>
  <inkml:trace contextRef="#ctx0" brushRef="#br0" timeOffset="89659.1305">20579 10906 71 0,'0'15'114'0,"0"-13"-112"15,0 0 1-15,0 5 12 16,0 10-7-16,-13 10-8 15,-18 12 3-15,-9 3 0 16,-3 4-2-16,-1-2-1 16,1-4 0-16,30-31-31 15,2-6-69-15</inkml:trace>
  <inkml:trace contextRef="#ctx0" brushRef="#br0" timeOffset="89853.7701">20385 10997 14 0,'29'-12'149'16,"-8"12"-147"-16,-2 4 10 15,8 18 26-15,2 6-13 16,-4 2-5-16,-3 4-12 16,-5 0-7-16,4 2-1 15,-10-2-12-15,0 0-23 16,-6-28-11-16,-3-4-52 15</inkml:trace>
  <inkml:trace contextRef="#ctx0" brushRef="#br0" timeOffset="90027.2364">20907 10858 106 0,'31'-22'0'15,"0"18"7"-15,13 4-7 16,8 0 26-16,-7 0-23 16,-32 0-3-16,-11 2-43 15</inkml:trace>
  <inkml:trace contextRef="#ctx0" brushRef="#br0" timeOffset="90206.8743">20802 11021 119 0,'-20'16'134'0,"20"-16"-134"16,13 0-2-16,30 0 2 15,15 0 18-15,6 0-17 16,1 0-1-16,-1 2-23 16,-43-2-39-16,-6 0-39 15</inkml:trace>
  <inkml:trace contextRef="#ctx0" brushRef="#br0" timeOffset="90372.649">21561 10750 42 0,'5'22'14'0,"-5"32"13"16,0 5 2-16,-7 5-6 15,-6-1-2-15,-5 4-11 16,1-5-8-16,-12-6-2 15,17-46-10-15,3-9-82 16</inkml:trace>
  <inkml:trace contextRef="#ctx0" brushRef="#br0" timeOffset="90663.875">21437 10722 182 0,'22'-96'40'0,"7"51"-17"15,5 10-7-15,3 4 9 16,13 6-5-16,-6 8-13 16,12 7-7-16,-5 8 2 15,0 2-2-15,0 0-1 16,-1 22-2-16,-8 10 1 16,-13 4-1-16,-12 9 3 15,-17 5-9-15,0 4-4 16,-24 0 5-16,-27 0 3 15,-14-8-1-15,-6-9 2 16,-1-3 2-16,8-9-2 16,6 1-13-16,16-5-23 0,35-21-26 15,7 0-66-15</inkml:trace>
  <inkml:trace contextRef="#ctx0" brushRef="#br0" timeOffset="90928.2181">22261 10475 182 0,'29'-24'37'0,"-29"24"-37"16,0 0-1-16,-24 30 0 16,-30 22-6-16,-13 19 6 0,3 9 0 15,6 6 0 1,9-2 1-16,13-3 1 0,12-4-1 15,10-2 0-15,14-9 0 16,0-5 2-16,0-10 2 16,25-13-4-16,4-18-16 15,13-14-17-15,-22-6-9 16,9-18-73-16</inkml:trace>
  <inkml:trace contextRef="#ctx0" brushRef="#br0" timeOffset="91120.8043">22834 10590 76 0,'20'-7'61'0,"-20"11"-61"16,0 38 0-16,-23 15 22 16,-19 11-3-16,-9 4-9 15,-16 1-6-15,-6-1-1 16,2-6-3-16,-1-7-1 15,50-50-49-15,13-7-45 16</inkml:trace>
  <inkml:trace contextRef="#ctx0" brushRef="#br0" timeOffset="91348.9622">22411 10680 50 0,'15'0'24'16,"-8"44"-4"-16,4 16 26 16,0 2-8-16,7 2-11 15,-1 2 0-15,-1 1-4 16,-3-9-8-16,-3-4-10 16,-8-8-3-16,-2-4-2 15,0-2-9-15,0-36-38 16,0-4-42-16</inkml:trace>
  <inkml:trace contextRef="#ctx0" brushRef="#br0" timeOffset="91659.5686">23355 10766 136 0,'43'0'23'15,"-43"0"-19"-15,0 20 18 16,-14 8-5-16,-35 4-5 16,-4 2-4-16,-8-2-4 15,24-8-4-15,10-3 0 16,14-10 0-16,11-3-2 16,-1-4 1-16,3-4 1 0,0 0 0 15,0 0 5 1,0 0 12-16,16 0 8 0,19 3-4 15,21 0-5-15,9 5-12 16,-5 2-1-16,-4 5-3 16,-19 3-17-16,-16 2-39 15,-21-13-32-15</inkml:trace>
  <inkml:trace contextRef="#ctx0" brushRef="#br0" timeOffset="91840.9941">23028 11208 125 0,'-29'11'46'0,"29"-11"-32"16,0 0 10-1,0 2-4-15,20 0-4 0,16 4 9 16,8-2-7-16,5 2-13 16,16-2-5-16,6 0-24 15,-42-4-31-15,2 0-37 16</inkml:trace>
  <inkml:trace contextRef="#ctx0" brushRef="#br0" timeOffset="92042.5745">24013 10925 169 0,'13'-4'0'15,"-13"4"-7"-15,0 7 7 0,-18 26 13 16,-20 9 3-16,-11 4 1 15,-11 2-5-15,-4 1-6 16,-5-2-1-16,-3-1-5 16,7-2-10-16,50-35-39 15,8-8-114-15</inkml:trace>
  <inkml:trace contextRef="#ctx0" brushRef="#br0" timeOffset="92265.8967">23647 10917 106 0,'23'0'7'0,"-4"37"4"16,6 17 27-16,2 5-6 16,2-3-11-16,-2-4-4 15,-5-6-1 1,0-7-7-16,-4-10-6 15,-7-7-3-15,-5-12-16 0,2-10-17 16,-8 0-23-16,0-7-85 16</inkml:trace>
  <inkml:trace contextRef="#ctx0" brushRef="#br0" timeOffset="92509.7505">24184 10490 124 0,'33'-1'6'0,"-4"17"15"16,0 39 22-16,-2 9-13 15,-9 14 1-15,-9 10-9 16,-9 4-2-16,-2 2-3 16,-40-1-7-16,-14-1-6 15,-31-2-2-15,-23-2 1 16,-15-4-3-16,-10-8-22 15,4-15-27-15,83-57-32 16,11-4-47-16</inkml:trace>
  <inkml:trace contextRef="#ctx0" brushRef="#br0" timeOffset="93438.1068">20385 10762 15 0,'0'4'25'0,"0"-2"-15"15,0 2 24-15,0 2-12 16,-6 4-5-16,-10 4 1 16,-4 8-3-16,0 4-5 15,-5 9 0-15,0 3-3 16,6 3 1-16,3 6-1 15,3 0-3-15,9 0 1 16,4-5-1-16,0-4 2 16,0-4-3-16,0-4-1 15,2-6-1-15,4-5 2 16,3-6-3-16,9-3-26 0,-9-10-39 16</inkml:trace>
  <inkml:trace contextRef="#ctx0" brushRef="#br0" timeOffset="93756.0174">20780 10778 99 0,'15'4'18'16,"-13"12"-11"-16,0 6 20 16,1 12-3-16,-3 6-11 0,0 10-6 15,0 5-4-15,0 4 0 16,5 4 0-16,-3-3 1 16,0 0-1-16,-2-2 2 15,0 1-3-15,-4-3-1 16,-30-2-1-16,-11-8 0 15,-11-8-17-15,35-38-45 16,-6 0-77-16</inkml:trace>
  <inkml:trace contextRef="#ctx0" brushRef="#br0" timeOffset="95650.7334">24102 9774 8 0,'11'-31'29'16,"-5"5"0"-16,4 2 2 0,-4 3-2 15,1 2 11-15,-1 5-15 16,1 4 4-16,-7 2-2 16,3 6-5-16,-3 2-5 15,0 0 1-15,0 0-4 16,0 0-8-16,0 0-4 16,2 0-2-16,-2 0-2 15,4 0-3-15,5 3 0 16,9 35 1-16,8 21 3 15,13 25 1-15,-4 26 4 16,7 23-2-16,-4 21 1 16,0 17 5-16,-4 9-3 15,-15 3-2-15,-9-11 1 0,-10-17 0 16,-14-11-2 0,-35-7 1-16,-17-9 0 0,-8-6 1 15,-18-14 1-15,-12-10-1 16,-6-9-3-16,4-12 1 15,-4-9 0-15,17-11-2 16,-1-2-8-16,3-3-14 16,71-52 22-16,11 0-55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5:44.49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6749 8474 62 0,'-11'-32'10'16,"11"8"29"-16,0-2-8 16,0-1-1-16,0 4-11 15,0 1-3-15,0 8-6 16,5 1 2-16,-3 5 2 15,-2 6 0-15,0 2-7 16,0 0-6-16,0 0 2 16,0 0-3-16,0 0 0 15,2 0-4-15,12 32-5 0,10 25 1 16,10 30 8-16,4 24 2 16,-1 22 3-16,3 11-3 15,3-2 1-15,1-9-3 16,3-19 5-16,2-18-5 15,-6-22 1-15,-14-19-1 16,-10-23 0-16,-10-17 0 16,-4-10 0-16,-3-5 2 15,7-5 30-15,9-45 23 16,10-27-29-16,4-32-26 0,6-21 1 16,-7-17-1-1,0-9 1-15,7-1-1 0,2 7-3 16,1 18 2-1,-4 24-4-15,-3 27-2 0,-10 29-8 16,3 20 2-16,-1 18-23 16,-1 14-35-16,-21 0-42 15</inkml:trace>
  <inkml:trace contextRef="#ctx0" brushRef="#br0" timeOffset="466.5558">8133 9064 101 0,'12'0'26'0,"-12"-35"-24"15,0 5 32-15,-6 6-21 16,-2 10 21-16,-1 7-15 15,-3 7-7-15,-7 7-12 16,-12 35-3-16,-9 20 1 16,-3 11 2-16,3-5 1 15,13-10 3-15,11-14-4 16,10-12 3-16,6-12-1 16,0-8-2-16,0-8-3 0,0-2 3 15,6-2 2-15,10 0 4 16,-1-6 4-16,10-28 2 15,4-10-7-15,2-6-2 16,-4 10-2-16,-9 13-1 16,-7 16 1-16,-9 11-1 15,-2 0 1-15,0 0-1 16,5 2-9-16,4 24-2 16,4 12 11-16,8 6 5 15,0 2-1 1,10-1-4-16,12-7-9 0,10-8-31 15,-30-26-12 1,-1-4-28-16</inkml:trace>
  <inkml:trace contextRef="#ctx0" brushRef="#br0" timeOffset="907.7662">8610 9122 64 0,'27'44'20'0,"1"8"18"15,-3-4-18-15,-5 0-1 16,-5-7-15-16,-3-9-2 16,-8-11 0-16,1-8 0 15,-5-9-2-15,0-4 10 16,0 0 23-16,-7 0 17 15,-15-20-30-15,-1-17-3 16,4-11 8-16,9-12-18 16,10-12-7-16,0-2-5 15,16-1-12-15,22 3-9 0,11 8-8 16,-24 46-27-16,-1 5-51 16</inkml:trace>
  <inkml:trace contextRef="#ctx0" brushRef="#br0" timeOffset="1244.2929">9799 7822 94 0,'-31'0'10'15,"-15"48"-9"-15,-21 36 13 16,-5 45 29-16,-12 44-5 16,-1 35-15-16,5 27 10 15,11-1-13-15,25-13 1 16,30-23-15-16,14-24 11 16,35-13 1-16,32-5-6 15,7-17-6-15,8-21 1 16,5-22-7-16,0-27 2 15,7-6 1-15,-1-16-3 16,-1-15-27-16,1-26-16 0,-64-11-46 16,-6-34-36-1</inkml:trace>
  <inkml:trace contextRef="#ctx0" brushRef="#br0" timeOffset="1672.2983">10782 8224 124 0,'-13'-4'34'0,"13"1"-13"16,9-5 11-16,40-2 0 15,22-6-16-15,27-4 4 16,18-1 3-16,13-6 2 16,8 1-16-16,-4 4 4 0,-13 4-9 15,-20 4-3-15,-23 5-1 16,-31 8-6-16,-28 1-25 16,-18 0-35-16,-14 0-53 15</inkml:trace>
  <inkml:trace contextRef="#ctx0" brushRef="#br0" timeOffset="2129.7614">10728 8388 93 0,'-15'21'39'15,"15"-21"-35"-15,27 0 60 16,11 0 4-16,-1 0-35 15,4 0-9-15,-10 0-13 16,-7 9-11-16,-8 7-2 16,-7 9-1-16,-9 16 0 15,0 15 1-15,-27 19-13 16,-26 11 10-16,-9 4-4 16,-4-2 5-16,9-8 2 15,8-5 0-15,5-11 1 16,7-4 1-16,8-6 0 15,10-4 0-15,10-4 0 16,9-3-1-16,0-4-1 0,22-2 1 16,23-8 1-1,17-7 8-15,22-3 11 0,17-7 0 16,8-6-1-16,7-4-1 16,-4-2-3-16,-6 0-2 15,-4-2 0-15,-3-12-1 16,-17 2-6-16,-22 0-1 15,-15 4-3-15,-20 4 0 16,-19 2-1-16,-6 2-21 16,-2 0-30-16,-25 0-47 15,-2 0-83-15</inkml:trace>
  <inkml:trace contextRef="#ctx0" brushRef="#br0" timeOffset="2491.0809">10570 10307 133 0,'12'12'13'16,"-12"-8"-1"-16,0 2-9 16,0 11 25-16,0 6-26 0,-10 13-2 15,-5 6 9-15,7 0 5 16,-2-2-7-16,6-1 6 16,4-6-2-16,0-5 1 15,0-2-4 1,0-5-2-16,4-7-5 0,10-6 1 15,1-4-2-15,8-4 0 16,8 0-17-16,-18-12-36 16,1-12-89-16</inkml:trace>
  <inkml:trace contextRef="#ctx0" brushRef="#br0" timeOffset="2662.703">10753 10024 193 0,'0'-18'55'0,"0"12"-33"16,0 4 33-16,0-2-31 15,12 0-24-15,9 4-8 16,16 0-22-16,-4 4-34 16,-20 6-43-16</inkml:trace>
  <inkml:trace contextRef="#ctx0" brushRef="#br0" timeOffset="2850.4262">11029 10313 185 0,'10'4'24'16,"18"-4"-12"-16,17-16 25 15,9-9 9-15,1 4-27 16,-4 6-16-16,-6 10-3 15,-5 5-7-15,-33 0-39 16,-7 0-78-16</inkml:trace>
  <inkml:trace contextRef="#ctx0" brushRef="#br0" timeOffset="3008.0369">11195 10531 111 0,'0'20'18'16,"19"-20"23"-16,37 0 11 15,9-12-10-15,-1-2-32 16,8-4-10-16,-7-2-6 16,-3-6-36-16,-47 12-40 15,-1-4-36-15</inkml:trace>
  <inkml:trace contextRef="#ctx0" brushRef="#br0" timeOffset="3172.5987">11825 10236 23 0,'14'43'40'0,"-8"24"15"16,5 0-2-16,5 3-3 16,1 0-13-16,2-8-22 0,-11-14-10 15,1-19-5-15,-9-17-2 16,0-12-24-16,0-28 11 16,0-6-26-16,0-16-129 15</inkml:trace>
  <inkml:trace contextRef="#ctx0" brushRef="#br0" timeOffset="4019.9238">10851 7632 117 0,'18'-20'19'0,"-16"20"-18"0,-2 0 27 16,0 0 5-16,0 0-22 15,0 0-11-15,2 0-1 16,17 21-4-16,-4 16 2 15,1 11 3-15,-1 4 2 16,-1 0 0-16,-1-4 0 16,1-5-1-16,-6-9 0 15,3-12-1-15,-1-10 1 16,-6-7-2-16,-2-2 2 16,-2-3-1-16,7 0 5 15,-1-4 0-15,8-30 10 16,3-14-11-16,4-9-4 15,-2 1 0-15,-3 8 0 16,0 10-1-16,4 10 0 16,-4 6 1-16,-1 6-1 0,1 4 0 15,-1 4-1-15,-1 4 1 16,-1 4-3-16,3 0-3 16,1 12 4-16,6 16 3 15,-6 9 3-15,1 8 6 16,-5 1-3-16,-1-1 5 15,-3-8-4-15,-5-5-5 16,-2-6 0-16,8-5-1 16,-6-3 1-16,-2-2-2 15,5 2-16-15,-7-18-50 16,0 0-50-16</inkml:trace>
  <inkml:trace contextRef="#ctx0" brushRef="#br0" timeOffset="6015.3476">10169 8136 94 0,'0'-9'18'0,"-4"-1"6"15,2 2 10-15,-3 2-3 16,5 2-12-16,0 4-1 16,0 0 5-16,0 0 2 15,0 0-10-15,0 0-10 16,-2 0-5-16,2 8-6 0,0 30-7 16,0 24 12-1,-2 19 1-15,-2 7 1 0,2-2 0 16,-4-6 1-16,6-3 0 15,0-7-1-15,-2-2-1 16,2-6-5-16,-4-10-28 16,-5-8-17-16,1-10-9 15,-2-34-13-15,-1 0-2 16</inkml:trace>
  <inkml:trace contextRef="#ctx0" brushRef="#br0" timeOffset="6240.1516">9579 8965 52 0,'-4'16'27'15,"8"-14"-14"-15,45-2 10 16,27 0 44-16,17 0-9 16,15-12-17-16,0-6-6 15,-7 4-2-15,-17 6-22 16,-17 6-10-16,-20 2-1 15,-9 0-2-15,-16 0-18 16,-13 4-37-16,-9 5-43 16,-11-2-52-16</inkml:trace>
  <inkml:trace contextRef="#ctx0" brushRef="#br0" timeOffset="6710.9742">9722 9457 51 0,'17'36'46'0,"-5"-16"-44"16,1 11-2-16,1 8 10 15,-6 7 8 1,3 6-7-16,3 2-6 0,1 0 2 15,-1-3-1-15,1-8 1 0,-1-4-4 16,-7-13-2-16,-1-11 0 16,-6-6 0-16,2-9-1 15,-2 0 5-15,2 0 2 16,5-18 20-16,0-26-1 16,6-15-26-16,10-5-2 15,-2 5-2-15,2 12-15 16,-5 15 19-16,2 12 0 15,-9 10 0-15,7 6 4 16,-2 4-2-16,-3 0-1 16,5 14 1-16,-5 18-2 15,-1 10 0-15,-6 11 1 16,-4 6 4-16,-2 4 3 0,2-1-4 16,5-4-2-16,-1-8 1 15,6-6-3-15,11-8-18 16,-15-32-23-16,5-4-39 15</inkml:trace>
  <inkml:trace contextRef="#ctx0" brushRef="#br0" timeOffset="7484.1493">13071 8354 4 0,'26'-34'74'0,"-21"11"-50"16,-3 0 10-16,5 0 12 16,-5 3-6-16,0 6-13 15,-2 6-11-15,0 3 5 16,0 5 6-16,0 0-15 16,0 0-11-16,0 0-1 15,0 0-1-15,0 0-3 16,-2 9-3-16,-16 23 2 15,-6 19 5-15,-17 14 1 16,-1 16-1-16,-5 9 1 16,-8 13-1-16,-13 9 0 15,-7 2 2-15,2-4-2 16,-3-13 1-16,9-17-1 16,11-12 1-16,10-14-2 0,5-8 1 31,14-7-7-31,3-9-7 0,13-9-12 15,2-6-10 1,5-10 3-16,-1-5-9 0,3 0 18 0,2-18 12 16</inkml:trace>
  <inkml:trace contextRef="#ctx0" brushRef="#br0" timeOffset="7821.3677">12286 8512 28 0,'23'-14'62'0,"-17"14"-53"15,7 0 1-15,5 18 13 16,7 22-3-16,4 17 0 15,9 8-8-15,-3 10 2 16,10 1-1-16,8 2 0 16,5 0-3-16,0-2-7 15,-2-1 1-15,0-5-3 16,-10-6 0-16,4-4 0 16,-8-5 1-16,-5-8-2 0,4-4-12 15,1-7-14-15,7-12-8 16,-36-24-29-16</inkml:trace>
  <inkml:trace contextRef="#ctx0" brushRef="#br0" timeOffset="8086.4155">13474 9254 85 0,'0'0'19'15,"-2"10"-11"-15,-10 20-3 0,8 8 23 16,-3 4-6-16,5 5-8 16,2-3-2-16,0-6 4 15,0-4-3-15,0-4-8 16,0-10-4-16,2-6-1 16,7-4 1-16,-5-6 2 15,3-2-3-15,-2-2 0 16,6 0-23-16,-9-12-19 15,2-14-106-15</inkml:trace>
  <inkml:trace contextRef="#ctx0" brushRef="#br0" timeOffset="8235.0352">13304 8887 92 0,'-6'-12'2'0,"6"12"5"15,0 0-8-15,6 0 1 16,5 0-9-16,1 0-71 16</inkml:trace>
  <inkml:trace contextRef="#ctx0" brushRef="#br0" timeOffset="8818.649">13782 7819 34 0,'21'-37'32'15,"-9"37"-12"-15,1 0 7 16,5 4-15-16,7 29-2 15,3 17 5-15,1 17-10 16,-2 28 8-16,0 28 4 16,-7 26-4-16,-9 24-6 15,-11 20-3-15,0 3 0 16,0-1-3-16,-9-7 0 16,-5-15 1-16,-3-4-2 15,-3-6-1-15,-7-16-7 0,3-19 8 16,-1-30 0-16,1-16 0 15,-3-15 3-15,-2-14 0 16,4-14 2-16,12-17-2 16,7-8-3-16,-2-9 0 15,8 2 2-15,0-5-2 16,0 0 3-16,0 0 1 16,-2-2-1-16,2 2-1 15,-2-2 3-15,-5 2 4 16,3-2 0-16,0 0-7 15,-5 0-2-15,6 0 1 0,1 0-1 16,0 0 2-16,2 0-1 16,0 0 2-16,0 0 0 15,0 0-1-15,0 0-1 16,0 0-1-16,0 0-1 16,0 0-5-16,0 0-6 15,-5 0-12-15,-1 4-28 16,-3 0-33-16</inkml:trace>
  <inkml:trace contextRef="#ctx0" brushRef="#br0" timeOffset="9935.4438">6290 12440 46 0,'-13'4'13'0,"2"2"4"16,9-6 19-16,2 0 5 15,0 0-13-15,0 0-5 16,0 0 7-16,0 0 4 0,0 0-14 15,0 0-3 1,11 0-1-16,16 0-3 0,13-4-6 16,13-3-1-16,14 0 1 15,-5 7-7-15,5 0 0 16,-7 0-4-16,-4 0-11 16,-4 7-23-16,-6 4-21 15,-42-7-24-15,-4-4-31 16</inkml:trace>
  <inkml:trace contextRef="#ctx0" brushRef="#br0" timeOffset="10192.872">6493 12662 72 0,'-2'23'43'15,"2"-19"-42"-15,13 0-1 16,28 0 32-16,7-1 2 16,15-3-7-16,3 0-7 15,-8 0 1-15,-2 0-12 16,-16 0-4-16,-13 0-5 16,-7 0-5-16,-9 0-26 15,1 0-20-15,-12 0-23 16,0 0-20-16</inkml:trace>
  <inkml:trace contextRef="#ctx0" brushRef="#br0" timeOffset="12725.8492">9533 9886 34 0,'0'-3'8'16,"0"3"17"-16,0-1 17 16,0 1-18-16,0 0-8 15,0 0 0-15,0 0 2 16,0 0 0-16,0 0-12 16,0 4-6-16,-12 26-2 0,-13 12 2 15,-8 8 2-15,-5 2-1 16,-4-4-1-16,-1 0 0 15,-1-5-1-15,0-3 1 16,-1-4 0-16,-1-4 0 16,-4 0 1-16,1 0-1 15,-2-2 1-15,-5 4-2 16,5-4 1-16,-5 1-2 16,1-6-1-16,-3 0 1 15,-9-3 2-15,5-4-1 16,-6-3 1-16,6-3 0 15,-5-1 0-15,3-6 1 0,-5-1-1 16,0-4 0-16,-1 0 1 16,-1 0 3-16,7 0 3 15,-1-9-3-15,5-10 7 16,4 0-1-16,8-4 2 16,5-3-5-16,7-1 11 15,16-4-6-15,-2 1-7 16,2-2 4-16,-1 2-4 15,4 1-1-15,3 2-3 16,1 1 0-16,-1 0-1 16,10 0 0-16,-5-1-2 15,7 0 2-15,-4-1 0 16,-2 1 2-16,4 6-2 16,0 3 0-16,-3 7 1 15,7 9-1-15,0 0 0 0,0 2-13 16,0 0-18-16,0 0-19 15,0 0-20-15,0 6-9 16,0 0 31-16</inkml:trace>
  <inkml:trace contextRef="#ctx0" brushRef="#br0" timeOffset="13243.2185">7351 10349 52 0,'-16'0'31'0,"16"-26"-4"16,0-7-5-16,0-2-1 15,0-2 1-15,0 4-21 16,4-2-1-16,8 2 0 15,-1 0 0-15,-7 4-1 16,6 2 1-16,-6 5 0 16,3 6-1-16,-3 8-1 15,-2 2 2-15,0 4 2 16,-2 0-2-16,5 0-3 16,2 2 0-16,2 0 1 0,4 0 1 15,9 0-1-15,7 12 2 16,9 4 0-16,7-4 4 15,8 2 5-15,5-4 4 16,0 0 2-16,0 2-9 16,-2-6 3-16,-10 2-2 15,-3-4-5-15,-10 0-1 16,-6-2 1-16,-12 0-2 16,-1-2 1-16,-14 0 1 15,0 0 0-15,0 0 2 16,0 0 0-16,0 0 0 15,0 0 2-15,0 0-6 0,0 0 0 16,0 0-22 0,0 6-23-16,0-4-35 0</inkml:trace>
  <inkml:trace contextRef="#ctx0" brushRef="#br0" timeOffset="14092.2456">8039 11644 115 0,'0'-32'52'16,"0"30"-37"-16,0 2 23 0,0 0-2 15,0 0-19-15,0 0-17 16,7 4-5-16,0 30-5 16,6 16 10-16,0 17 15 15,1 1-2-15,-5 6-6 16,-1 2-3-16,2 6-3 16,-4-1 2-16,1-3-3 15,-3-6 0-15,-4-9-22 16,0-12-14-16,0-4-29 15,0-47-9-15,0 0-10 16</inkml:trace>
  <inkml:trace contextRef="#ctx0" brushRef="#br0" timeOffset="14366.8019">7576 12655 91 0,'-9'16'41'0,"9"-16"-36"15,15 0 23-15,37 0 11 16,17 0 7-16,20-12-17 16,11 0-5-16,3 2 1 15,4 2-8-15,-12 6-4 16,-5 2-13-16,-12 0 0 0,-11 0-1 15,-9 8-11 1,-12 8-19-16,-15 2-28 0,-31-10-15 16,0 2-31-16</inkml:trace>
  <inkml:trace contextRef="#ctx0" brushRef="#br0" timeOffset="14908.2178">7723 13200 33 0,'11'43'26'16,"1"9"-5"-16,-4 18 17 16,11 8-7-16,-2 2-1 15,3 2-3-15,5-3-7 16,-6-10-3-16,4-10-1 16,-8-13-5-16,-5-14-5 15,-6-14-3-15,0-8 0 16,-4-7-1-16,5-3 2 15,-1 0 3-15,-2-21 11 16,0-31 8-16,8-20-26 0,-4-13-4 16,9 5-4-16,4 15-9 15,-3 16 5-15,-1 20 7 16,3 11 3-16,-3 7-1 16,1 11 0-16,6 0-3 15,-4 8 0-15,-1 30-2 16,4 14 5-16,-5 12 3 15,-8 4 2-15,3 5 4 16,1-5-4-16,-1-8 1 16,-5-8-2-16,6-11-1 15,-1-14-2-15,-5-10-23 0,8-13-22 16,-12-4-38 0,5-10-3-16</inkml:trace>
  <inkml:trace contextRef="#ctx0" brushRef="#br0" timeOffset="15300.4081">8581 12919 129 0,'42'-28'38'16,"-11"19"-27"-16,3 6 29 0,-10 3-38 15,-1 0-2 1,-6 11-2-16,-1 8-3 0,-14 12 1 16,-2 1 4-16,0 6-3 15,-6 2 3-15,-19-4 0 16,-2 0 1-16,3-4 5 16,-1-2-6-16,8-3 5 15,3-4-2-15,7-4 5 16,7-3-2-16,0-1-4 15,0 2 1-15,7-3 7 16,13-4 8-16,-2-5 11 16,9-2-2-16,-1-3-3 0,-1 0-11 15,-5 0-9 1,5 0-4-16,-8 0-10 0,4 0-33 16,-15 0-50-16,-4-4-52 15</inkml:trace>
  <inkml:trace contextRef="#ctx0" brushRef="#br0" timeOffset="15906.9045">9375 11971 77 0,'-8'-38'24'0,"8"26"5"0,0 8 12 16,0 4-11-16,0 0-30 16,2 34-11-16,25 29 5 15,9 20 6-15,2 22 11 16,6 5-3-16,6-1 7 15,-4-9-10-15,1-12 1 16,-5-14-4-16,-4-18-2 16,-9-20 0-16,-11-14 0 15,-5-14 3-15,-11-8 5 16,6 0 23-16,-2-8 14 16,7-30-14-16,10-18-26 15,-3-15-4-15,4-18 0 16,-6-14-1-16,-3-9-9 0,-1-6 3 15,-5 7-2-15,-3 22 2 16,-6 22 2-16,0 25-3 16,0 17 1-16,0 16-13 15,2 9 3-15,8 0-37 16,3 8-33-16,-11 10 16 16</inkml:trace>
  <inkml:trace contextRef="#ctx0" brushRef="#br0" timeOffset="16355.2766">10221 12348 104 0,'0'0'18'16,"0"0"0"-16,0 0 8 15,0 0 1-15,0 0-3 16,-2 0-6-16,-19 14-18 15,-10 22-3-15,-9 12 3 16,0 9 2-16,7-3-2 16,4-4 2-16,13-7 4 15,7-14-5-15,9-5-1 16,0-10-2-16,0-4-1 16,20-8 3-16,2-2 3 15,12 0 2-15,1-20-5 16,6-18-6-16,-6-10-3 15,3-10-6-15,-9 0-3 0,-6 12 4 16,-10 15 14 0,-9 19 4-16,-4 10 31 0,0 2-5 15,0 0-25-15,0 5-5 16,0 24-11-16,2 14 11 16,8 8 4-16,3 5 1 15,5-5-3-15,3-5-1 16,14-10-1-16,-2-8-11 15,0-10-17-15,3-14-15 16,-5-4-16-16,-27 0-14 16</inkml:trace>
  <inkml:trace contextRef="#ctx0" brushRef="#br0" timeOffset="16590.0753">10597 12691 0 0,'0'24'22'0,"0"-7"8"0,0-12-9 15,0-3 12-15,0-2 19 16,0 0 1-16,0-2 8 16,0-24-26-16,0-8-19 15,0-10 5-15,0-10-4 16,2-9-13-16,19-3 3 16,1-2-7-16,7 4-1 15,-3 13 0-15,13 14-15 16,-6 17-15-16,7 18-33 15,-29 2-32-15,-4 2-67 16</inkml:trace>
  <inkml:trace contextRef="#ctx0" brushRef="#br0" timeOffset="16947.1634">11631 11586 75 0,'-14'5'6'0,"-7"57"-4"0,-6 21 21 16,0 22 11-16,-2 18 7 15,11 9-13-15,3 4 8 16,4 0 0-16,8-1-17 16,3-5-3-16,0-8-8 15,14-8-2-15,17-7-5 16,13-13 1-16,10-11-2 16,8-24 0-16,9-26-5 15,12-33-14-15,6-13-2 16,-51-33-35-16,-5-12-64 15</inkml:trace>
  <inkml:trace contextRef="#ctx0" brushRef="#br0" timeOffset="17325.5138">12257 11562 89 0,'14'-10'70'0,"10"0"-54"16,19-4 30-16,21-6 7 15,23 0-22-15,13 2-9 16,7 2-13-16,-4 4 0 16,-12 1-9-16,-9 3 0 15,-10 3-3-15,-21 1-22 16,-51 4-44-16,0 0-37 0</inkml:trace>
  <inkml:trace contextRef="#ctx0" brushRef="#br0" timeOffset="17804.4346">12101 11709 52 0,'0'35'6'0,"13"-17"39"16,39-1 20-16,8 5-19 0,7 0 0 15,-1 6-9 1,4 4-15-16,-5 4-13 0,-17 4-7 16,-9 4-2-16,-20 6 0 15,-19 8-3-15,0 9 3 16,-33 4-1-16,-25 4-2 15,-9-3-9-15,0-7 6 16,7-10 5-16,13-9 1 16,5-7 1-16,11-5 1 15,8-7-2-15,10-2-1 16,11-1 0-16,2 0-4 16,0-2 2-16,27 3 3 15,13-7 2-15,11-4 5 16,16-5 10-16,8-7-1 15,21-2 8-15,7 0-7 0,10 0 0 16,-3-4 0-16,-8-8-4 16,-17-4-3-16,-16 1-8 15,-20-2 0-15,-16 6 0 16,-10-2 1-16,-14 1-3 16,-3-4-17-16,-6 10-47 15,0-3-47-15</inkml:trace>
  <inkml:trace contextRef="#ctx0" brushRef="#br0" timeOffset="18650.2528">13917 11832 75 0,'4'-21'97'0,"-4"4"-76"0,5 6 30 16,-3 3-7-16,-2 6-1 15,0 2-27-15,0 0-15 16,0 0-1-16,0 0-3 16,-9 30-6-16,-20 24 3 15,-15 26 6-15,-16 15 2 16,-9 6 2-16,-5 4-2 15,1-11-2-15,1-8 0 16,5-11-7-16,14-13-5 16,8-14-15-16,14-14-11 15,4-14-13-15,27-20-25 16,0-4-24-16</inkml:trace>
  <inkml:trace contextRef="#ctx0" brushRef="#br0" timeOffset="18893.0836">13412 11855 111 0,'17'0'28'0,"1"9"-25"16,16 34 47-16,-1 11 7 15,7 10-4-15,-3 8-28 16,4 4-12-16,-1 3-7 15,2-3 4-15,-1-1-9 16,-6-7-1-16,5-9 0 0,3-6-15 16,3-13-25-1,12-16-31-15,-35-24-19 0,-4-6-51 16</inkml:trace>
  <inkml:trace contextRef="#ctx0" brushRef="#br0" timeOffset="19125.6946">14391 12360 67 0,'-4'0'32'0,"-18"30"-25"0,4 4 55 15,5 6-22 1,6 5-6-16,0-1-14 0,7 0-4 16,0-4-3-16,0-6-2 15,0-5-7-15,11-12 0 16,3-5-3-16,-5-6 0 15,-1-4-1-15,6-2-6 16,11 0-10-16,6-16-17 16,-18-4-45-16,3-2-101 15</inkml:trace>
  <inkml:trace contextRef="#ctx0" brushRef="#br0" timeOffset="19297.1004">14362 12001 161 0,'-15'-37'47'15,"15"20"-45"-15,0 7-2 16,15 2 0-16,10 5-2 16,-13 3-32-16,-4 0-100 15</inkml:trace>
  <inkml:trace contextRef="#ctx0" brushRef="#br0" timeOffset="19827.9298">14701 11325 35 0,'31'0'18'16,"6"18"18"-16,-4 26-3 15,-2 18 7-15,5 19-8 16,-3 13-7-16,-4 11-7 16,-2 5-5-16,-12 12 1 15,-11 8-7-15,-4 11-2 16,0 5-5-16,-13-2 5 0,-22-1-3 15,-19-7-2 1,0-25-5-16,8-21-27 0,1-24 32 16,16-24 10-16,3-4 5 15,8-9 3-15,5-10-9 16,1-4-4-16,8-8-3 16,-3-4-1-16,7 1-1 15,-2-4 3-15,2 0-1 16,0 2 0-16,0 0 0 15,0-2 1-15,-2 3 0 16,2-1-1-16,0-2-2 16,0 2-3-16,0-2-2 0,0 0-10 15,0 0-6 1,0 0 0-16,0 0 8 0,0 0 9 16,0 0 1-16,0 0 1 15,0 0-8-15,0 0-6 16,0 0-22-16,0 0-22 15</inkml:trace>
  <inkml:trace contextRef="#ctx0" brushRef="#br0" timeOffset="27365.9003">15428 12119 89 0,'-5'21'47'0,"5"-20"-47"16,0-1 38-16,11 0-21 16,25 0 16-16,11 0 18 15,9 0-15-15,4 0-13 16,2 0-10-16,5 0-7 16,8 0-4-16,8 0 0 0,13 8-2 15,4 10-2 1,1 1 1-16,-10-1-7 0,-11-5-8 15,-20-4-15-15,-17-1-4 16,-14-4-14-16,-29-4-34 16,-5 0-27-16</inkml:trace>
  <inkml:trace contextRef="#ctx0" brushRef="#br0" timeOffset="27605.7391">15189 12671 48 0,'-29'41'64'0,"45"-38"-53"16,55-3 11-16,27 0 31 16,9-4-2-16,4-13-16 15,-10 2-13-15,-19 3-19 16,-14 4-3-16,-20-1-9 15,-5-4-29-15,-15-9-16 16,-28 10-22-16,0-6-56 16</inkml:trace>
  <inkml:trace contextRef="#ctx0" brushRef="#br0" timeOffset="28042.8844">15542 11205 0 0,'4'-6'23'0,"-4"6"-8"16,0 0 30-16,2 0-22 15,2 0-20-15,5 0 0 16,3 18 2-16,-1 8 22 15,-5 10-8-15,-4 3-7 16,-2 1 1-16,0 0-8 16,2-4 0-16,4-2-3 15,-2-6-1-15,0-2 0 16,3-4-1-16,-5-4-23 16,-2-18-37-16,0 0-55 0</inkml:trace>
  <inkml:trace contextRef="#ctx0" brushRef="#br0" timeOffset="28191.3944">15537 10986 167 0,'9'-25'34'16,"-5"22"-34"-16,7 3-21 15,3 0 6-15,-5 4-25 0,-3 14-27 16</inkml:trace>
  <inkml:trace contextRef="#ctx0" brushRef="#br0" timeOffset="28531.7294">15824 11431 9 0,'9'39'12'15,"-7"-28"14"-15,-2-2-15 16,2-5-1-16,4-4-3 15,-4 0 1-15,0 0 6 16,2 0 9-16,3-8 12 16,-1-24 8-16,6-12-39 15,1-6-4-15,0 0 0 16,1 9-1-16,-6 9-2 0,11 9 3 16,0 6 0-1,8 3 0 1,8 4 0-16,2 10 2 0,-8 0 5 15,-10 2-7-15,2 28-5 16,-15 14 3-16,-4 8 2 0,-2 8 3 16,0 1 0-16,0-5-3 15,0-4-10-15,12-8-16 16,-3-38-18-16,-3-6-16 16</inkml:trace>
  <inkml:trace contextRef="#ctx0" brushRef="#br0" timeOffset="28995.1026">16481 11191 66 0,'-4'-45'23'0,"-34"38"-11"16,1 7 12-16,-4 2-11 16,1 32-7-16,9 10-5 15,14 8 3-15,5 0 3 16,12 1-1-16,0-7-2 15,25-8-2-15,8-12 1 16,0-8 7-16,1-10 5 16,-12-8-2-16,3 0 1 15,0-24 9-15,-6-18-5 16,6-8-15-16,-7-13-3 16,-9-5-11-16,-9-10-3 0,0-8-5 15,0-4 4-15,-9 7 7 16,-11 19-8-16,-3 20 14 15,8 22 2-15,1 16 19 16,10 6-1-16,-1 0-2 16,5 4-16-16,0 32-14 15,0 12 13-15,0 15 1 16,0 2 12-16,7 6 1 16,9-1 3-16,-1 0-6 15,3 0-2-15,4-4-3 16,-6-7-5-16,2-3 2 15,6-4 0-15,-4-10-2 16,5-4-3-16,4-8-25 0,-20-30-29 16,-3 0-44-16</inkml:trace>
  <inkml:trace contextRef="#ctx0" brushRef="#br0" timeOffset="29633.5301">17117 11664 116 0,'-11'-22'61'15,"11"22"-37"-15,0 0 18 16,0 0-10-16,0 12-32 16,0 30-3-16,0 19 3 0,0 8 20 15,0 4-11-15,13 1 1 16,0 0-6-16,3 2-1 15,-1 0-1-15,-1-5-2 16,1-5-4-16,-10-8-29 16,-5-8-27-16,0-44-11 15,0-6-55-15</inkml:trace>
  <inkml:trace contextRef="#ctx0" brushRef="#br0" timeOffset="29835.8427">16818 12544 43 0,'60'0'21'0,"21"0"11"16,8-9 24-16,13-7-10 16,-4 4-3-16,-7 8-12 15,-12 4-31-15,-24 0 0 16,-12 1-17-16,-43 7-42 15,0 1-38-15</inkml:trace>
  <inkml:trace contextRef="#ctx0" brushRef="#br0" timeOffset="30299.1511">17017 13307 62 0,'0'88'24'16,"0"-14"15"-16,0 0-10 15,4 2 8-15,11-5-11 16,3-13-5-16,0-14-5 15,-9-22-5-15,0-12-5 16,-7-10-1-16,-2 0 11 0,2 0 12 16,5 0-8-16,2-32 3 15,6-18-21-15,12-19-2 16,2-4-16-16,7 2-3 16,-5 17-8-16,-2 14 11 15,-9 20 6-15,-7 12 5 16,-4 8 4-16,3 0-5 15,-6 23 2-15,5 22 2 16,-6 9 2-16,2 6 6 16,-7 2-2-16,2-5-2 0,0-9-1 15,0-10-1 1,7-14 0-16,-7-8-8 16,3-8-19-16,6-8-22 0,-7 0-49 15</inkml:trace>
  <inkml:trace contextRef="#ctx0" brushRef="#br0" timeOffset="30660.8572">17624 12865 114 0,'-6'-32'28'0,"6"14"17"15,37 0-29-15,17 3 0 0,6 6 16 16,-4 9-28 0,-12 0-4-16,-7 0-2 0,-20 12-9 15,-15 10-20-15,-2 8 4 16,-19 5 27-16,-24 5 1 16,-1-2 4-16,1-6-4 15,12 0 17-15,9-4 2 16,17-2-3-16,5 1-6 15,0-2 5-15,0 3-3 16,22-4-7-16,14-6 1 16,9-5 4-16,13-13-1 15,13 0 0-15,0-17-10 0,3-19-2 16,-47 13-43-16,-3-6-55 16</inkml:trace>
  <inkml:trace contextRef="#ctx0" brushRef="#br0" timeOffset="30943.9591">18734 11329 86 0,'103'-24'37'15,"-3"2"-14"-15,0 0 34 16,-4 7-23-16,-20 6-10 16,-16 9-24-16,-20 0-4 15,-20 12-38-15,-20 0-29 16,-9 5-69-16</inkml:trace>
  <inkml:trace contextRef="#ctx0" brushRef="#br0" timeOffset="31343.5657">18393 11676 53 0,'0'18'41'16,"33"-18"-36"-16,54 0 53 15,19 0-9-15,-4 0 0 16,-11 0-16-16,-18 0-1 16,-21 23-26-16,-25 13-6 15,-21 14-6-15,-6 18 3 16,-29 20 3-16,-31 17 0 16,-11 4-3-16,-2-2-7 15,3-15 3-15,14-20 5 0,16-13 2 16,11-15 0-1,12-12 2-15,10-6-2 0,7-10 3 16,0-2 0-16,2-2-2 16,30-2 6-16,14-2 9 15,19-8 8-15,9 0 5 16,-1-3-2-16,-2-15-8 16,-11 3-14-16,-4 3-5 15,-4-2-1-15,-4 4-20 16,6-1-20-16,2-2-27 15,-43 9-5-15,1-8-77 16</inkml:trace>
  <inkml:trace contextRef="#ctx0" brushRef="#br0" timeOffset="31703.3926">19458 11530 99 0,'-4'0'11'16,"4"36"-1"-16,13 46-10 16,28 17 36-16,3 1 0 15,12-3-9-15,0 0 1 16,-6-15-18-16,-5-11-3 16,-9-23-4-16,-9-18-3 15,-19-16 1-15,-1-10 0 16,-5-4 6-16,-2 0 29 15,4-20 8-15,6-33-15 16,1-24-29-16,3-22-3 16,-8-13-7-16,5-16 1 0,3 1 2 15,1 21 7-15,-1 26-1 16,-1 40 1-16,-7 22-1 16,1 11 0-16,0 7-5 15,13 0-34-15,2 29-38 16,-9-7 6-16,1 2-31 15</inkml:trace>
  <inkml:trace contextRef="#ctx0" brushRef="#br0" timeOffset="32135.5363">20356 11905 26 0,'-20'-14'102'16,"5"6"-94"-16,4 7 32 16,-1 1-13-16,1 0-25 15,-5 25-2-15,-3 15-1 16,-6 10 1-16,7 6 7 16,7-1 3-16,9-8-3 15,2-6 0-15,0-13 1 16,2-8 0-16,11-8 2 15,-1-10 1-15,-8-2-2 0,7 0 1 16,3-10 14 0,13-24 4-16,6-13-20 0,5-9-5 15,-5 0-3-15,-6 16-4 16,-10 14-2-16,-5 16 6 16,-10 10 0-16,-2 0 0 15,0 0-9-15,4 8-2 16,9 28-2-16,3 10 13 15,5 4 1-15,5-2 2 16,3-5-3-16,2-9-18 16,10-8-32-16,1-14 1 15,-32-12-1-15,2 0-39 0</inkml:trace>
  <inkml:trace contextRef="#ctx0" brushRef="#br0" timeOffset="32378.2273">20846 12246 17 0,'5'18'49'0,"-5"-8"-11"16,0-4-4-16,0-6 4 16,0 0 20-16,0 0 13 15,0 0-15-15,0 0-6 16,0-20-22-16,0-4-21 16,0-13-4-16,0-8 1 15,0-5 1-15,0-11-5 16,0-3-1-16,6 2-5 0,17 2-7 15,6 8-12 1,8 9-10-16,11 11-13 0,0 13-21 16,-30 19-25-16,-5 0-73 15</inkml:trace>
  <inkml:trace contextRef="#ctx0" brushRef="#br0" timeOffset="32662.1224">21381 11239 1 0,'-38'30'21'0,"7"20"27"16,0 14-3-16,0 13-2 15,4 11-3-15,2 6-12 16,10 3 4-16,11-10-6 15,4-6-9-15,0-9-9 16,8-4-2-16,19-7-4 16,11-7 0-16,7-8 0 15,10-14-2-15,19-16-32 16,17-16 7-16,-49 0-47 16,1-24-19-16</inkml:trace>
  <inkml:trace contextRef="#ctx0" brushRef="#br0" timeOffset="32916.8275">22457 11137 175 0,'16'-46'20'0,"-14"46"7"16,-2 0-13-16,0 26-14 15,0 26 0-15,-16 16 22 16,-15 10-3-16,-9 11-1 15,-8 6-4-15,-10 8-4 16,-12-2-2-16,-3-11-5 16,4-8 0-16,13-13-3 15,14-12-8-15,13-12-15 0,11-16-9 16,7-15-32-16,11-14-10 16,0-11-15-16</inkml:trace>
  <inkml:trace contextRef="#ctx0" brushRef="#br0" timeOffset="33151.4986">21833 11405 77 0,'0'-6'12'16,"0"6"0"-16,21 23 43 15,10 15-6-15,9 6-8 16,4 6-2-16,12 0-1 15,-5 2-20-15,3 3-2 16,-1 1-10-16,-6 6-4 0,-5 2-2 16,-1 7-5-16,-6 0-29 15,3 4-39-15,-27-57-24 16,5-10-59-16</inkml:trace>
  <inkml:trace contextRef="#ctx0" brushRef="#br0" timeOffset="33384.702">22812 12015 119 0,'0'-21'18'0,"-2"21"4"0,-23 0 3 15,9 21-6 1,1 5-3-16,2 6-6 0,3 5 1 16,6-1 9-16,4 0-8 15,0-1-3-15,0-3-3 16,0-1-1-16,18-7 4 15,6-2-5-15,5-6 0 16,0-8-4-16,4-6-12 16,6-2-29-16,-26 0-30 15,-7-18-71-15</inkml:trace>
  <inkml:trace contextRef="#ctx0" brushRef="#br0" timeOffset="33665.8686">22839 11729 115 0,'-12'-18'60'0,"12"16"-47"0,0 2 43 16,0 0-21-16,4 0-19 16,6 0-7-16,-2 0 14 15,-8 0-20-15,0 0-2 16,0 0-1-16,0 0-1 15,-2 0-6-15,-14 0 1 16,-1 0 1-16,1 0-3 16,5 0 8-16,2 0-1 15,5-16 1-15,4-9-10 0,0-5-28 16,0-6-7-16,0 20-7 16,9 0-80-16</inkml:trace>
  <inkml:trace contextRef="#ctx0" brushRef="#br0" timeOffset="34302.7861">23213 10983 91 0,'17'0'9'0,"8"8"-3"15,6 26 44-15,10 14-4 16,-4 10-7-16,1 10-10 0,-5 12-8 16,-4 17-6-16,-8 13-1 15,-13 4-4-15,-8-2-8 16,0-9 2-16,-2-13-1 16,-20-10-1-16,7-5-1 15,-6-13 0-15,3-11-1 16,3-7 1-16,-1-3 0 15,1-5 0-15,-1 0 0 16,-2 0 0-16,2 1 0 16,1-4-1-16,3-3 0 15,4-6-5-15,-5-3 0 16,1-2 2-16,-1 2 1 0,2-3 0 16,2 0 1-16,-4-2 0 15,-1 0 1-15,5-2 0 16,3 0 0-16,-5-4 0 15,8-2 0-15,-4-2 0 16,7-4 0-16,0-2 0 16,0 0 0-16,0 0 2 15,0 0 4-15,0 0 0 16,0 0 0-16,0 0-1 16,0 0 0-16,0 0-2 15,0 0-1-15,0 0 1 16,0 0 0-16,0 0 0 15,0 0-1-15,0 0-1 0,0 0-1 16,0 0 0-16,0 0 0 16,0 0-1-16,0 0-2 15,0 0-6-15,0 0 0 16,0 0 1-16,0 0 1 16,-4 0-6-16,0 0-31 15,-3 0-59-15</inkml:trace>
  <inkml:trace contextRef="#ctx0" brushRef="#br0" timeOffset="36027.9672">18220 10973 91 0,'-14'3'13'16,"14"-3"3"-16,0 0 29 15,0 0-22-15,16 0-23 16,13 0 2-16,9 0 9 16,4 0 9-16,7 0 1 15,13 0 1-15,16 0 5 0,13 0 2 16,19-14-5-1,6-4-5-15,11-3-3 0,0-3-6 16,-7-1-7-16,-8 3-2 16,-12 4 0-16,-15 0-1 15,-10 0 0-15,-6 2 0 16,-13 0-3-16,-12 2-1 16,-12 0 3-16,-8 6-1 15,-8 2-7-15,-14 4 2 16,0 2-5-16,7 0-3 15,5 4-1-15,5 20 3 16,20 4 11-16,5 2 2 16,18-2 1-16,19-2 0 15,23-6 4-15,23-2-2 16,27-1 5-16,22-2-6 0,18-1 1 16,2-6 4-16,0-8-5 15,-2 0 1-15,-18-4-2 16,-7-23 1-16,-10-11-1 15,-19-6 1-15,-24-5 0 16,-27-1 1-16,-22 4-2 16,-32 4 2-16,-12 1-3 15,-23 6-16-15,0-4-27 16,-9 31-60-16,-18 1-29 16</inkml:trace>
  <inkml:trace contextRef="#ctx0" brushRef="#br0" timeOffset="36585.3591">19409 10155 79 0,'10'26'28'0,"-6"-7"-18"16,7 10 1-16,-5 4 32 15,6 6-27-15,-6 0 2 16,3 0-10-16,-5-1-6 16,4-8 2-16,-8-2-4 15,0-2 2-15,0-2-2 16,0-2-14-16,0-19-45 15,0-3-33-15</inkml:trace>
  <inkml:trace contextRef="#ctx0" brushRef="#br0" timeOffset="36743.4644">19485 9865 90 0,'2'-37'119'15,"-2"33"-119"-15,5 4-20 16,-1 0 14-16,0 0-25 16,6 8-65-16</inkml:trace>
  <inkml:trace contextRef="#ctx0" brushRef="#br0" timeOffset="37467.1012">20071 10223 116 0,'9'-50'27'0,"-9"15"-17"16,-13 9 4-16,-12 12 7 15,3 12-18-15,-7 2-3 16,-5 22-3-16,1 27-1 15,4 10 4-15,2 5-1 16,12-1-1-16,13-5 0 16,2-6-6-16,0-10 5 0,15-10 3 15,10-14 3 1,-1-10 3-16,5-8 11 0,-2-2 3 16,4-31-6-16,3-17 1 15,-3-15-14-15,-2-9-1 16,2-10-2-16,-4-15-16 15,-3-5 2-15,-10 0-4 16,-10 10 0-16,-4 21 10 16,0 25 10-16,-11 25 8 15,-1 14 0-15,4 9-7 16,-6 18-1-16,3 38-7 16,0 20 5-16,7 13-2 15,4 1 4-15,0-8 6 16,6-5 5-16,21-11-3 0,9-10-1 15,6-12 2-15,1-9 5 16,-8-12 0 0,1-11 3-16,-14-8-5 0,0-4 3 15,5 0-1-15,2-24 0 16,2-16-6-16,9-8-8 16,-9-7-6-16,-4 8-16 15,-18 13-8-15,-4 11 8 16,-5 15 17-16,0 8-6 15,-7 0 9-15,-13 23-2 16,-1 12 4-16,6 6 4 16,9-1 4-16,6-1 3 15,0-10-6-15,0-1 0 16,13-8 2-16,5-6 6 16,6-2 4-16,3-6 2 0,-3-3-5 31,5-3-10-31,7 0-4 0,-3-1-16 0,5-23-38 31,-24 8-37-31,-8 0-26 0</inkml:trace>
  <inkml:trace contextRef="#ctx0" brushRef="#br0" timeOffset="37769.2593">20855 10285 24 0,'14'-4'9'16,"-12"4"-6"-16,7 24 12 16,-3 10 14-16,6 2-10 15,-1-6-3-15,2-7-1 16,-8-11-3-16,-3-5-6 15,-2-5-3-15,0-2 12 0,0 0 27 16,0 0 3-16,0-14-11 16,2-18-22-16,11-13-8 15,1 0-4-15,8 1-2 16,-4 6 0 0,0 12 0-16,-5 10-3 0,-4 12 5 15,-3 4-1-15,4 0-4 16,5 0-2-16,3 15 4 15,2 16 1-15,-9 0 1 16,2 4 1-16,-5-1 0 16,-6 0-1-16,-2-3-24 0,0-4-28 15,-12-22-27 1,-5-5 13-16</inkml:trace>
  <inkml:trace contextRef="#ctx0" brushRef="#br0" timeOffset="37935.3376">20724 9954 181 0,'0'-42'40'0,"0"25"-39"16,0 2 8-16,22 0 2 16,5 6-11-16,9 4-47 15,-21 5-19-15,-1 0-34 16</inkml:trace>
  <inkml:trace contextRef="#ctx0" brushRef="#br0" timeOffset="38152.6406">21297 9553 162 0,'4'0'0'0,"5"25"-12"16,9 26 12-16,-1 19 28 15,-1 18-1-15,2 8-9 16,-11 5-4-16,4-3-8 16,-9-9-4-16,-2-9-2 15,0-8-4-15,0-12-31 0,-2-53-26 16,-12-7-31-16</inkml:trace>
  <inkml:trace contextRef="#ctx0" brushRef="#br0" timeOffset="38502.3295">21237 10096 141 0,'0'-23'1'0,"15"16"1"16,22 3 20-16,13 4-4 16,-1 0-12-16,2 0-5 15,-2 0-1-15,-7 12-8 16,-4 6-10-16,-9 4 8 15,-4 4 0-15,-7 5 5 0,-7-2 2 16,-3 0 3-16,2-5 9 16,-6-6 10-16,3-2-5 15,-5-9-3-15,0 0-3 16,0-7 2-16,6 0 3 16,-8 0 3-16,2 0 0 15,0 0 1 1,-2 0 10-16,4-16-4 0,5-25-23 15,-3-13-4-15,2-12-28 16,-6-2-11-16,-2 12-31 16,0 16-1-16,0 40 28 15,0 0 2-15</inkml:trace>
  <inkml:trace contextRef="#ctx0" brushRef="#br0" timeOffset="38788.8022">22087 10046 118 0,'18'-18'28'0,"-11"10"4"16,-7 2 39-16,2 4-31 16,-2 2-28-16,0 0-7 0,0 0-5 15,0 0-3 1,-4 0-3-16,-11 20-5 15,-8 8 11-15,3 6 3 0,-3 4 0 16,12-2-3-16,5 1-7 16,6-2-14-16,0 0-6 15,0-3 0-15,27-6-6 16,6-12-4-16,-10-14-6 16,-4 0-28-16</inkml:trace>
  <inkml:trace contextRef="#ctx0" brushRef="#br0" timeOffset="39455.381">22560 10030 99 0,'29'-52'66'0,"-29"37"-28"15,-2 8 13-15,-16 5-29 0,-11 2-22 16,-5 6-7-16,-5 28 5 16,-2 10-1-16,3 0 3 15,16 0-2-15,4-3 0 16,12-8-3-16,6-7 0 15,0-5 3-15,0-6-1 16,4-4 3-16,21-5 4 16,6-6 1-16,9 0-2 15,8-8-3-15,4-20-6 16,-3-4-7-16,-7 3-12 16,-13 5 2-16,-14 10 23 15,-9 10 15-15,-6 2 21 16,0 2-7-16,0 0-15 15,0 0-14-15,0 8-2 0,0 19-5 16,0 5 7-16,0-1 0 16,0 0-1-16,2-5 1 15,13-4 0-15,3-6-6 16,5-8-11-16,5-8 8 16,6 0-4-16,8-4-1 15,4-26-3-15,4-4-1 16,-1-12-6-16,-5-8-15 15,-6-7 6-15,-11 6-6 16,-15 14 39-16,-12 11 16 16,0 16 7-16,-8 12 10 0,-11 2-31 15,-8 0 4-15,4 12-4 16,8 14 9-16,8 4 0 16,0 4 2-16,7 2-7 15,0 2 5-15,0-1-1 16,11 3 3-16,14 1 2 15,-3 2 2-15,12-1 2 16,-5-4 5-16,-7-8 1 16,-9-8-8-16,-6-10-15 15,-7-4 0-15,0-2 0 16,0 4-1-16,-9 6-1 16,-18 5 4-16,-8 6-4 15,-21 7-28-15,-11 5-9 16,34-25-43-16,-3-5-52 15</inkml:trace>
  <inkml:trace contextRef="#ctx0" brushRef="#br0" timeOffset="41375.7198">15822 15209 83 0,'-18'-7'46'15,"18"5"5"-15,-2 0 4 16,2 2-12-16,0-3-14 16,0 3-8-16,0 0-6 15,0-1-3-15,0 1-2 16,0 0-3-16,0 0-5 16,0 0-2-16,12 0 0 15,9 0 0-15,15 0 11 0,7-7-3 16,5 0-4-1,4-2-3-15,-3 1-1 0,-3 4-27 16,-5 0-18-16,-10 4-17 16,-31 0-22-16,0 0-22 15</inkml:trace>
  <inkml:trace contextRef="#ctx0" brushRef="#br0" timeOffset="41564.3722">15808 15320 166 0,'-2'16'18'0,"2"-16"-10"0,31 0 36 15,12 0-7-15,10 0-26 16,7 0-8-16,8 0-3 16,9-2-10-16,8-8-31 15,-51 4-28-15,-5-6-38 16</inkml:trace>
  <inkml:trace contextRef="#ctx0" brushRef="#br0" timeOffset="41878.9669">17524 14409 104 0,'-4'0'46'15,"4"0"-46"-15,0 27 0 16,13 21 31-16,5 18-4 16,7 10-3-16,-8 12 4 15,-1 3-6-15,-3-3-9 16,-1-2-5-16,-8-10-4 15,7-10-2-15,-7-7-2 16,6-15-3-16,1-8-18 16,-7-12-21-16,-4-24-32 15,0 0-23-15</inkml:trace>
  <inkml:trace contextRef="#ctx0" brushRef="#br0" timeOffset="42137.3202">17395 15334 120 0,'127'0'48'15,"6"-10"30"-15,17-12-12 0,-3 4-29 16,-4 8-2-16,-18 4-26 15,-27 6-9-15,-25 0-3 16,-26 0-19-16,-20 0-20 16,-27 0-20-16,0 8-45 15,-39 0-13-15</inkml:trace>
  <inkml:trace contextRef="#ctx0" brushRef="#br0" timeOffset="42746.2103">17509 16114 81 0,'0'90'41'0,"0"-10"-1"16,0 5-12-16,0-5 1 0,9-4 6 15,-5-14-17-15,7-13-5 16,-6-13-7-16,-3-17 0 16,3-8-6-16,-5-11 2 15,0 0 0-15,0 0 6 16,0-29-8-16,0-21-3 16,0-14-11-16,4-11 5 15,11 4 1-15,1 9 4 16,7 10 3-16,-2 9 1 15,8 12 2-15,0 10 8 16,0 11 5-16,-2 10-10 16,-2 0-5-16,2 26 1 15,-8 21 2-15,4 15 3 16,-7 8 3-16,-5-4 1 16,-5-8-8-16,-4-12 0 0,0-10-1 15,-2-4 1-15,0-6-2 16,6-8-2-16,-4-4-13 15,0-2-11-15,2-1-8 16,5-4 1-16,2-2-14 16,7-5-4-16,-12 0-6 15</inkml:trace>
  <inkml:trace contextRef="#ctx0" brushRef="#br0" timeOffset="43207.0552">18270 15631 156 0,'54'-20'20'16,"4"4"51"-16,-4 8-41 16,-12 5-17-16,-11 3-11 0,-4 0-2 15,-21 7-3 1,-6 18-3-16,0 13-2 0,-24 5 2 16,-18 1 2-16,-10 2 4 15,4-4 2-15,7-6-1 16,1-6 2-16,15 1 10 15,15-12 6-15,3-2-7 16,7-7-6-16,0 4-2 16,0-2 2-16,23-4 4 15,8-4 3-15,13-4 8 16,14 0 6-16,9 0-6 16,-7-16-3-16,-2 3-18 15,-12 0-7-15,-7-1-29 16,-4 4-17-16,-30 2-23 0,-3 2-45 15</inkml:trace>
  <inkml:trace contextRef="#ctx0" brushRef="#br0" timeOffset="45148.79">19010 14631 99 0,'0'0'3'15,"0"0"-3"-15,0 0 16 16,0 0-15-16,0 0-1 16,0 0-3-16,0 0 0 15,0 0 1-15,0 0-2 16,0 0 4-16,0 0 6 16,2 0 20-16,-2 0 16 15,0-3-3-15,0 1-6 16,0-2-19-16,0 0-9 15,0 2-4-15,0 2 3 16,0 0-3-16,0 0 4 0,0 0 0 16,0 0 4-1,0 0 1-15,0 0 2 0,0 0-1 16,0 0-11-16,0 0 0 16,0 0-5-16,0 0-4 15,0 10 3-15,0 12-1 16,0 11 7-16,0 6 0 15,0 4 1-15,0-1 0 16,0-4 0-16,0-6 0 16,0-10 1-16,0-10-1 15,3-5-1-15,-3-4 0 16,0-3 2-16,0 0 0 16,0 0 7-16,0 0 1 15,0 0-3-15,0 0-4 0,0 0-1 16,0 0-1-16,5 0-1 15,-5 0 0-15,0 0 2 16,0 0 0-16,0 0 1 16,0 0-3-16,0 0-6 15,0 0-8-15,0-3-19 16,0-9-69-16</inkml:trace>
  <inkml:trace contextRef="#ctx0" brushRef="#br0" timeOffset="45529.3912">19135 14177 47 0,'-28'46'6'0,"1"2"27"16,2 10 6-16,5 13-8 15,-3 13-5-15,8 12-3 16,4 8-6-16,2 6 11 16,2 1-7-16,5-5 0 15,2-6-6 1,0-3-3-16,0-5-4 0,9-6-3 0,11-10-2 15,7-7 2-15,4-12-3 16,7-8-1-16,-3-13 0 16,3-12-1-16,5-14-13 15,3-10-21-15,4 0-12 16,-35-18-24-16,-6-8-56 16</inkml:trace>
  <inkml:trace contextRef="#ctx0" brushRef="#br0" timeOffset="46033.7223">19536 14779 94 0,'0'-7'46'0,"5"7"-43"16,10 30 43-16,8 23-19 15,-6 13-9-15,1 8 2 16,-2 2-4-16,-3-2-8 16,-4-7-4-16,3-17-2 15,-10-12 0-15,-2-18-2 16,0-14 0-16,0-6 17 16,0 0 10-16,0-6-8 15,0-30-3-15,0-18-16 0,0-17-9 16,4-9-7-1,7-1-11-15,9 2-2 0,3 12 2 16,3 13 16-16,1 13 6 16,2 15 4-16,-5 15 1 15,-1 9 5-15,4 2 0 16,-10 7 3-16,1 25 5 16,2 12-1-16,-4 6-3 15,-5 4-2-15,-2 0 5 16,0-2-2-16,2-2-4 15,-7-6-2-15,3 2-2 16,0-10-1-16,-3-3 0 16,-2-5-1-16,-2-6-1 0,0-3-16 15,5-2-15 1,-3-3-11-16,-2-14-30 0,2 0-81 16</inkml:trace>
  <inkml:trace contextRef="#ctx0" brushRef="#br0" timeOffset="46394.0472">20506 15029 85 0,'-11'-18'117'0,"11"11"-112"16,0 0 58-16,0 5-21 16,0 0-28-16,11 0-14 15,-1 2 5-15,4 0 2 16,-5 0-1-16,-9 0-6 16,0 0-1-16,0 0-2 15,0 2-2-15,0 6 1 16,0-2 4-16,0-6 0 15,0 0 0-15,0 0 0 16,0 0 2-16,0 0 0 0,0 0-2 16,0 0-5-1,0 0-27-15,0-10-34 0,0 4-29 16</inkml:trace>
  <inkml:trace contextRef="#ctx0" brushRef="#br0" timeOffset="46909.4447">20842 14763 126 0,'9'12'40'0,"-7"15"-36"15,2 14 36-15,4-1-19 0,-6 4 3 16,-2 0-20-16,0-4-2 15,0-8 5-15,0-6-4 16,-10-9-1-16,-7-6 2 16,-1-3 11-16,-9-2-8 15,0-6-2-15,-4 0-5 16,5 0-15-16,-3-20-6 16,4-10 4-16,7-10-13 15,5-6-7-15,9-6 25 16,-1 4 12-16,5 6 3 15,0 6 6-15,0 14 15 16,0 5-1-16,0 3-22 16,9 1 7-16,16 2-6 15,4-1 3-15,4-2 3 16,9-2-2-16,2 1 17 0,10 0-1 16,2-1 4-16,0 4-5 15,2-2 4-15,-12 4-4 16,-3 0-7-16,-12 4-12 15,-9 0-1-15,-8 4-1 16,-8 0-3-16,-2 0-12 16,3 2-10-16,-7-2-8 15,7 2-16-15,0 0-6 16,6-2-3-16,-11 0-19 16,0-4-24-16</inkml:trace>
  <inkml:trace contextRef="#ctx0" brushRef="#br0" timeOffset="47293.8333">21131 14147 83 0,'39'-27'46'0,"-6"14"-38"16,14 1 51-16,-8 4-10 0,0 4-13 16,-8 4-11-16,-11 0-25 15,-18 0 0-15,-2 4-9 16,0 24-38-16,-29 5 25 16,-7 6 12-16,3-3 9 15,6-4 1-15,10-4 0 16,3-6 10-16,5-6 4 15,7-4-4-15,2 0 1 16,0 2-5-16,0-2-3 16,0-1 2-16,11-3 2 15,3-3 1-15,1 0 0 16,10-2-8-16,-3-3-9 16,-11 0-67-16,3 0-87 15</inkml:trace>
  <inkml:trace contextRef="#ctx0" brushRef="#br0" timeOffset="47624.5825">21640 13854 109 0,'21'0'2'16,"16"34"52"-16,-2 14-5 0,7 9 1 15,6 11-13 1,-11 10-12-16,1 12-3 0,-7 14-7 0,-6 13-7 16,-19 15-2-1,-6 4 1-15,0-6-3 16,-29-15-1-16,-2-23-1 0,-7-18 1 16,-1-9 2-16,-9-11 2 15,-2-4-2-15,0-2-2 16,1-4 1-16,7-3-4 15,11-8-15-15,4-3-15 16,10-4-10-16,-4-2-9 16,19-24-46-16,-2 0-67 15</inkml:trace>
  <inkml:trace contextRef="#ctx0" brushRef="#br0" timeOffset="49788.702">18590 17466 120 0,'0'-3'17'15,"0"-2"16"-15,17 5-7 16,16-4 19-16,17-1 3 15,-1 4-7-15,6-2-12 16,1 3-11-16,2 0-10 16,-2 0-6-16,-5 0-1 15,-4 0-1-15,-14 0-18 16,-8 7-26-16,-25-5-39 16,0-2-28-16</inkml:trace>
  <inkml:trace contextRef="#ctx0" brushRef="#br0" timeOffset="49974.9665">18712 17618 85 0,'0'10'35'16,"51"-10"0"-16,9 0 21 15,12 0-10-15,3 0-10 16,6 0-32-16,-8 0-4 15,3-2-26-15,-54 0-55 16,-6-4-105-16</inkml:trace>
  <inkml:trace contextRef="#ctx0" brushRef="#br0" timeOffset="50946.0738">20310 16645 38 0,'0'0'95'15,"2"0"-95"-15,20 4 48 16,-2 19 6-16,7 9-13 16,0 13-17-16,-8 4-10 15,-1 1-5-15,-9-4-8 16,-9-8 1-16,0-8-2 15,0-6 2-15,-25-8 3 16,-8 2 3-16,-7-8-4 0,0-5 1 16,5-5-5-16,-4 0-5 15,6-23-4-15,6-17-6 16,3-15-6 0,4-10-22-16,5-3 10 0,1 6 19 15,5 17 14-15,5 13 0 16,4 14 14-16,0 10 3 15,2-2-10-15,27 0-4 16,11 2 10-16,14 0 6 16,6 4 2-16,4 2 5 15,5 2-3-15,-2 0-1 16,-9-2-13-16,-2 2-7 16,0 0-2-16,-10 0-1 15,3-2-23-15,-7-6-20 0,-35 6-38 16,-3-9-36-16</inkml:trace>
  <inkml:trace contextRef="#ctx0" brushRef="#br0" timeOffset="51291.9937">20909 15981 110 0,'0'-19'46'0,"27"5"-44"16,15 0 21-16,5 3 19 16,-1 1-16-16,-7 9 7 15,-18 1-16-15,-11 0-17 16,-10 0-2-16,0 1-6 16,-16 30 3-16,-22 9 5 15,-5 6 7-15,1-4-5 16,9-6 2-16,10-4-4 15,8-4 0-15,11-6 3 16,4 5 4-16,0-4-3 16,0 4 0-16,15 0-1 15,14-1 0-15,9 1-3 16,11-7-4-16,11-8-30 16,-28-12-36-16,-3 0-43 15</inkml:trace>
  <inkml:trace contextRef="#ctx0" brushRef="#br0" timeOffset="51509.1472">21586 16016 103 0,'13'-12'62'0,"-13"14"-61"16,0 44 0-16,-9 34 36 16,-24 26 1-16,-15 25-10 15,-20 23-3 1,-14 17-8-16,-11 3-9 0,-19 1-3 31,-4-10-3-31,3-24-1 0,16-20-1 0,22-31-9 0,17-24-7 16,29-20-14-1,16-24-20-15,13-22-23 0</inkml:trace>
  <inkml:trace contextRef="#ctx0" brushRef="#br0" timeOffset="53235.9032">5918 16383 223 0,'0'0'33'15,"0"0"-33"-15,2 4-2 16,-2 8 1-16,10 6-7 15,1 14 8-15,-3 14 13 16,2 4-6-16,-6 2-2 0,-4-5-2 16,0-10-3-16,0-9 3 15,0-7-3-15,-4-7 3 16,-10-4 4-16,-3-8-2 16,-4-2 1-16,-1 0-5 15,-7-20-1-15,-7-17-12 16,1-13-6-16,-5-12 3 15,-1-8-2-15,6-4-2 16,10 8-8-16,14 9 26 16,11 16 1-16,0 11 9 15,18 7-9-15,24 5 5 16,14 9 3-16,17-2 7 16,12-1 10-16,9 0 12 0,-5 2-4 15,-6 2-8 1,-19 4-22-16,-11 2-3 0,-8 2-1 15,-9 0-27-15,-3 0-28 16,-31 0-16-16,-2-8-50 16</inkml:trace>
  <inkml:trace contextRef="#ctx0" brushRef="#br0" timeOffset="53625.2385">6524 15534 106 0,'40'-27'82'0,"10"4"-78"16,1 7 11-16,-7 6 9 15,-8 9-24 1,-9 1 0-16,-9 0-3 15,-5 5-1-15,-11 23-4 0,-2 13 1 16,0 7 4-16,-31 4 2 16,-9 0 1-16,-1-6-2 15,6-9 2-15,8-6 2 16,14-13 7-16,9-2 1 16,4-6 4-16,0-1-8 15,6-4-2-15,21-1 15 0,6 0 4 16,9-4 2-1,12 0-7-15,-7 0-9 0,8 0-9 16,-3 0-11-16,4 0-51 16,-38 0-42-16,-3 0-32 15</inkml:trace>
  <inkml:trace contextRef="#ctx0" brushRef="#br0" timeOffset="53858.3576">7023 16249 156 0,'-6'9'57'0,"6"-9"-46"16,44-11 3-16,16-14 24 15,14 3-4-15,2 6-13 16,-10 4-19-16,-8 10-2 15,-6 2-16-15,-19 0-37 16,-33 2-28-16,0 10-28 16</inkml:trace>
  <inkml:trace contextRef="#ctx0" brushRef="#br0" timeOffset="54041.2349">7115 16499 103 0,'14'8'36'0,"59"-8"1"16,16-10 6-16,7-8 7 16,-1 0-7-16,-3 2-28 15,-12 5-15-15,-4 2 0 16,-10-1-20-16,-52 8-39 16,-7-4-40-16</inkml:trace>
  <inkml:trace contextRef="#ctx0" brushRef="#br0" timeOffset="54502.9425">8051 15766 126 0,'0'-11'72'16,"0"11"-67"-16,0 11-5 15,2 45-2-15,24 23 2 16,13 24 30-16,7 7 0 16,8 1 0-16,6-7-6 0,0-16-16 15,-4-15-3-15,-12-26-2 16,-13-21 0-16,-10-16-2 15,-15-8 0-15,-6-2 5 16,0 0 7-16,0-28 14 16,0-22-4-16,0-24-23 15,0-16-1-15,-2-13-7 16,-12-7-4-16,1-12-6 16,0 1 0-16,8 10 2 15,1 29 11 1,-1 32 5-16,5 23 5 0,0 17-5 15,0 8 0-15,0 2-2 16,0 0-16-16,0 0-41 0,7 2 2 16,0 12-3-16,-2-2-40 15</inkml:trace>
  <inkml:trace contextRef="#ctx0" brushRef="#br0" timeOffset="55011.0015">8833 16325 100 0,'0'-45'68'0,"-9"9"-38"15,-18 4 16-15,5 16-20 16,-7 8-9-16,0 8-16 16,-7 2-1-16,-4 38-3 15,7 18 2-15,2 9 1 16,15 3-1-16,9-11 0 16,7-2 1-16,9-17-3 15,20-12 3-15,4-14 4 16,5-10-1-16,-4-4 3 15,4 0 3-15,-5-22-4 16,-4-14-4-16,5-8-1 16,-10-6-14-16,0 2-4 0,-8 4 7 15,-7 12 11 1,-5 14 1-16,-4 10 17 0,0 8 14 16,0 0-11-16,0 0-21 15,5 2-6-15,8 22-6 16,10 12 12-16,6 8 0 15,6 0 1-15,14-2-1 16,0-4-8-16,7-14-28 16,0-10-22-16,-1-14-15 15,-39 0 6-15,-5-6-2 16</inkml:trace>
  <inkml:trace contextRef="#ctx0" brushRef="#br0" timeOffset="55297.7052">9410 16367 61 0,'15'0'5'0,"10"38"42"16,6 2-4-16,0-2-7 16,-2-10-5-16,-4-10-17 15,-12-7-5-15,-9-10 1 16,-4-1 13-16,0 0 26 16,-4-1-3-16,-23-26-24 15,-6-13-17-15,-7-16 4 16,0-6 1-16,-1-6-1 15,12 7-2-15,16 7-7 16,13 18-2-16,0 4-1 16,19 2-2-16,16 12-2 15,9 1 6-15,10 8-3 0,-6 7-13 16,8 2-33-16,0 0-26 16,-38 0-34-16,0 0-40 15</inkml:trace>
  <inkml:trace contextRef="#ctx0" brushRef="#br0" timeOffset="55791.5044">10225 15412 107 0,'-15'0'26'0,"-10"45"-22"16,3 29 14-16,-7 20 15 15,4 12-10-15,8 10 1 16,8-1-6-16,9-5 0 15,0-6-6-15,31-13-7 16,13-13-2-16,10-14 5 16,-1-14-5-16,3-19-2 15,4-16 3-15,0-15-4 16,11 0-9-16,10-38-20 16,-54 2-33-16,4-4-44 0</inkml:trace>
  <inkml:trace contextRef="#ctx0" brushRef="#br0" timeOffset="56019.6668">11108 15418 127 0,'0'-19'71'16,"0"28"-69"-16,-10 41 4 16,-5 12 32-16,-3 11-17 15,-2 0-2-15,0 2-4 16,-7 3-2-16,-6 8-4 15,-9 1-2-15,-1-5-5 16,1-6 0-16,2-9-2 0,9-14-13 16,2-6-25-1,4-17-24-15,25-30-11 0,0 0-44 16</inkml:trace>
  <inkml:trace contextRef="#ctx0" brushRef="#br0" timeOffset="56279.3506">10584 15681 123 0,'0'-15'64'0,"9"15"-62"0,7 0 17 16,5 29 35-16,15 15-16 15,5 14-10-15,1 17-9 16,7 7-3-16,4 2-6 15,3 2-1-15,4-2-6 16,0 5-1-16,-2-9-1 16,0-8-1-16,-2-14-12 15,-10-18-10-15,6-14-8 16,-8-18-33-16,-32-8-46 16</inkml:trace>
  <inkml:trace contextRef="#ctx0" brushRef="#br0" timeOffset="56948.0741">11538 16220 195 0,'-10'-30'50'0,"10"4"3"16,0-2-19-16,10 0-15 15,11 8 1-15,4 6-10 16,-9 12-6-16,-3 2-4 16,3 0-6-16,-3 2 2 15,1 24-2-15,-1 6 1 16,-2 8 5-16,-4 5 0 16,0 5 1-16,-5 6-1 15,0-4 3-15,0 0-2 16,5-12 0-16,-1-8 0 15,4-9-1-15,-4-5 1 16,3-7 0-16,-5-3 1 16,-2-6 0-16,4 0 0 15,-6-2-1-15,0 0 3 0,0 0-1 16,0 0 1-16,0 0-1 16,2 0-1-16,-2 0-2 15,0 0 0-15,0 0 0 16,0 0 0-16,0 0 0 15,0 2-2-15,0-2 2 16,0 7-2-16,0 2-2 16,0 5 2-16,0 4 2 15,0-4 0-15,0 4 1 16,0-6 0-16,0-1-1 16,0-2-1-16,0-5-20 0,0 1-21 15,2-5-21-15,-2 0-27 16,0 0-39-16</inkml:trace>
  <inkml:trace contextRef="#ctx0" brushRef="#br0" timeOffset="57404.9177">11843 15069 53 0,'13'0'56'16,"-4"0"-55"-16,9 14 32 15,11 26 22-15,9 14-15 16,7 17-3-16,-1 17-6 16,-2 14-9-16,-11 15-14 0,-6 5-3 15,-11 6-3-15,-10 3-1 16,-4-5 0-16,0-8 1 15,-2-10 0-15,-19-15-2 16,-1-15 2-16,-7-15 0 16,-7-13 0-16,-1-9-2 15,-5-9 0-15,-8-5-28 16,32-27-55-16,-1 0-70 16</inkml:trace>
  <inkml:trace contextRef="#ctx0" brushRef="#br0" timeOffset="58243.6132">4472 15396 129 0,'-9'-24'62'16,"9"22"-10"-16,0 2-8 0,-2 0-22 15,2 0-22-15,0 44-9 16,11 39 2-16,22 39 7 16,10 42 20-16,1 29 0 15,12 33-9-15,0 21 2 16,2 8-4-16,0-11 1 16,0-29-5-16,5-35-4 15,-8-37-1-15,-4-39 0 16,-11-30 2-16,-11-26-2 15,-11-22-2-15,-3-17-17 16,-7-9-24-16,-2-31-24 0,-6-13 33 16,0-14-99-1</inkml:trace>
  <inkml:trace contextRef="#ctx0" brushRef="#br0" timeOffset="59609.993">4563 15182 11 0,'48'-9'29'0,"12"9"-2"15,17-4 5-15,19-3-4 16,16-4 3-16,10-1-10 16,21-4 3-16,15 2-3 15,13-2 0-15,26-4-8 16,15 1-2-16,17-10 3 15,20 1 8-15,15-8-1 16,14-4-7-16,14-2-1 16,11-3 6-16,4 4-7 0,-8-1-5 15,-25 5-5-15,-20 4 1 16,-13 2-2-16,-12 9 0 16,-1-4-1-16,-10 2 0 15,-18-4 1-15,-13 2 2 16,-19 5-3-16,-26 6 0 15,-22 7 0-15,-12-1 0 16,-15 4 0-16,1 1 0 16,-7 0 1-16,-8-1-1 15,2 4 0-15,-10-6-1 16,0 3 1-16,-9-1 0 16,-6-1 0-16,-4 2 0 0,-12-1 0 15,-9 3-1-15,-2 2-1 16,0 0-1-16,6 0-3 15,15 0 2-15,8 0 2 16,6 0 2-16,12 0 1 16,2 0-1-16,7 0 0 15,1 0 0-15,1 0 0 16,-2 0 1-16,0 0-1 16,-5 0 0-16,-4 0 1 15,-5 0 1-15,0-5-1 16,-7-4 0-16,2 4 1 15,-11-1 1-15,-12 2 3 16,-16 0-3-16,-17 4-2 0,-5 0 0 16,-5 0 0-16,0 0-1 15,0 0-4-15,0 0-1 16,0 8-1-16,6 25 1 16,6 22 5-16,3 23 1 15,1 25 2-15,1 18-3 16,10 22 1-16,4 23-1 15,7 12 3-15,3 12-2 16,1 0 1-16,-7-8 1 16,-1-15-2-16,-14-17 0 15,-5-20 0-15,-15-23-1 16,0-17 2-16,0-22 0 0,0-16 7 16,-13-12 3-1,-2-5-2-15,-3-8-3 0,2-1-2 16,-6 5-2-16,6-3-1 15,-1 4-1-15,-6-6 0 16,1 6 0-16,-14-6-1 16,-1 6 0-16,-13 3 0 15,-6-5-5-15,-6-1 2 16,-13-3 3-16,-12-1 1 16,-7-5 2-16,-4-2-2 15,-4 0 0-15,-8-2-1 16,-8 2 1-16,-9 2-1 15,-16 2 1-15,-15 2-1 16,-6 4 0-16,-23 4 0 16,-19 2 0-16,-8 0-1 0,-17 0 0 15,-14 2-5-15,-12-1 2 16,-7-8 0-16,-8 5 4 16,-7-5-1-16,1-1 1 15,-17-2-2-15,-5-2 1 16,-7 0 0-1,-8 0 1-15,5 8 0 0,12 1 0 16,20-2 0-16,23 0 0 16,24-5 1-16,23-6-1 15,37-2 1-15,33-14 0 16,33-2 4-16,29 0 3 16,22 0-3-16,26 0 2 0,19 0 0 15,9-9-7-15,0 4-7 16,31-5-7-16,12 2 7 15,12-1-16-15,3 9-39 16,-29 0-15-16,-5 0-58 16</inkml:trace>
  <inkml:trace contextRef="#ctx0" brushRef="#br0" timeOffset="68869.0907">18150 12479 6 0,'174'28'2'16,"-37"-13"-2"-16,0 7-1 16,-85-13-6-16</inkml:trace>
  <inkml:trace contextRef="#ctx0" brushRef="#br0" timeOffset="69317.6183">20996 16980 6 0,'64'107'13'0,"-14"-13"1"16,-15-10-5-16,-13-12 2 16,-10-4-8-16,-12-7-1 15,0-5-1-15,-40-4-1 16,8-44-23-16</inkml:trace>
  <inkml:trace contextRef="#ctx0" brushRef="#br0" timeOffset="70830.0737">22696 17195 0 0,'-19'-2'2'0,"4"2"4"16,-7 0-6-16,-5 0-8 15</inkml:trace>
  <inkml:trace contextRef="#ctx0" brushRef="#br0" timeOffset="73350.3471">21453 17124 54 0,'0'-1'32'15,"0"1"-9"-15,0 0 13 16,0 0-10-16,0 0-15 16,-2 0-6-16,-4 0-2 0,6 0-2 15,0 22-1-15,0 20 0 16,0 14 7-16,0 10 1 16,0 2-5-16,8-5-2 15,-4-10 0-15,7-4 1 16,-7-13-1-16,4-10-1 15,-4-10 1-15,-2-8 0 16,0-8-1-16,-2 0 2 16,0 0 1-16,2 0 5 15,-2-10 17-15,0-22-2 16,0-6-22-16,0-2-1 16,0 4 1-16,5 5-1 15,-1 2-1-15,8-2-1 16,5 1 1-16,6-2 1 15,1 4-2-15,5-2 2 16,-3 4 0-16,1 6 0 0,-2 0-1 16,-9 10 1-16,1 0 0 15,-5 0-2-15,1 4 1 16,-7 2-1-16,1 4-1 16,0 0 1-16,-5 0-2 15,3 0-1-15,-3 0 0 16,-2 0 3-16,4 0 0 15,5 0 0-15,3 18 0 0,3 4 2 16,1 8-3 0,3 3 3-16,4 2 0 0,-7 3 0 15,1-2 0-15,-5-2-1 16,-1-4 1-16,-5 5 0 16,3-2 0-16,-6-2 0 15,-1-1 0-15,-2-6 1 16,2-6-1-16,0-10 0 15,3-4 0-15,-5-4 1 16,2 0 1-16,-2 0 0 16,0 0-1-16,0 0 2 15,2 0-3-15,0 4 0 16,-2-4-3-16,2 2 1 16,5 0 1-16,-7 0 1 15,5 2 1-15,4-4-1 0,-7 4 0 16,4-4-6-16,5 0-16 15,7 0-15-15,-9 0-10 16,5 0-33-16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28:49.06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10406 10004 7 0,'78'-52'22'0,"18"-2"1"16,10 6-9-16,4 11-4 15,-8 16-10-15,-77 21-1 16,-12 0-52-16</inkml:trace>
  <inkml:trace contextRef="#ctx0" brushRef="#br0" timeOffset="1618.48">6680 6391 4 0,'0'-23'11'16,"0"11"7"-16,0 5 19 16,0-4-26-16,0 3 13 15,0 2 3-15,0 0-10 16,0 3-9-16,0-2 3 16,0 5 2-16,0 0-7 15,0 0-3-15,0 0 1 16,0 0 0-16,0 0 2 15,0 0-4-15,0 0 0 0,0 0-1 16,0 0-1-16,0 0 0 16,0 0-1-16,0 6 0 15,0 24-1-15,0 19 1 16,0 23 1-16,0 26 1 16,0 22-1-16,0 17 1 15,0 1-1-15,0-3 1 16,0-13 0-16,0-14 0 15,0-16-1-15,0-20 1 16,0-18 0-16,0-18-1 0,5-13 0 16,-5-13 2-1,0-4-2-15,2-4 0 0,-2 0 1 16,2-2 0 0,0 0-1-16,0 2 0 0,1-2-17 15,4 0-35-15,-1 0-7 16</inkml:trace>
  <inkml:trace contextRef="#ctx0" brushRef="#br0" timeOffset="2336.2919">9283 6194 63 0,'7'-12'43'0,"-7"3"-6"16,0 2 1-16,0 3-3 16,0 2-2-16,0 2-13 15,0 0-13-15,0 0-1 16,0 0-6-16,0 4-6 16,4 36-1-16,7 24 7 15,-5 31 1-15,4 25 1 16,-10 28-1-16,0 18 2 15,0 15-3-15,0 12 1 16,-7-19 0-16,4-17-1 16,3-23 0-16,0-22 0 15,0-11 0-15,0-7-13 0,8-8 5 16,-8-86-34-16,2 0-83 16</inkml:trace>
  <inkml:trace contextRef="#ctx0" brushRef="#br0" timeOffset="20989.6676">19405 1217 58 0,'-20'0'19'16,"15"0"-7"-16,3 0-12 16,-5-4 17-16,3-6 9 15,2-1-26-15,-5 2 3 16,5 0 7-16,0 4-4 15,-1-2-1-15,3-2 1 16,0 1-3-16,-2 0 11 16,0 2-13-16,-5-2-1 15,3 0 0-15,-3 0 0 0,1 0 0 16,3-2 0-16,-4-1 1 16,5 2 1-16,-2-1 3 15,-3 2-3-15,1-2-2 16,-2 2 0-16,2-2-1 15,-5-5 1-15,-1 3 1 16,2-1 0-16,-1 2-1 16,-3 4 0-16,1 0 2 15,-3 6 12-15,-13 1-14 16,-11 0-6-16,-16 19 3 16,-13 13 3-16,-8 8 0 15,-4 7-2-15,3-1 2 0,9 5 0 16,7-1-1-1,8 3-2-15,14-1 2 0,7 2 1 16,6 1-1-16,2-1 0 16,12-2 1-16,5 0-1 15,0-6 1-15,6-4-1 16,2-6-1-16,0-10 1 16,0-7 0-16,2-10 1 15,14-7 0-15,9-2 2 16,-1 0 6-16,-4 0 1 15,-4 0-4-15,-7 0-5 16,-7 0-1-16,-2 13-5 16,0 22 0-16,0 15 1 0,-25 15 5 15,-10 5 3-15,-5-5-3 16,9 2 1-16,8-5-1 16,12-3-1-16,11-1 1 15,0-8 0-15,5-8 0 16,17-8 0-16,16-10 1 15,4-8 0-15,7-10 3 16,14-6-4-16,-3 0 5 16,-12 0-3-16,-9 0-1 15,-24 0-1-15,-13 0-2 16,-2 2-2-16,-4 23-13 16,-40 13 4-16,-28 18 13 0,-20 14 4 15,-1 7 0 1,8 8-4-16,14 1 1 0,15 3-1 15,12 1-1 1,15 6 0-16,15 4 0 0,14-3 1 16,0-5 0-16,25-12-2 15,24-10-2-15,11-8 0 16,18-7 0-16,2-10-3 16,10-4 4-16,-8-5 2 15,-2-6-4-15,-9 0 1 16,-13 2 3-16,-6 6 0 15,-15 7 0-15,-10 5-1 16,-2 5-2-16,-10 6 1 16,-1 3 2-16,-1-2 1 15,3 0 0-15,3-1 1 0,16-10-1 16,2-4 0-16,16-13 0 16,17-12 2-16,9-12-1 15,17-10 4-15,14 0-1 16,8-22-1-16,9-8-2 15,2-2 1-15,-2 2-2 16,-5 9 0-16,-8 10 0 16,-9 8-2-16,-25 3 1 15,-13 4-2-15,-20 24 0 16,-9 5 0-16,-7 1 0 16,0 0 2-16,0-2 1 15,5 0 0-15,6-2 0 0,16-4 1 16,12-4 1-16,9-10 1 15,17-9 1-15,14-3 0 16,6-5-1-16,6-19-2 16,12 6 0-16,-14 6-1 15,-11 12 0-15,-27 0-1 16,-19 2-3-16,-19 22 1 16,-13 4-1-16,-6 7 0 15,-9-2 1-15,-5 2 3 16,3-7 1-16,-6-8 2 15,15-8-2-15,3-6 3 16,17-6 0-16,17 0 13 16,19-18-1-16,15-16-7 15,7-2-8-15,1 4 0 16,0 7-1-16,-1 7 0 0,-7 12 0 16,-19 6-1-16,-10 0 0 15,-20 8-3-15,-8 23 0 16,1 5 2-16,0 4-1 15,-5 0 1-15,8 0 2 16,-1-6 0-16,9-3 2 16,11-10 1-16,11-9 0 15,12-6 0-15,3-6 1 16,11 0-3-16,3-10 1 16,4-16 0-16,10-12-1 0,9-9 0 15,-5-6-1 1,-7 4 0-16,-20 13 0 15,-17 14 0-15,-21 10-1 0,-12 6-1 16,-12 2 2-16,-8 2 10 16,0 2-1-16,-5 0 0 15,-3 0-6-15,5 0-1 16,-5 0 5-16,-2 0-7 16,-9 0 0-16,-2 0-21 15,0 0-34-15,-7-10-25 16</inkml:trace>
  <inkml:trace contextRef="#ctx0" brushRef="#br0" timeOffset="21667.1626">20165 3549 66 0,'6'-33'35'0,"5"1"-9"16,-6 7 4-16,0 9-7 0,-3 5 3 15,-2 7-16-15,0 4 0 16,0 0-5-16,0 0-5 16,-27 0-4-16,-33 33-3 15,-32 17 6-15,-26 20-1 16,-15 12 0-16,-10 11-2 15,-11 7 4-15,-4 2-2 16,-4-5 2-16,-4-6 0 16,6-8 0-16,2-5 0 15,6-1 1-15,17-9-1 16,21-6 0-16,27-7-1 16,16-5 0-16,17-5 0 15,10-9 0-15,15-6 1 16,4-2 0-16,7-2 0 0,7 2 0 15,5-6-14 1,-3-1-22-16,9-21-8 0,0 0-35 16</inkml:trace>
  <inkml:trace contextRef="#ctx0" brushRef="#br0" timeOffset="22041.7219">18166 4323 75 0,'0'0'0'0,"0"4"-12"16,-31 26 12-16,-9 15 0 16,-5 5 9-16,1 1-5 15,1 3 3-15,7-5 1 16,7-1-2-1,10-4-1 1,1-6-4-16,5-6 1 0,1-6-2 16,10-6 1-16,2-7 0 0,0-6 2 15,0-7 0-15,0 0 2 16,2 0 6-16,29 0 10 16,10-2 11-16,3-10-19 15,10 2-8-15,-6-2-5 0,10 0 1 16,7 0 0-16,-5-2-1 15,10 6-4-15,7-4-25 16,-50 8-20-16,0-3-70 16</inkml:trace>
  <inkml:trace contextRef="#ctx0" brushRef="#br0" timeOffset="22668.9359">20240 1757 50 0,'12'-9'41'0,"-12"9"-23"16,0 0-2-1,0 0-16-15,0 10 0 0,0 28-13 16,-18 17 11 0,-7 13 2-16,8 2 1 0,-4 1 0 15,4 0 0-15,3 0-1 16,-1-2 3-16,1-7-3 15,3-5-4-15,-5-9-12 16,-1-14-14-16,15-34-29 16</inkml:trace>
  <inkml:trace contextRef="#ctx0" brushRef="#br0" timeOffset="23149.2256">19986 1564 63 0,'14'-67'24'15,"53"29"-12"-15,22 0-6 16,28 2 9-16,4 13 10 16,-16 12 0-16,-23 11-19 15,-33 0-6-15,-20 18-2 16,-22 25-4-1,-7 10 0-15,-44 18 1 0,-35 5 3 16,-8-2-4-16,1-5 2 0,16-15 2 16,20-12 2-16,11-15 0 15,22-6 0-15,8-11 0 16,9-2-8-16,0 5-20 16,2 2 7-16,32 9 21 15,3 2 3-15,15 6-2 16,-6 6 0-16,-4 4 2 15,-15 10-3-15,-13 10 0 16,-14 6-2-16,-2 5 2 16,-37-3 0-16,-7-9 2 15,-6-11 1-15,2-15-1 16,-4-12 0-16,-2-14 7 16,8-9 13-16,-6 0-4 15,11 0-1-15,3-19-10 16,9-3-4-16,2-4-3 0,12-7-8 15,17 17-24-15,0-3-45 16</inkml:trace>
  <inkml:trace contextRef="#ctx0" brushRef="#br0" timeOffset="23578.7331">20773 2169 26 0,'9'26'0'0,"-9"9"-3"15,-16 5 3-15,-6 8 2 16,4 0 3-16,7-2-2 16,7-8 1-16,4-10 1 15,0-10-4-15,0-8 2 16,0-8 3-16,0-2 8 15,0 0 12-15,13-4 8 16,7-25-9-16,9-12-24 16,0-7 0-16,-5 4-1 15,1 8-4-15,-17 13 0 16,2 11 4-16,-8 11 1 16,-2 1-1-16,0 0-6 15,0 12-8-15,0 18 6 0,0 6 7 16,0 4 1-16,0-3 1 15,0-6-1-15,0-3 0 16,0-2 1-16,11-4 2 16,3-3-3-16,7-7-9 15,15-6-4-15,-22-6-13 16,4 0-29-16</inkml:trace>
  <inkml:trace contextRef="#ctx0" brushRef="#br0" timeOffset="23841.9223">21239 2271 45 0,'11'-22'42'0,"-11"21"-32"16,0 1-8-16,0 0 1 0,0 0-3 15,0 8-10-15,0 16 5 16,4 6 3-16,10 0 2 16,-1 0 2-16,3 0-1 15,-10-2 1-15,1 0-1 16,-7-2 0-16,0-2-1 15,0-2 2-15,-15-4 0 16,-12-5 2-16,-4-3 0 16,-10-2 2-16,-3-7-3 15,-8 2-1-15,6-3-2 16,3 0-2-16,34 0-23 16,5-8-37-16</inkml:trace>
  <inkml:trace contextRef="#ctx0" brushRef="#br0" timeOffset="24277.8321">21651 2344 41 0,'31'-32'31'0,"-31"3"-28"15,-2 6 6-15,-19 5 16 16,2 4-16-16,-10 7-9 15,-2 7-2-15,-17 7-1 16,-2 30 1-16,-4 12 2 16,9 5-1-16,7-4 0 15,19-4 1-15,7-8-4 16,10-6 3-16,2-7-2 0,0-9 3 16,16-10 1-16,11-6 3 15,6 0 2-15,7-18-1 16,6-17-2-16,4-3-3 15,-6 2 0-15,-3 8-7 16,-22 10 0-16,-5 12 7 16,-10 6 0-16,1 0-3 15,-3 20-10-15,-2 18 6 16,0 10 7-16,0 10 8 16,0 4 5-16,0 9-8 15,-13 1 0-15,-10 8-1 0,1 2-2 16,-12 1-2-16,-1-9-8 15,20-60-32-15,1-12-32 16</inkml:trace>
  <inkml:trace contextRef="#ctx0" brushRef="#br0" timeOffset="25235.7955">21258 2873 84 0,'52'-38'1'0,"6"6"0"16,4-2 16-16,-2 2 4 0,3 2-15 16,-5-2-6-1,0-6 0-15,-5 0 3 0,-6-6-3 16,-3-1 0-16,-3-1 0 16,-10 4 0-16,-4 8-3 15,-14 12-2-15,-11 12 4 16,0 10 0-16,-2 0 1 15,0 4-8-15,0 24-5 16,0 10 11-16,0 0 1 16,0-1 1-16,0-6 0 15,0-4 0-15,2-8 1 16,8-4 1-16,-6-9 0 16,3-4-1-16,-5-2 3 15,2 0 3-15,10 0 19 16,8-24 6-16,7-9-30 0,2-3-2 15,0 4-1-15,-2 8 0 16,-4 8-5-16,-7 8 3 16,6 6 0-16,0 2-2 15,10 0 1-15,-1 0 3 16,6 0 1-16,-8 2 1 16,4-2-1-16,-1 0 1 15,-5 0 1-15,4-8 0 16,-2-12 3-16,-2-6-3 15,-4-2-2-15,-8 2 0 0,-3 4 0 16,-5 7 0 0,-9 8 0-16,0 7 2 0,0 0-2 15,0 0-2-15,0 18-20 16,-9 14 16-16,-3 2 4 16,6 2 0-16,4-6 1 15,2-6 1-15,0-4 0 16,0-8 0-16,0-8 0 15,2-2 1 1,9-2 3-16,11 0 3 0,12-20 8 16,11-12-9-16,1 0-4 15,3 2-2-15,-9 8 0 16,-4 10-1-16,-9 8 0 16,-9 4-2-16,-3 0-2 15,-1 6-2-15,-8 10 0 0,1 2 4 16,-3 0 3-16,5-2 0 15,-2-1 0-15,2-6 0 16,-3-5 1-16,1-2 2 16,7-2 2-16,1 0 2 15,14-18 3-15,12-12-8 16,-4 0-2-16,1 6 0 16,-7 6-1-16,-8 10 1 15,-15 8-1-15,-1 0-3 16,-7 0-5-16,2 2 1 15,2 14 3-15,4 0 4 16,-2 2-1-16,7-2 2 0,3-2 0 16,1 0 8-1,6-4 1-15,-3-3 0 0,5-6-1 16,-1-1-3-16,-8 0-4 16,-1 0-1-16,-15 0-42 15,0-1-83-15</inkml:trace>
  <inkml:trace contextRef="#ctx0" brushRef="#br0" timeOffset="26006.4424">20978 2959 79 0,'18'-10'20'15,"-18"10"-9"-15,0 0 12 16,0 0 1-16,0 0-18 16,-29 0-6-16,-23 25-5 15,-19 13 4-15,-7 10 0 16,-6 10 1-16,8 6 0 16,5 6 1-16,10 6 4 15,14-4-2-15,14-3-3 16,18-10 0-16,6-9 1 15,9-7 1 1,0-9-1-16,24-9 0 0,21-6 12 16,11-5 12-16,15-6 2 15,6-4-1-15,4-2-15 0,-10-2-9 16,-9 0-2-16,3 0 0 16,-5 0-10-16,0 0-22 15,0-2-9-15,-6-16-10 16,-12 4-4-16,-37 9 3 15</inkml:trace>
  <inkml:trace contextRef="#ctx0" brushRef="#br0" timeOffset="26419.1956">21303 3555 7 0,'7'-39'30'0,"-5"-4"-3"16,0 7-8-16,-2 6 3 16,0 8-5-16,0 11-2 15,0 6-6-15,0 5-4 16,0 0-5-16,-15 20-9 0,-14 23 5 15,-4 14 3-15,-3 5 1 16,5-4 0-16,6-5 0 16,9-12 0-16,10-9-2 15,1-7 2-15,5-14 0 16,0-2 1-16,0-9-1 16,7 0 4-16,13 0 5 15,14-23 3-15,1-13-8 16,5-5-4-16,-7-4-4 15,-8 5-9-15,-9 11-2 0,-12 9 14 16,-4 15 1-16,0 5 9 16,0 0-2-16,0 0-7 15,0 14-10-15,0 18 5 16,0 4 4-16,0 7 1 16,0-3 1-16,0-3 2 15,0 0-2-15,0-7-1 16,0-8-5-16,0-10-14 15,9-10-8-15,16-2 14 16,4-12 13-16,6-24-23 16,-22 12-16-16</inkml:trace>
  <inkml:trace contextRef="#ctx0" brushRef="#br0" timeOffset="26787.7991">21602 3521 40 0,'20'-26'46'0,"-18"26"-33"0,-2 0-13 16,0 10-9-16,0 19 4 15,0 4 5-15,0 5 0 16,2-6 0-16,5-6 0 16,0-8 1-16,-3-4-1 15,5-8 1-15,-9-4 1 16,2-2 2-16,4 0 28 16,8-8 5-16,9-24-6 15,10-12-30-15,5-12-1 16,-3-4 0-16,1 6 0 15,-16 12-2-15,-7 20 2 16,-3 11 1-16,-10 11 0 0,0 0-1 16,0 0-5-1,0 8-6-15,0 21 5 0,0 3 5 16,0 3 1-16,0 3 0 16,0-8 0-16,0 2 4 15,0-3-3-15,0-5-1 16,13-4-15-16,7-5-11 15,7-12 5-15,13-3-1 16,-25 0-8-16,5-7-11 16</inkml:trace>
  <inkml:trace contextRef="#ctx0" brushRef="#br0" timeOffset="27019.621">22284 3363 42 0,'0'-18'30'0,"-16"18"-28"0,-13 0-2 15,2 11 10-15,3 10-3 16,8-3 1-16,5 4-7 16,7 0 3-16,4 0-1 15,0 6-3-15,0-1 2 16,11-6-1-16,11 1 2 16,7-6-1-16,7-4 5 15,-3-8-2-15,5-4 0 16,4 0 1-16,7-24-6 15,3-18-21-15,-37 18-25 0</inkml:trace>
  <inkml:trace contextRef="#ctx0" brushRef="#br0" timeOffset="27431.4039">22767 2841 53 0,'16'-13'0'0,"-10"13"-17"15,5 39 16-15,-1 13 1 16,-8 6 0-16,-2 7 0 16,0 1 1-16,0-2 4 15,0 0 4-15,-7-6-5 16,5-6 4-16,-1-7 0 16,1-13-4-16,2-10-3 15,0-10 0-15,0-6 1 0,0-6 0 16,0 0 6-16,14-17 36 15,15-20-23-15,13-9-20 16,3-1-1-16,-5 18 0 16,-16 11-2-16,-6 10 1 15,-12 8-2-15,-3 0-6 16,4 9 2-16,-7 17 1 16,0 10 6-16,0 6 0 15,0 1 0-15,-7 1 3 16,0-6-2-16,0-3 1 15,5-8-2-15,2-3 1 16,0-6-1-16,0-5-10 0,2-8-10 16,7-5-6-16,7 0 5 15</inkml:trace>
  <inkml:trace contextRef="#ctx0" brushRef="#br0" timeOffset="27906.912">23269 3364 59 0,'15'-9'0'0,"-15"9"-14"15,0 26 14-15,0 10 5 16,-7 2 16-16,1-2-9 16,4-6-6-16,2-5-4 15,0-5 1-15,0-5-1 16,0-9-1-16,0-4 1 16,0-2 1-16,0 0 6 0,15-8 21 15,16-22-14 1,9-5-16-16,-4 3-1 0,-9 9-7 15,-3 8-1-15,-10 12 6 16,-1 3-3-16,3 0-4 16,-10 30 4-16,1 8 5 15,-7 12 0-15,0 6 1 16,0 2 0-16,0-2 3 16,-13-3-2-16,-3-7-1 15,-9-8 3-15,1-8 0 16,-3-6 0-16,5-6 4 15,-3-8 2-15,10-6 4 0,1-4 4 16,3 0 7 0,3-22-2-16,8-10-8 0,0-8-9 15,0-2 1-15,6 6-6 16,23 2-1-16,9 3 0 16,11 5-2-16,8 1 2 15,9 0-1-15,-6 9 0 16,-7 4 2-1,-10 8-1-15,-14 4-24 0,-29 0-28 16,0 0-25-16</inkml:trace>
  <inkml:trace contextRef="#ctx0" brushRef="#br0" timeOffset="44901.3143">22918 4313 2 0,'-4'-26'17'16,"2"-6"12"-16,2 0 13 15,-2 2-36-15,2 10 13 16,0-4-8-16,0-1-4 0,0 3-5 15,0 4 13-15,0 8-13 16,0 9-2-16,0-2 4 16,0 3 1-16,0 0-3 15,0 0-2-15,0 0-5 16,0 0 0-16,0 12-2 16,0 12 4-16,0 9 1 15,0 7 2-15,-11 10-1 16,-5 12 1-16,-5 14 0 15,4 9 0-15,1 5 0 0,7 2 1 16,3 6-2 0,6 8 1-16,-2 6 0 0,2 1 1 15,0-13 0-15,0-18-1 16,0-17 0-16,0-17 2 16,0-12-2-16,0-8 1 15,0-8-1-15,0-8-2 16,0-6-11-1,0-6-16-15,0 0-2 0,-9-6 6 16</inkml:trace>
  <inkml:trace contextRef="#ctx0" brushRef="#br0" timeOffset="45326.1849">21266 4891 6 0,'-70'12'8'0,"55"-12"-2"16,4 0-2-16,8 2 11 15,3 0 0-15,0 1-15 16,0 4-5-16,27 1 5 0,18-2 11 16,26-1 6-16,22 2-5 15,30-5-2-15,22 0-6 16,24-2 5-16,30 0-7 16,5 0 1-16,20 3-1 15,-8 0-2-15,-10-3 4 16,-9 0-3-16,-12 0 3 15,-25-10-2-15,-22-15-2 16,-37-2 2-16,-30 0 1 16,-24 8-2-16,-21 3 1 15,-19 5 2-15,-7 5-4 16,-22 6-36-16</inkml:trace>
  <inkml:trace contextRef="#ctx0" brushRef="#br0" timeOffset="50756.6248">21544 4718 7 0,'67'-6'8'0,"-3"0"-6"16,3 2 1-16,0 0-2 15,-3-4 1-15,1-2 8 16,-3-2-4-16,-4-4 10 15,0-2 4-15,-6 0-5 16,-10 0-2-16,-9 0-3 16,-8 2-3-16,-5-2-2 15,-3-3 0-15,4 2-2 16,-3-3-3-16,-1 1 0 16,6 3 4-16,-8 0-3 15,5 4-1-15,3 0-1 16,2 0 1-16,-4 0 0 0,6 0-1 15,0 2 1-15,0 2-1 16,2 0 1-16,-2 4 0 16,-6-2 0-16,4 4 0 15,0 0-2-15,-1 0 2 16,5 1-1-16,-2 3 1 16,2 0 0-16,-5 0 0 15,-6 0 0-15,5 0-2 16,-6 0 2-16,8 0-1 15,2 0 1-15,4 0-1 16,-2 0 1-16,6 0 0 16,5 0-1-16,1 0 2 0,-1 0-1 15,2 6 0-15,1-1 0 16,3-1-2-16,10-2 2 16,4 2 0-16,2-4-1 15,-1 4 1-15,-3 0 0 16,-10 0 0-16,4 2 0 15,-7-2 0-15,-3 3 0 16,4 2 0-16,3 0 0 16,3 2 0-16,-4-1 0 15,0-4 1-15,-4 2 0 16,-1-2-1-16,3 2 0 0,8-2 0 16,2 0 1-1,2 3 0-15,8-2-1 0,5 1 1 16,6 0-1-1,-4 1 2-15,-4-1-2 0,-9 2 0 16,-4-1 0-16,-12 1 0 16,-1-2 1-16,-16-2-1 15,-4-2 0-15,-4-1 2 16,-13-3-2-16,4 0 1 16,-8 0 2-16,2 0 0 15,3 0-3-15,-5 0 2 16,4 0 2-16,1 0 4 15,-2 0 1-15,4 0 3 16,-5 0 3-16,0 0-3 0,3 0 5 16,-5-7-7-16,3 4-6 15,2-1-2-15,-7 0 4 16,0 0-2-16,0 1-2 16,0 0 0-16,0 0 0 15,0 2 0-15,0-4-1 16,0 3-1-16,0-2 0 15,0 0 0-15,0 1 0 16,0 0 0-16,0 1-1 16,0 0 1-16,0 1 1 15,0-2 0-15,0 3-1 16,0 0 0-16,0 0 1 16,0 0 1-16,0 0-2 15,0 0 0-15,0 0 0 16,0 0-1-16,0 0 0 0,0 0 0 15,0 0-1-15,0 0 0 16,0 0-1-16,-5 0 1 16,5 0 1-16,0 0-1 15,-7 0-9-15,-2 0-17 16,-8 0 7-16,-8 0 10 16,3 6-4-16,-7-1 10 15,-5-4 4-15,3-1 1 16,-4 2 3-16,-1 1-3 15,-2-3 1-15,-4 4-1 16,-5-4 0-16,-4 1 1 16,-3-1-1-16,-4 0 0 0,-2 0 1 15,-7 0-1-15,7-4 0 16,0-8 3-16,2 4-3 16,3-4 1-16,-3 2-1 15,0 2 0-15,0-4 0 16,0 0 0-16,2 0 0 15,5-2 2-15,6 0-2 16,3 2 1-16,9-2 0 16,-1 0 2-16,10 1 1 15,-3 4-2-15,2-5 0 16,5 0 0-16,-4 0 0 16,6-4 3-16,-7 0-4 15,8 2 0-15,-6 1 0 0,3 4 0 16,5 5-1-1,-1 2-1-15,-6 4 1 0,2 0-1 16,-7 0 1-16,4 0 0 16,2 0 0-16,-6-2 0 15,4-3 0-15,1 1 0 16,-5 1 0-16,1-1-2 16,1 2-1-16,-2 2 2 15,3 0 1-15,-1 0 0 16,1 0-1-16,-3 0 1 15,3 0-1-15,-3 0 0 16,0 2 1-16,4 4 0 0,2 2 0 16,-6 0-1-16,0 4-1 15,-2-3 2-15,2 4 0 16,-4 1-1-16,-2 0 1 16,-7 0 0-16,-1 0 0 15,-3 1 0-15,4-3 0 16,-5 3 0-16,5-1 0 15,5 0-1-15,1-1 1 16,3-2-1-16,0 3-1 16,2 0 2-16,0 2-1 15,-2-2 1-15,2 4 3 16,-7 0-3-16,3 2 0 0,4 1-2 16,2-3 1-16,2 0 1 15,5-2 0-15,-2-2 0 16,0-3 1-16,-3-2-1 15,-4-1 2-15,-6 0 0 16,-13-2 0-16,0-2 0 16,-10-2-1-16,-2 0 0 15,-3 0 0-15,5 0-1 16,10-1 0-16,3 2 0 16,5 1-2-16,11-4 2 15,0 0 0-15,6 0 1 16,6 0 0-16,3 0 0 15,10 2 0-15,-3-2-1 0,7 2 3 16,0 0-3 0,0-2-4-16,0 2 0 0,0 0-2 15,0 2 0-15,0-2 3 16,0 4-4-16,0 2 5 16,11 0 2-16,3 4 0 15,8-2 0-15,-2 0 0 16,11 0 0-16,7-4 1 31,7-2 3-31,8-2-2 0,-2-2 0 0,5 0 0 16,-4 0 0-16,-8 0-1 15,-4-4 3-15,-7-8-3 16,8 0 0-16,-8-2 1 16,3 0-1-16,-5 0 0 15,0-4 0-15,2 0 1 0,3-4 2 16,5 0-1-16,-6 0-2 15,3-3 1-15,-3 2-2 16,-4-1 3-16,3-1-1 16,-5 3-2-16,-2 2 0 15,-5 2 0-15,3 4 0 16,1 0 0-16,3-1 0 16,6 3 0-16,4-1 0 15,3-1-2-15,0 3 2 16,3 0-1-16,1-1 1 15,4 2 0-15,-6 0 0 16,3 2-1-16,5-2 1 0,-8 2 0 16,-2 0-1-16,3 2 2 15,-12 2-2-15,5 2 2 16,-7 0-1-16,-2 0 0 16,-4-1 0-16,-5 3 0 15,2 0 0-15,0 0 1 16,3 0-1-16,2 0-1 15,4 0 1-15,2-1 0 16,3-5 0-16,-5-2-1 16,-4 4 1-16,0 2 0 15,0 2 0-15,-4 0-1 16,4 0 0-16,2 0 0 0,7 3 0 16,-5 14 1-16,5-2 0 15,0 2 0-15,-3-3 0 16,-2 2 0-16,3-2 0 15,-5 4-1-15,0 2 0 16,2 2-2-16,-2 2 3 16,2 2 0-16,-4 2-2 15,2 2 2-15,-3 1 0 16,1-3 0-16,0-5 0 16,2-2 0-16,-7-1 0 15,5-2 0-15,0-2 1 16,-1-2 0-16,3-2 0 15,0-1-1-15,0-2 2 16,-2-1-1-16,-5-2 0 16,1-2 0-16,3 0 1 0,3-2-1 15,4 2 0-15,8-4 0 16,3 2-1-16,10 0 3 16,-5 0-3-16,0 0 0 15,-2-2 0-15,-5 2 2 16,-7-2-2-16,-1 0 0 15,-5 2 1-15,0-2-2 16,-7 0 2-16,3 0-1 16,2 2 0-16,-1-2 0 15,-6 0 0-15,-2 0 1 16,-7 0-1-16,-4 0 1 16,-7 0-1-16,0 0 2 0,0 0 1 15,0 0-2-15,0 0 1 16,0 0 0-16,0 0-2 15,0 0 1-15,0 0 4 16,0 0 2-16,-11 0-1 16,-5 0-6-16,-6 0-1 15,-9 0-1-15,-8-2 1 16,-5 0 0-16,-5-2 1 16,3-2 2-16,-10-2 0 15,0 2-2-15,-4-2 0 16,-7 2 0-16,2 0 0 15,1-2 0-15,-1 0 0 16,3 0 0-16,4 0 0 16,0-4 1-16,4 2 1 0,6-2-2 15,-4-1 1-15,8 0-1 16,1 0 2-16,1-3-2 16,1 3 1-16,4-1 1 15,-1-3-2-15,5 1 0 16,-1 2 0-16,3-1 0 15,-2-2 0-15,2-1 0 16,-7-2 0-16,-5 0 0 16,3-1 0-16,-3-2 1 15,8 1-1-15,-7 8 0 16,2 3-1-16,-1 4 1 16,6 5 0-16,-3-4-2 15,3 2 2-15,-1 0 0 0,5 0-1 16,2 4 0-16,4 0 0 15,5 0-2-15,-3 0 2 16,4 0 1-16,1 0-2 16,-9 0 1-16,3 0 0 15,-7 0 0-15,-6 0 1 16,0 0 0-16,-5 2 0 16,-3 0-2-16,-4-2 2 15,4 0 2-15,5 0-2 16,5 0 0-16,6 0 0 15,2 0 0-15,2 2 0 0,6 1-2 16,-4 0 1-16,3 3 0 16,3 2 0-16,-8 2-1 15,2 2 0-15,1 2 0 16,-4 1 1-16,3 0 0 16,1 1 1-16,-3 2-2 15,1-2 2-15,-7 7 0 16,0-4-1-16,-1 1 1 15,-4-2 0-15,1 0 1 16,4 1-1-16,-5-1 0 16,5-2-1-16,0 0 2 15,2-1-1-15,-2-1 2 16,-7 3-2-16,0-1 0 0,0 0 0 16,-4 0 2-16,-2 0-2 15,-4 0 0-15,1 0 1 16,5-2-1-16,9 0 0 15,-5 0 0-15,5-4 1 16,-3 2 0-16,0 0-1 16,-6-2 1-16,-8 0-1 15,2-2 1-15,-4-2 1 16,4 1-2-16,-4-3 1 16,5-4 0-16,1 0 1 15,1 0-2-15,1 0 0 16,2 0 1-16,3 0 0 15,8 0-1-15,7 0 0 16,6 0 0-16,2 0 0 0,9 0 0 16,5 0-1-1,2 0 0-15,0 0-4 0,0 0 0 16,0 0-6-16,0 0-5 16,0 7 15-16,0 1-2 15,0-3 1-15,0-3 1 16,0 1-2-16,0-1 2 15,0 7 0-15,9-4 1 16,0 4 0-16,2-1 2 16,3-1-1-16,1 0 0 15,8-2 1-15,-4 0 0 16,10-1 2-16,8-2-1 0,7 0-2 16,0-2 1-1,12 0-1-15,0 0 1 0,0 0-2 16,-3 0 0-1,-2-2 2-15,-4-9 0 0,-3 2-2 32,1-4 1-32,-3-1 0 0,8-4 0 0,-4-2 1 15,1-1-1-15,4-2 0 16,-4 2 0-16,-5-2 0 16,-1 1-1-16,-1 0 2 15,-7-4 0-15,-4 0 0 16,0-2-1-16,-4 2 1 15,-4 0-2-15,8-1 0 0,5 4-1 16,2 0 0 0,6 1 1-16,2 0-1 0,4 0 1 15,-9 2-1-15,1 0 1 16,3 4 0-16,1 2 0 16,1 0-1-16,4 2 1 15,-4 1 0-15,1 0 0 16,4 1-1-16,-6 0 1 15,5-4 0-15,3 0 0 16,3-2 0-16,-2 0-1 16,-3 4 1-16,-15 2 0 15,-6 2 0-15,-9 2 0 0,-4 2 0 16,-3 0 0 0,3 4 0-16,-5-3 0 0,-2 3 0 15,2 0-2-15,0 0 0 16,3 0 1-16,1 0 0 15,1 3-1-15,1 9 1 16,6 2 0-16,-1 0 0 16,0 0 1-16,5 0 0 15,2 0 1-15,4 0-2 16,8-2 1-16,3-3 0 16,10-6 2-16,-8 3-2 15,1-3 0-15,-7 6-1 16,-2-1 0-16,-9 4 1 15,2 0-1-15,2 0 1 16,-2 0 0-16,2 0 0 0,-2 0-1 16,4 1 2-16,5-2-1 15,6 3 0-15,4 0 0 16,1-2 0-16,2 5 0 16,3-3 1-16,4-2 0 15,-2-1-1-15,-4-3 1 16,-8-2-1-16,-3 1 1 15,-3-3-1-15,-2-2 0 16,-3 0 1-16,4 0-1 16,-4-2 0-16,3 0 0 15,-3 0 0-15,-1 0 1 16,-5 0-1-16,-7 0 0 0,-1 0 0 16,-2 0 1-16,-1 0 0 15,3 0 0-15,-6-4 2 16,3-2-3-16,-1 1 1 15,4 2-1-15,-8-2 0 16,1 4 0-16,-10 1 0 16,0-3 0-16,-4 3 0 15,0 0 0-15,0 0 0 16,0 0 0-16,0 0-6 16,0 0-12-16,-8 0-3 15,-21 10-2-15,-14 15-4 16,17-15-29-16,-3-1-7 15</inkml:trace>
  <inkml:trace contextRef="#ctx0" brushRef="#br0" timeOffset="87268.8358">10439 9024 19 0,'2'-3'0'0</inkml:trace>
  <inkml:trace contextRef="#ctx0" brushRef="#br0" timeOffset="88093.3304">11713 7397 60 0,'16'-14'31'16,"-7"5"1"-16,-3 0 2 16,2 7 2-16,-6 2-16 15,-2 0-20-15,0 0-2 16,0 0-5-1,0 16 3-15,4 18 2 0,5 14 4 16,-3 11-1-16,4-1 2 16,1-6-2-16,5-6-1 15,1-10 0-15,1-10 2 16,2-10-2-16,-11-10 0 16,2-6 4-16,16 0 28 15,27-24 24-15,23-28-22 0,35-18-20 16,13-16-1-16,10-13-3 15,19-12-5-15,2-8-3 16,-7 0-1-16,-8 3 0 16,-18 12-1-16,-23 15-1 15,-23 20-14-15,-21 17-8 16,-25 25-5-16,-31 27-29 16,-17 6-33-16</inkml:trace>
  <inkml:trace contextRef="#ctx0" brushRef="#br0" timeOffset="89029.3916">7611 12242 91 0,'27'-4'36'16,"-27"4"-36"-16,0 0 6 15,0 0 16-15,0 0-9 16,0 0-2-16,0 0-3 16,0 0-5-16,0 2-3 15,0 16-2-15,0 16 2 16,0 16 2-1,-4 11 6-15,-19 2 3 0,6-4-7 16,1-15-2-16,12-12-2 16,4-16-1-16,0-6-2 15,0-10 0-15,18 0 3 0,26-10 20 16,37-42 33-16,34-30-28 16,34-33-19-16,25-27-4 15,18-19 0-15,-3-7-1 16,-15 10 0-16,-16 19-1 15,-17 23-7-15,-119 98-55 16,-6 0-34-16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1T00:31:08.89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15479 6785 19 0,'7'-20'44'15,"-7"2"-1"-15,0 2 5 16,4 0-15-16,-4-2-4 16,0 6-5-16,0 0-13 15,0 4-2-15,0 2-1 16,0 4-4-16,0 2-1 15,0 0-3-15,0 0 0 16,-9 11-3-16,-24 32-2 0,-14 17 2 16,-18 16 3-16,-10 15 0 15,-12 11 0-15,-11 9 0 16,-3 1 0-16,5-4 0 16,5-5 0-16,11-9 0 15,14-10 0-15,2-8 0 16,18-12 0-16,15-10-2 15,6-10 0-15,14-9 1 16,9-15-1-16,2-7-17 16,0-10-4-16,9-3 2 15,20-16 3-15,-14-12-18 16,3-11-94-16</inkml:trace>
  <inkml:trace contextRef="#ctx0" brushRef="#br0" timeOffset="354.1855">14817 6685 63 0,'4'-29'22'16,"2"23"-8"-16,-4 6-3 15,0 0 2-15,11 0-8 0,3 29-5 16,13 15 4 0,0 18-1-16,-1 13 1 0,1 13-1 15,0 15 1-15,7 6 0 16,0 6 1-16,4 1-1 16,0 0-1-16,-7-3-3 15,-4-11 0-15,0-8 3 16,-6-14-3-16,-3-9 0 15,-7-7 0-15,0-10 0 16,1-6 0-16,1-7-16 16,-13-41-17-16,8 0-12 15</inkml:trace>
  <inkml:trace contextRef="#ctx0" brushRef="#br0" timeOffset="668.0134">16022 7892 1 0,'-37'21'93'16,"19"-9"-91"-16,9 6-2 0,2 8 8 15,7 2 8 1,0 6-3-16,0 0-3 0,11 0-3 16,7 0-1-1,5-2-1-15,-6 0-4 0,8-2-1 16,-7-1 3-16,6-10-3 16,-6-6 0-16,-2-8-4 15,-3-5-13-15,-13 0-28 16</inkml:trace>
  <inkml:trace contextRef="#ctx0" brushRef="#br0" timeOffset="1059.7542">16114 7559 58 0,'0'-30'31'0,"0"25"-2"15,0 1-7-15,2 4 3 16,3 0-15-16,4 0-10 16,-5 0-1-16,-4 1-1 15,0 16-2-15,0 4-2 16,-25 2 0-16,-8-3 1 16,4-8-2-16,0-6 4 15,7-6 3-15,6 0 3 16,8-2 2-16,1-14-2 15,7-3 8-15,0 0 6 16,0 1-2-16,9 0-3 16,10 5-8-16,6 4-4 0,-7 5 2 15,-7 1-2-15,1 3-2 16,-10 0 1-16,-2 0-1 16,0 0-3-16,0 14-8 15,0 14-14-15,0-13-31 16,0-6-40-1</inkml:trace>
  <inkml:trace contextRef="#ctx0" brushRef="#br0" timeOffset="1314.0363">16916 7104 126 0,'-15'-16'24'0,"15"8"-5"15,0 2 23-15,37-4-24 16,28 0-12-16,13 2-6 16,4 6 2-16,-6 2-2 15,-11 0 0-15,-18 10 0 16,-9 19-15-16,-38-16-38 15,0 1-99-15</inkml:trace>
  <inkml:trace contextRef="#ctx0" brushRef="#br0" timeOffset="1486.659">16940 7447 130 0,'12'16'20'0,"57"-16"-12"15,11 0 28-15,0-10-10 16,3 6-22-16,-12 4-4 16,-4 0-1-16,-51 0-13 15,-3 0-57-15</inkml:trace>
  <inkml:trace contextRef="#ctx0" brushRef="#br0" timeOffset="1757.4965">18953 6745 106 0,'51'-32'11'16,"-51"32"-8"-16,-18 0-3 15,-27 26 0-15,-17 31 0 16,-21 19 12-16,-10 16-3 15,-14 16 4-15,5 3-2 0,1-1-4 16,17-10-5 0,14-12-1-16,12-12-1 0,12-11 0 15,8-9-3-15,9-14-26 16,29-42-31-16</inkml:trace>
  <inkml:trace contextRef="#ctx0" brushRef="#br0" timeOffset="1997.1657">18191 6623 148 0,'15'-12'26'0,"1"19"-26"15,17 43-3-15,7 16 3 0,5 10 7 16,4 14-1-16,-2 12-1 15,-1 10 0-15,-1 5-1 16,-7 3-4-16,-7-1 2 16,-6-1-2-16,-6-4-2 15,6-12-22-15,-23-82-43 16</inkml:trace>
  <inkml:trace contextRef="#ctx0" brushRef="#br0" timeOffset="2346.2567">19057 7985 143 0,'-6'0'55'16,"6"-4"-19"-16,27-23-12 15,17-5-12-15,3-2-10 16,6-2 0-16,1 6-2 15,-15 4 0-15,-5 8 1 16,-14 9-1-16,-7 4 0 16,-3 5-1-16,-6 0-1 15,0 0-2-15,1 12 0 16,-5 24-1-16,0 19 4 0,0 10 1 16,0 10 0-1,-7 4 0-15,-4 10 1 0,4 1 0 16,-2 1-1-16,3-9-2 15,-1-12-10-15,-9-4-29 16,10-60-16-16,-7-4-40 16</inkml:trace>
  <inkml:trace contextRef="#ctx0" brushRef="#br0" timeOffset="2544.8547">18827 8494 125 0,'0'-8'23'16,"23"-2"-19"0,46 0 7-16,22-2 26 0,21-2-16 15,0 4-4-15,-8 2 9 16,-8 6-13-16,-16 2-13 16,0 0 0-16,-4 0-17 15,-56 0-20-15,-2-2-60 16</inkml:trace>
  <inkml:trace contextRef="#ctx0" brushRef="#br0" timeOffset="2905.2051">20844 7203 169 0,'38'-50'21'16,"-24"50"-20"-16,7 48-1 15,8 34 0-15,-2 24 3 16,-2 11 3-16,-5-3-5 16,0-14 1-16,2-14-2 15,-1-18 1-15,-2-14-1 16,-5-17 1-16,-3-17-1 16,-7-12 0-16,-2-8 0 15,3 0 4-15,0-22 57 16,10-32-17-16,12-25-42 0,13-21 0 15,7-12-2 1,11-7 0-16,11-2-1 0,4 14 1 16,1 14-1-16,-7 25 1 15,-17 27-1-15,-15 18 0 16,-20 15-4-16,-11 8-21 16,-4 2-42-16,-4 18-32 15</inkml:trace>
  <inkml:trace contextRef="#ctx0" brushRef="#br0" timeOffset="3136.946">20730 7591 107 0,'81'0'20'0,"10"0"-4"16,16 0 26-16,-6-3-16 16,-8 1-11-16,-13 2-13 15,-8 0-2-15,-10 7-7 16,-53 0-34-16,4-3-66 16</inkml:trace>
  <inkml:trace contextRef="#ctx0" brushRef="#br0" timeOffset="3367.8314">22205 7614 73 0,'21'8'20'15,"-21"-2"-19"-15,-21 6 12 16,-8 12 22-16,5 10-16 16,-5 8-3-16,3 8 1 15,1-4-13-15,13-5 1 16,6-5-5-16,6-9 0 15,0-4 2-15,0-7-1 16,14-6 1-16,7-6 0 16,16-4 1-16,7 0-3 15,10-22-17-15,-39 2-62 0</inkml:trace>
  <inkml:trace contextRef="#ctx0" brushRef="#br0" timeOffset="3655.0353">22132 7297 63 0,'0'-48'15'0,"15"28"10"16,33 2 14-16,-2 6-4 16,10 3-11-16,-11 8-11 15,-10 1 2-15,-13 0-10 16,-8 4-5-16,-12 14-3 0,-2-2 1 15,0 0 1 1,0-3 1-16,0-6 0 0,0-3 1 16,0-4-1-16,0 0 0 15,0 0 0-15,0 0 3 16,0 0-3-16,0 0-3 16,0 0-28-16,0 0-51 15</inkml:trace>
  <inkml:trace contextRef="#ctx0" brushRef="#br0" timeOffset="37782.0764">16500 9276 52 0,'4'8'19'0,"-4"-8"-19"16,0 3 2-16,0-3 26 15,0 0-3-15,0 0-8 16,0 1-11-16,0-1-3 16,0 0 4-16,0 0 3 15,0 2-5-15,0 2-5 0,0 12-2 16,0 20-3-16,-9 26 3 16,-11 41 2-16,-16 46 0 15,-3 42 0-15,-13 50 1 16,-8 28 3-16,-5 3 0 15,7-5-1-15,9-20-2 16,9-18 0-16,7-25 0 16,6-19 1-16,2-33-2 15,6-28 1-15,-4-28-1 16,7-23 1-16,1-21-1 16,4-14-4-16,11-38-32 15,0-20-38-15</inkml:trace>
  <inkml:trace contextRef="#ctx0" brushRef="#br0" timeOffset="38208.4148">16339 9210 80 0,'119'-24'17'15,"12"4"-9"-15,29-2 20 16,40-4 10-1,34 1-19-15,28 6-5 0,27 5 3 16,25 4-2-16,38 5 4 16,38 5-9-16,13 0-4 15,2 0 1-15,10 0 0 16,-3 8 1-16,-13 3-1 0,-27-4-4 16,-57 1-1-16,-57 3-1 15,-46-1-1-15,-48 0 0 16,-41-2-2-16,-54-2-12 15,-51 0-26-15,-56-4-23 16,-34-2-116-16</inkml:trace>
  <inkml:trace contextRef="#ctx0" brushRef="#br0" timeOffset="38929.0381">18033 9544 68 0,'0'-9'6'0,"-10"9"-6"15,-32 0 0-15,-16 0 0 16,-13 20 3-16,-5 8 0 0,-4 0 4 16,8-4 6-1,15-4-1-15,12-4 1 0,20-8-6 16,19 0-6-16,4 0-1 16,2 4-1-16,0 9 1 15,20 8 3-15,20 6 0 16,4 1 3-16,1 4 2 15,-5-2-2-15,-22 1-6 16,-9 6 0-16,-9 1 1 16,-9 4-1-16,-34 0 4 15,-12 3 0-15,-5-7-1 16,0-6-1-16,8-4 0 16,15-10-2-16,3-5 1 0,16-4-2 15,12-7-3-15,6-8-26 16,0-2-35-16</inkml:trace>
  <inkml:trace contextRef="#ctx0" brushRef="#br0" timeOffset="39116.2745">18117 9978 99 0,'33'24'5'0,"-33"18"-4"16,-15 0 6-16,-12 0-1 15,-2-2 3-15,10-1-7 16,-4-3-1-16,11-3-1 16,12-2 0-16,0-9-4 0,0-22-43 15,0 0-32-15</inkml:trace>
  <inkml:trace contextRef="#ctx0" brushRef="#br0" timeOffset="39252.0709">18062 9837 94 0,'-12'-52'76'16,"12"36"-54"-16,0 4 1 16,0 4-15-16,20 2-8 15,16 6-15-15,-18 0-41 16,6 8-46-16</inkml:trace>
  <inkml:trace contextRef="#ctx0" brushRef="#br0" timeOffset="39491.6772">19010 10108 132 0,'31'4'43'0,"-31"1"-33"15,0-2 8-15,0 9-17 16,0 9-1-16,6 12 0 15,-6 14 0-15,0 3 2 16,0 2-2-16,2-6 0 16,0-10-8-16,-2-7-10 15,4-17-19-15,-2-12-27 0</inkml:trace>
  <inkml:trace contextRef="#ctx0" brushRef="#br0" timeOffset="39820.9568">19458 10285 0 0,'0'50'33'0,"0"-7"-16"16,0-13-4-16,0-7-2 15,0-11 4-15,-2-8 3 16,0-4 2-16,2 0 7 15,0 0 7-15,0-18 9 16,0-22-26-16,11-12-17 16,11 0-1-16,12 3-1 15,-3 12-2-15,0 11-2 16,-2 9 3-16,0 11 2 16,-4 6-2-16,2 0 2 15,-8 18-3-15,4 17 0 16,-8 19-5-16,-8 8-10 15,-7-34-39-15,0-2-60 16</inkml:trace>
  <inkml:trace contextRef="#ctx0" brushRef="#br0" timeOffset="40466.1015">20115 10160 33 0,'5'-86'9'15,"-5"54"24"-15,-5 16-9 16,-12 16-10-16,-3 0-14 16,-9 32-3-16,0 22-3 15,4 12 6-15,10 0 0 16,15-3 0-16,0-9 1 16,4-14 0-16,25-8 5 0,0-16 4 15,7-14 3 1,1-2 7-1,6-26 2-15,6-28-5 0,-2-16-13 16,7-19 0-16,-4-11-4 0,13-18-9 16,-3-11-12-16,-4 1-13 15,-12 13 0-15,-15 30 21 16,-15 27 13-16,-14 23 0 16,0 23 25-16,0 12-18 15,-14 7-7-15,-13 37-10 16,-4 20 9-16,3 17 1 15,1 8 3-15,11 5 0 16,7-4 1-16,9-9-1 16,0-8 0-16,15-14 1 15,14-6-1-15,7-13 0 0,-2-11 2 16,6-7 4-16,0-13 2 16,-5-9-2-16,8-2 2 15,-1-34-2-15,0-12-7 16,-3-5-2-16,-20 5-1 15,-7 10-2-15,-10 14 3 16,-2 12 1-16,0 12 2 16,-22 0-3-16,-16 16-7 15,-5 22 7-15,1 4 7 16,9 6 0-16,8-2-5 16,14 1-1-16,11-5 1 15,0-6-1-15,0-8 1 0,15-8-1 16,8-6 0-16,8-7-1 15,9-7-6-15,16 0-8 16,-34-9-47-16,5-7-69 16</inkml:trace>
  <inkml:trace contextRef="#ctx0" brushRef="#br0" timeOffset="40758.2297">21079 10662 6 0,'0'4'11'0,"0"-4"7"16,0 0 22-16,0 0 24 16,0-15-31-16,0-17-13 0,0-13-6 15,0-16-13 1,4-13-1-16,23-4-4 0,6 6-7 16,-2 16 0-16,3 17 7 15,-10 20 4-15,0 11 0 16,3 8-2-16,2 0 1 15,0 1 1-15,0 20 0 16,-11 1 2-16,-7 3-2 16,-11 4 0-16,0 7 0 15,-18 2 0-15,-20 4-11 16,13-30-40-16,6-2-30 16</inkml:trace>
  <inkml:trace contextRef="#ctx0" brushRef="#br0" timeOffset="41240.0726">21633 10088 122 0,'0'-4'14'0,"0"4"3"16,0 0-13-16,0 6-4 15,0 27-14-15,0 11 13 16,-7 6 1-16,7 0-1 15,0-4 1-15,0-4 0 16,0-10 0-16,7-8 1 0,0-10 0 16,-5-10-1-1,0-4 0-15,7 0 7 0,9-8 14 16,7-23-16-16,4-4-5 16,-1 1-7-16,-8 7-10 15,-4 12 1-15,-7 11 12 16,-3 4 4-1,1 0-4-15,-5 4-4 0,0 11 8 32,1 4 5-32,-3-3-2 0,0-6-1 0,0-6 0 15,0-4-2-15,0 0 7 16,5 0 19-16,-3 0 10 0,11-20 5 16,3-16-27-1,11-7-10-15,4-2 0 0,0 1-3 16,2 6-1-16,5 9-3 15,-5 14-2-15,1 8-2 16,-3 7 0-16,-4 0-5 16,-7 22-12-16,-20-4-29 15,0 2-31-15</inkml:trace>
  <inkml:trace contextRef="#ctx0" brushRef="#br0" timeOffset="41703.3153">22444 10124 89 0,'2'-44'14'15,"-2"28"15"-15,0 12-24 16,-8 4-5-16,-17 14-2 16,-4 24-9-16,0 17 7 15,6 1 4-15,10 0 2 16,9-6-1-16,4-12-1 15,0-9 1-15,0-14 1 16,13-9 1-16,5-6 10 16,9-4 13-16,6-28-7 15,9-12-16-15,8-10-3 16,-8-6 0-16,0-8-16 16,1-11-17-16,-10-3 14 0,-6-2 3 15,-12 11 16 1,-5 21 1-16,-10 20 32 0,0 18-8 15,0 10 3-15,0 4-3 16,0 0-25-16,0 8 0 16,0 24-7-16,-10 12 7 15,-5 6 0-15,1 3 0 16,1 3 2-16,-3 2-2 16,1 2 2-16,-1 2-2 15,5-3-1-15,7-11-18 16,4-12-13-16,0-14-19 15,0-16-2-15,6-6 0 16,19-1 47-16</inkml:trace>
  <inkml:trace contextRef="#ctx0" brushRef="#br0" timeOffset="41884.5881">22687 10293 3 0,'9'0'0'0,"-5"22"10"16,6 3 18-16,-8 6-1 16,0-5-11-16,2-4-6 15,3-8-2-15,-5-4 0 16,0-7-3-16,0-3 4 15,-2 0 26-15,2 0 20 16,6-17 2-16,0-16-41 16,12-10-12-16,-4-7 3 15,4-4-7-15,2-5-7 16,-4-5-38-16,-9 43-44 16</inkml:trace>
  <inkml:trace contextRef="#ctx0" brushRef="#br0" timeOffset="42551.5836">22883 10217 22 0,'0'18'57'0,"0"-18"-47"16,0 0 12-16,4 0 13 15,21 0-5-15,2-2-25 16,-3-13-4-1,3 2 1-15,-3-6-2 0,-4 0 0 16,1-4-5-16,-15 5-15 16,-4 4-1-16,-2 8-2 0,0 6 13 15,-18 6-19 1,-15 26 15-16,-5 9 10 0,7 0 4 16,8 0 3-16,15-3 8 15,8-8-5-15,0-7 2 16,0-8 5-16,0-9-3 15,6-4 6-15,17-2 11 16,6 0 9-16,13-12-20 16,7-11-13-16,5-6-3 15,-6 1 0-15,0 4-9 16,-19 6-2-16,-14 7 9 16,-11 10 2-16,-2 1-3 15,-2 0-4-15,0 14-2 0,0 10 8 16,-2 0-1-16,-13-6 2 15,6-4 0-15,6-8 0 16,1-4 0-16,2-2 2 16,0 0 1-16,0 0 27 15,0-6 13-15,2-22-23 16,30-10-13-16,6-1 1 16,0 6-5-16,-7 13-3 15,-4 11-1-15,-12 9 1 16,-1 0 0-16,-8 22-8 15,3 15 2-15,-9 11 2 16,0 9-1-16,0-2-3 16,-11-7-4-16,2-10-6 15,5-8-5-15,4-14-1 0,0-6-3 16,0-6-7-16,0-4 11 16,9 0 15-16,6-30 7 15,12-16-25-15,2-17 17 16,-21 31-9-16</inkml:trace>
  <inkml:trace contextRef="#ctx0" brushRef="#br0" timeOffset="42717.2216">23917 9665 120 0,'27'-22'0'0,"-27"39"-4"16,0 44 4-1,0 19 9-15,-12 9 4 0,-5 1-2 16,-1-6-5-1,-5-2-3-15,-1-5 0 0,2-7-3 16,-7-8-10-16,20-56-48 16</inkml:trace>
  <inkml:trace contextRef="#ctx0" brushRef="#br0" timeOffset="43121.2815">23618 10144 41 0,'0'20'23'0,"23"-2"-4"0,10-1 26 15,11-1-1-15,1 0-20 16,6-4-9-16,-8-4-6 16,-1-6 0-16,1-2-6 15,-8 0-1-15,3 0 0 16,2-13 0-16,-7-9 1 15,0-6-2-15,-4-2 0 16,-6-4 1-16,-7 6-2 16,-7 8-2-16,-9 8 2 15,0 8 1-15,0 4-1 16,-5 0-8-16,-19 12-2 16,-14 14 3-16,-1 5 6 0,4 0 1 15,6 0 0 1,7-3 0-16,8-2 0 0,10-4 0 15,4-2 0-15,0-4 0 16,0-4 1-16,13-6-1 16,16-6 0-16,10 0-5 15,-22-4-38-15,10-14-67 16</inkml:trace>
  <inkml:trace contextRef="#ctx0" brushRef="#br0" timeOffset="43391.0822">24576 10000 110 0,'2'-6'8'16,"-2"6"-7"-16,-22 0 8 15,-12 18 5-15,13 4-8 0,-2 2 2 16,10 0-2-16,6-1-2 16,5-2-2-16,2-1 0 15,0 1 0-15,0 1 1 16,0-3 0-16,0 2 1 15,0-7-2-15,2-6 2 16,0-2-2-16,-2-6-1 16,0 0 0-16,0 5-1 15,-2 4 1-15,-36 3 1 16,-13 2-2-16,22-10-19 0,-7-2-56 16</inkml:trace>
  <inkml:trace contextRef="#ctx0" brushRef="#br0" timeOffset="45175.6187">19492 11071 64 0,'18'-7'36'16,"-9"1"-10"-16,-7 5 25 16,0-1-11-16,-2 2-19 15,0 0-5-15,0 0 1 16,0 0-6-16,0 0-6 16,0 0-5-16,0 0-4 15,-13 14-7-15,-20 22-1 16,-25 16 11-1,-14 10 0-15,-10 6 1 0,-1 5 0 16,8-3 0 0,5-12 0-16,3-4-1 0,11-14 2 0,10-6-1 15,3-4 0-15,10-4 0 16,4-4 0-16,5-2-8 16,6-4-13-16,5-2-12 15,1-5-8-15,12-9-15 16,0 0-27-16</inkml:trace>
  <inkml:trace contextRef="#ctx0" brushRef="#br0" timeOffset="45468.7135">18825 11033 140 0,'12'-7'16'0,"-6"7"-16"16,5 11 0-16,10 23 5 15,-3 12 2-15,1 10 1 16,6 12-3-16,-5 6 5 16,7 5-3-16,-3-1-1 15,5-2-4-15,-9-2 0 16,3 2-1-16,-8-1 1 15,1-5 0-15,-3-2-2 0,1-10-4 16,-10-12-18-16,-4-46-42 16</inkml:trace>
  <inkml:trace contextRef="#ctx0" brushRef="#br0" timeOffset="46403.9896">18461 10722 79 0,'-14'8'38'0,"14"-7"-36"16,0 2 8-16,0-1 24 16,0-2-16-16,0 2-9 15,0 0-1-15,8 0 3 16,21 0 2-16,23 2 6 16,19-2-5-16,28 2-2 15,16 0-4-15,21 6 1 16,11 0-1-16,-9 2-2 15,-9-2-3-15,-19 0-1 16,-26-2-2-16,-14-2 1 16,-26 0-1-16,-17-4 0 15,-12 0 0-15,-12 0-5 16,-3-2-11-16,0 2-9 0,-3 2-15 16,-19-2-22-1,0 0-40-15</inkml:trace>
  <inkml:trace contextRef="#ctx0" brushRef="#br0" timeOffset="46991.6845">19371 11735 50 0,'-2'16'28'16,"2"8"-22"-16,0 6 3 16,0 4 16-16,0 3-10 0,0-4-10 15,0-5 1-15,0-6-4 16,0-6 1-16,0-6-3 15,0-6 1-15,0-2 1 16,0-2 14-16,11 0 18 16,5-30 0-16,9-8-33 15,6-3-1-15,2 8 0 16,-4 9-1-16,-2 10-1 16,-10 6-1-16,2 8 3 15,-4 0 0-15,-6 6-2 16,0 26-1-16,-5 12 3 15,-4 6 1-15,0 4-1 0,0-4 1 16,5-10-1 0,1-8-2-16,6-7-15 0,-6-25-14 15,5 0-42-15</inkml:trace>
  <inkml:trace contextRef="#ctx0" brushRef="#br0" timeOffset="47217.8625">20049 11492 136 0,'37'-12'9'16,"26"12"4"-16,24 0 27 15,20 0-15-15,16 0-8 0,6 10-4 16,-13 8-5-16,-14 4-7 15,-17 2-1-15,-16 0-6 16,-67-20-43-16,-2-2-62 16</inkml:trace>
  <inkml:trace contextRef="#ctx0" brushRef="#br0" timeOffset="47462.508">20898 11381 103 0,'0'-8'38'16,"0"8"-37"0,33 0 38-16,7 0-12 0,2 5-19 15,-1 13 0-15,-14 5-8 16,-12 6 2-16,-4 1-2 16,-11 2-2-16,0-2-4 15,-13-4 3-15,-25 0 3 16,-5-4 0-16,3-1 0 15,5-6-2-15,8-3-11 16,14-2-17-16,13-10-35 16</inkml:trace>
  <inkml:trace contextRef="#ctx0" brushRef="#br0" timeOffset="48026.1743">21501 11837 8 0,'10'86'22'16,"-8"-16"14"-16,2 10-2 16,3 2-10-16,-3 3-7 15,-2-9-2-15,0-12-14 16,-2-16 4-16,0-19 2 15,0-18-4-15,0-8 0 16,0-3 10-16,-6-7 27 16,-7-22-28-16,1-20-4 0,8-11-7 15,2-17-1-15,2-10-18 16,0-11-15-16,0-2-8 16,0-5 6-16,0 5 10 15,0 3 11-15,0 5 14 16,18 14 1-16,13 12 5 15,5 16-2-15,-1 16 3 16,7 11 5-16,3 14-3 16,-1 4-5-16,6 5 2 15,-8 0 2-15,-5 0 3 16,0 0 0-16,-4 14-3 16,-4 6-4-16,-7 9-3 15,-6 4-1-15,-10 3 1 0,-6 5-1 16,0-1 0-1,-13-2 0-15,-25 0 2 0,-4-2 1 16,-10 1 3-16,4-6 3 16,-4 0 4-16,1-7-2 15,-2-1-3 1,-1-5-4-16,7 0-4 0,5-5 0 16,40-13-30-16,0 0-68 15</inkml:trace>
  <inkml:trace contextRef="#ctx0" brushRef="#br0" timeOffset="63269.5022">8075 8426 143 0,'45'-38'26'16,"-43"18"-23"-16,-2 8 20 16,0-1-2-16,0 8 11 15,0 3-6-15,0-1-9 0,0 3-8 16,0 0-9-16,-14 17-3 16,-39 47-9-16,-34 42 12 15,-33 41 0-15,-34 23 2 16,-18 12-2-16,-11 3 0 15,-6 3-1-15,-9 3 1 16,7-9-2-16,-4-13-8 16,8-25-3-16,7-17-2 15,11-19 0-15,15-13-10 16,19-13-9-16,116-79-11 16,11-3-9-16</inkml:trace>
  <inkml:trace contextRef="#ctx0" brushRef="#br0" timeOffset="63693.0879">6179 8025 100 0,'15'1'13'16,"10"38"-12"-16,8 27-1 16,17 24 5-16,12 25 5 15,18 21 0-15,19 18-1 16,23 17 2-16,20 9-1 15,26 7 2-15,15 1-1 16,8 20-3-16,5 15-1 16,5 14-3-16,-3 5 0 15,-5-17-3-15,-6-22 1 16,-15-20 0-16,-16-27 2 16,-15-20 3-16,-28-20-4 15,-22-19 0-15,-17-23-2 16,-25-22-1-16,-33-20 0 0,-18-32-22 15,-37-20-85-15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29:58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9952 13568 78 0,'0'-4'123'0,"0"4"-101"0,0 0 5 15,0 0 33 1,0 0-28-16,0-2-16 0,0 1 4 15,0 1 16 1,0 0 2-16,0 0-11 0,0 0-6 16,0 0-2-16,0 0-3 15,0 0-5-15,0 0-4 16,0 0-1-16,-11 10-4 16,-9 12-2-16,-9 12 0 15,-7 12 0-15,-4 7-2 16,-1 10 2-16,-5 1 0 15,4 6 0-15,2 3 0 16,0 0 0-16,5 2-1 16,1-9 1-16,7-8 0 0,7-11-1 15,7-14 1-15,2-6-1 16,6-9 1-16,0-8-1 16,5 0-1-16,0-4-2 15,0-3-5-15,0 0-3 16,0-1-5-16,0-2-3 15,0 0-16-15,0 0-16 16,0 0-5-16,0 0-13 16,0-7-41-16</inkml:trace>
  <inkml:trace contextRef="#ctx0" brushRef="#br0" timeOffset="409.6826">9404 14069 154 0,'0'-3'104'16,"0"3"-81"-16,0 0 20 15,0 13 2-15,0 27-32 16,0 11 12-16,0 5-3 15,5-2-8-15,1 2-6 16,5-9-4-16,3-1 1 0,1-6 2 16,1-6-3-1,-3-8 2-15,4-8-3 0,-5-10 2 16,7-4 1-16,0-4 4 16,8 0 7-16,2-9 1 15,2-18 1-15,5-5-5 16,-5-2-7-16,-2 4-5 15,-5 6-1-15,-3 7-1 16,-10 8-1-16,-7 2-9 16,-2 7-21-16,-2 0-11 15,0 0-22-15,2 0-22 16,-2 0-36-16,0 0-39 16</inkml:trace>
  <inkml:trace contextRef="#ctx0" brushRef="#br0" timeOffset="1053.8393">10059 13005 207 0,'5'-5'52'0,"-5"2"-14"16,0 3 28-16,0 0-26 16,0 0-25-16,0 0-1 15,0 0 2-15,-7 0-16 0,-9 8 0 16,1 8-1-1,-3 4-2-15,5 3 2 0,1-2 1 16,8-1-3 0,4 2 0-16,0 2-4 0,0 3 0 15,12 1 4-15,5 0-4 16,3 2 3-16,-2 0 3 16,-5-2-2-16,-4 2-5 15,-7-4 5-15,-2-4 1 16,0 0 2-16,0-4-1 15,0-2 2-15,-13-1 3 16,-5-3-2-16,-2-5 3 16,-2-2 0-16,0-5-2 0,-1 0 1 15,-2 0-4-15,4-7-7 16,0-10-22-16,11-14-25 16,10 16-45-16,0-3-50 15</inkml:trace>
  <inkml:trace contextRef="#ctx0" brushRef="#br0" timeOffset="1406.2557">10104 13090 190 0,'8'0'20'0,"0"15"-14"15,0 20 52 1,3 3-25-16,1 0-17 0,-4-2-8 15,1-4 6-15,-5-2-6 16,2-4-6-16,-4-2 0 16,-2-6-2-16,0 0-2 15,0-8-19-15,0-2-11 16,0-8-14-16,0 0-1 16,0-21 6-16,0-28-15 15,-10-7 50-15,-5-4 6 16,1 8 5-16,6 13 17 15,1 12 16-15,7 6-4 16,0 7-2-16,0 4-23 16,0 2-9-16,0 6-1 15,0 0-25-15,7 2-34 16,-3 0-28 0</inkml:trace>
  <inkml:trace contextRef="#ctx0" brushRef="#br0" timeOffset="1957.1488">10253 13292 58 0,'6'45'48'0,"-1"-24"-10"15,-5-7 6-15,0-6-9 16,0-4-3-16,0-4-4 16,0 0 7-16,2 0-9 15,-2-11-1-15,3-17 2 16,-3-15-13-16,0-1-11 0,2-5-1 15,3 9-2-15,1 11 0 16,5 7-2-16,1 9-1 16,-2 12-3-16,6 1-1 15,-3 0 1-15,3 11-1 16,-3 17-2-16,-2 7 4 16,-1-2 3-16,-4 0-2 15,-1-6 3-15,-3-4 1 16,0-7-2-16,-2-6 1 15,0-6 1-15,0-4 0 16,2 0 3-16,0 0 0 16,-2-8-1-16,0-14-2 15,0-10-3-15,5-4 3 0,0 2-1 16,3 0 1-16,1 9 0 16,-2 10-1-16,-3 5 1 15,1 10 0-15,-3 0 1 16,0 0-1-16,1 1-5 15,3 22 3-15,-2 4 2 16,3 9 1-16,0-3 4 16,-2-1-3-16,1-2 1 15,1-8-3-15,-1-4 0 16,4-2-3-16,-2-4-5 16,3-2-6-16,3-5-51 15,3-5-8-15,6 0 34 16,-15-3-34-16,0-17 1 0</inkml:trace>
  <inkml:trace contextRef="#ctx0" brushRef="#br0" timeOffset="2348.0394">10658 13135 30 0,'0'-21'58'0,"0"8"-2"15,0 5-2-15,0 8-2 16,0 0-12-16,0 0-9 16,0 0-9-16,0 0-15 15,0 4-7-15,0 18 1 16,0 9 17-16,0 5-8 15,0-3-2-15,0 0-4 16,0-7-1-16,0-7-1 16,0-4-1-16,7-9-1 0,-2-4-1 15,-1-2-4 1,-1 0-1-16,1 0-1 0,7-15 7 16,3-14 3-16,3-12 1 15,-1-6-4-15,-5 7 0 16,-5 10-1-16,-4 12 1 15,2 11 0-15,-4 7 0 16,0 0 0-16,0 0-3 16,0 15-6-16,6 10 9 15,0 3 9-15,1-1-1 16,-3-6-5-16,1-2-2 16,-2-3 0-16,-1-4-1 15,0-2-4-15,0 2-21 16,2-8-21-16,3-1-22 15,5-3 25-15,-10 0-54 0</inkml:trace>
  <inkml:trace contextRef="#ctx0" brushRef="#br0" timeOffset="2572.7638">10859 12860 111 0,'-4'-28'69'16,"4"28"-17"-16,0 0 15 15,0 0-35-15,0 18-21 16,0 25-5-16,0 15 39 16,0 6-24-16,0 0-16 15,0 2 0-15,0-3-3 0,-2-5-2 16,2-6-16 0,0-10-23-16,0-10-22 0,0-12-28 15,11-20 0-15,2 0 7 16</inkml:trace>
  <inkml:trace contextRef="#ctx0" brushRef="#br0" timeOffset="2938.2466">11053 13127 68 0,'6'-8'81'0,"-6"8"-69"16,3 16 42-16,-1 10-8 15,0 3-30-15,3-3-1 16,-1-7 3-16,1-2-7 0,-1-9-5 15,0-4-5 1,8-4-1-16,-1 0 0 0,4 0 2 16,1-6 1-16,1-17-3 15,-3-1-7-15,-5-1-4 16,-7-3-1-16,-2 2 7 16,0 2 5-16,-4 1 1 15,-13 10 9-15,0 2 1 16,2 7 5-16,1 4 12 15,-1 0-8-15,-3 0-12 16,0 2 2-16,1 18-4 16,-2 9-4-16,6 0 0 0,3 2-2 15,2 1-1-15,6-3 1 16,2 2-10-16,0 1-17 16,0-4-21-16,0-21-47 15,2-6-69-15</inkml:trace>
  <inkml:trace contextRef="#ctx0" brushRef="#br0" timeOffset="3466.1206">11618 13054 55 0,'-8'-22'124'0,"-3"11"-99"15,1 1 26-15,2 4 14 16,-5 2-44-16,3 3-9 16,-1 1 9-16,-1 0-9 15,-5 0-12-15,0 14 2 16,-3 19-2-16,2 10 5 15,5 0-2-15,6-3-2 16,5-4 0-16,2-10-1 0,0-9-2 16,0-7-1-16,6-6-1 15,10-4 4-15,0 0 0 16,3-2-4-16,6-25-6 16,2-7-7-16,0-7-7 15,-3 6-4-15,-1 5-9 16,-10 12 22-16,-7 11 15 15,-6 4 10-15,0 3 24 16,0 0-6-16,0 0-20 16,0 13-2-16,0 2 10 15,0 3 0-15,0 2-9 16,2-4-1-16,5-1-5 16,-4-1-1-16,1-4 0 15,3-2-20-15,-1-6-15 16,1-2-21-16,2 0-25 15,-7 0-21-15</inkml:trace>
  <inkml:trace contextRef="#ctx0" brushRef="#br0" timeOffset="3693.6383">11722 12689 150 0,'-5'-31'82'0,"5"31"-50"16,0 0 20-16,0 28-26 15,0 15 1-15,0 12 11 16,0 3-16-16,0 5-5 16,0-3-10-16,0-4-2 0,0 0-3 15,0-3 0-15,0-7-2 16,0-6-15-16,7-6-25 16,6-10-16-16,7-13-12 15,-11-11-36-15,-1 0-23 16</inkml:trace>
  <inkml:trace contextRef="#ctx0" brushRef="#br0" timeOffset="4124.4424">11886 13003 130 0,'0'-27'70'16,"0"27"-14"0,0 0 12-16,0 0-28 0,0 0-23 15,-8 0-9-15,-4 11 0 16,-3 11 0-1,-1 6-5-15,3-1 1 0,6-1-3 16,5-2-1-16,2-3-3 16,0 2 1-16,2-5-4 15,18 1-7-15,4-5 2 16,-1-4-4-16,-1 3-2 16,-2-1 10-16,-6 4 2 15,-1 6-2-15,-5 6 0 16,2-1 4-16,-8 2 3 15,-2 0 0-15,0-2 1 16,-4-3 8-16,-14-4 9 16,-3-3 9-16,4-7 2 15,-1-5-1-15,-2-2 2 0,2-3-6 16,-2 0-7-16,-2-6-5 16,2-21-10-16,-1-7-2 15,4-3-15-15,5-2-22 16,6 5-15-16,6 2-2 15,0 4-18-15,0 20-30 16,16-2-6-16</inkml:trace>
  <inkml:trace contextRef="#ctx0" brushRef="#br0" timeOffset="4455.7511">11965 13019 48 0,'15'-16'92'0,"-15"16"-39"0,0 0-9 16,0 2-23-16,0 20-17 15,0 6 11-15,0 0 5 16,2-2-2-16,2-8-6 16,4-4-5-16,0-7-2 15,3-5-4-15,7-2-1 16,0 0 7-16,2 0-1 16,0-15-1-16,-5-2-4 15,-1-6-1-15,-3-3-2 16,-7-6-2-16,-1-4 1 15,-3-3 3-15,0 9 3 16,0 6-2-16,-9 16 0 16,-2 8 2-16,-3 0-3 0,-8 0 0 15,-2 18-1 1,-1 11 1-16,3 0-1 16,9-2-1-16,3 2-28 0,10-22-47 15,0 0-61-15</inkml:trace>
  <inkml:trace contextRef="#ctx0" brushRef="#br0" timeOffset="5255.4523">14057 13436 213 0,'4'-11'89'16,"-4"11"-67"-16,0 0 29 15,0 0 0-15,-16 5-41 16,-13 21-7-16,-13 13 1 15,-16 14 1-15,-11 14-3 0,-11 7 0 16,-5 3-2 0,3 5 6-16,3 0-1 0,6-4 2 15,9-4 0 1,8-8-3-16,9-4 1 0,11-7 0 16,7-7-4-16,10-5 0 15,7-8-1-15,8-8-1 16,4-9 1-16,0-9-4 15,0-7-11-15,0-2-13 16,0 0-26-16,4-10-27 16,6-8-18-16,-2-10-82 15</inkml:trace>
  <inkml:trace contextRef="#ctx0" brushRef="#br0" timeOffset="5563.7388">13303 14003 179 0,'0'0'68'16,"0"13"-48"-16,0 17 28 15,0 10-6-15,0 4-26 16,0 1 0 0,-11-5 7-16,0-3-6 15,2-5 0-15,0-5-1 0,7-8-2 16,0-3-5-16,2-6 3 15,0-2-7-15,0-3-3 16,2-4-2-16,15-1 3 16,10 0 3-16,7 0-1 15,6 0 0-15,5-16 0 0,-1-8-4 16,1 1-1-16,-1-6-21 16,1-2-30-16,3-4-36 15,-34 21-48-15</inkml:trace>
  <inkml:trace contextRef="#ctx0" brushRef="#br0" timeOffset="6129.8561">14170 12977 128 0,'4'-6'76'16,"-2"6"-74"-16,4 22 14 15,0 20 35-15,3 14-23 16,-5 4-23-16,0 1 1 15,2 1 2-15,-6-9-5 16,0-14-3-16,0-10 2 16,0-17-1-16,0-7 4 0,0-3 5 15,0-2 4 1,0-4 4-16,-8-33-5 0,-3-14-9 16,1-13-1-16,-7-6-2 15,5-3 1-15,-2 4-2 16,9 7 0-16,5 12 0 15,0 11-2-15,9 10 0 16,16 11 1-16,6 9 1 16,2 5 2-16,-2 4-1 15,-4 0 1-15,-4 7 0 16,-6 16-1-16,-5 1 1 16,-6 3 1-16,-6 4-1 0,0-2 3 15,0 0-1 1,-13-1 0-16,-5-2 0 15,-7-3-3-15,3-8-1 0,5 0-18 16,3-8-25-16,7-7-22 16,7 0-45-16,0 0-78 15</inkml:trace>
  <inkml:trace contextRef="#ctx0" brushRef="#br0" timeOffset="6849.6956">14469 12995 110 0,'22'-11'60'16,"-17"-2"-17"-16,-1-3 33 0,2 0-41 16,-1-5-25-16,-1 4 4 15,-1 0-2-15,-3 1-4 16,0 8-4 0,0 5 4-16,-5 3-4 0,-10 0-2 15,-4 8-2-15,-2 22-5 16,-4 9 3-16,5 3 2 15,7-4 0-15,9-6 0 16,4-9-2-16,0-2 0 16,0-10-8-16,15-8-4 15,3-3 7-15,1 0-3 16,6 0 1 0,4 0-3-16,0-7-11 0,2 3-18 15,-4 4 1-15,-8 0 14 16,-5 0-1-16,-7 0 16 0,-5 0 11 15,-2 0 3-15,0 0 34 16,0 0 20-16,0 0-2 16,0 0-9-16,0 0-8 15,0-10-17-15,0-9-5 16,0-4-9-16,0-3-6 16,0-2-1-16,0 0-4 15,18 2-12-15,2 4-6 16,0 6 6-16,-2 4-4 15,-7 8 10-15,-4 2 0 16,-5 2-1-16,-2 0 4 16,0 0-1-16,0 12 4 15,0 15 4-15,0 2 9 0,-7 2 2 16,1 0 1 0,-1-3-3-16,5-2 0 0,2-4 0 15,0-1-6-15,0-10-2 16,7 1-1-16,12-12 0 15,10 0 2-15,2 0 4 16,4-4-1-16,-2-18-1 16,-9-2-2-16,-2-1 2 15,-11-2-1-15,-4-1-1 16,-7 0 2-16,0 2 0 16,-7 1-2-16,-10 12 0 0,-4 8-2 15,0 5-5 1,-6 0 0-16,0 16-20 0,2 15-16 15,17-16-30-15,3 0-60 16</inkml:trace>
  <inkml:trace contextRef="#ctx0" brushRef="#br0" timeOffset="7345.8279">15223 13017 67 0,'0'0'53'0,"0"22"-36"16,6 24 44-16,2 12-4 15,-1 8-36-15,-5 9-11 16,-2-6 1-16,0-8-4 15,0-14 6-15,0-18 0 16,0-17-10-16,0-3 5 16,0-9 14-16,0 0 6 15,0-5 5-15,-4-25-13 16,-5-12-6-16,-3-19 0 0,2-12-6 16,-1-6-3-1,3 6-3-15,6 8-2 0,2 11 0 16,0 12-1-16,12 8-1 15,9 8 1-15,8 7-1 16,-4 6 2-16,0 5 1 16,-10 8-1-16,-1 0 0 15,-5 0-6-15,-3 21 1 16,1 7 5-16,-4 7 0 16,-3-1 0-16,0 2-9 15,0-4-22-15,0-4-24 16,0-6-7-16,0-10-15 15,0-12-30-15,0 0-23 16</inkml:trace>
  <inkml:trace contextRef="#ctx0" brushRef="#br0" timeOffset="7903.0248">15440 12929 113 0,'9'-22'75'15,"-9"22"-26"-15,0 0-9 0,0 25-35 16,0 8 13-16,0 7 12 15,0-1-17-15,0-4 0 16,4-5-5-16,5-9 0 16,0-8 0-16,0-8-8 15,0-3 2-15,0-2-2 16,5 0 5-16,3-5 1 16,5-21 2-16,1-8-8 0,2-5 0 15,-6-10-11 1,-3 2-5-16,-5 5-2 0,-7 16 7 15,-4 15 11-15,0 11 4 16,0 0 6-16,0 2-9 16,0 22 2-16,0 6 2 15,0 2 5-15,4-7-1 16,6-6-3-16,-1-7-3 16,-3-6-3-16,1-4 0 15,2-2 0-15,-2 0 1 16,1 0 3-16,4 0 0 15,-1-14 0-15,2-6-4 16,-1-7-1-16,-6-1-9 16,1 5-1-16,-7 5 0 0,0 8 10 15,0 10 1-15,0 0 0 16,0 0 3 0,-5 17 1-16,-8 8-1 0,-1 7 3 15,4-2 1-15,1-2 0 16,6-4-2-16,3-4-5 15,0-6 0-15,0-4-2 16,7-2-3-16,13-6-9 16,11-2-12-16,2 0 7 15,10-10-37-15,-28-4-29 16,-1 0-38-16</inkml:trace>
  <inkml:trace contextRef="#ctx0" brushRef="#br0" timeOffset="8280.5">15997 12884 101 0,'0'-18'76'0,"0"18"-12"0,-9 0-5 16,-13 27-29-16,-2 9-14 16,1 2 6-16,4 2-1 15,7-6-2-15,3-6 0 16,7-6-8-16,2-9-9 16,0-8-2-16,0 0-3 15,0-5 0-15,13 0 3 16,3 0 0-16,3-17-8 15,6-11-7-15,2-9 0 16,-4-11-6-16,-4-9 3 16,-7-13 4-16,-8 0 4 0,-4 5 3 15,0 20 7-15,0 21 2 16,-2 15 28-16,-2 9 8 16,0 0 0-16,0 0-14 15,0 16-19-15,0 18-3 16,-3 9 9-16,1 2-4 15,-2 5-1-15,6-5-2 16,0-4-4-16,2 2 0 16,0-4-21-16,0-7-31 15,4-7-38-15,4-25-4 16,5 0-40-16</inkml:trace>
  <inkml:trace contextRef="#ctx0" brushRef="#br0" timeOffset="8623.7166">16151 13011 229 0,'-14'0'42'0,"-1"16"-3"16,6 4 11-16,2-2-33 15,7 0 2-15,0-4-4 16,0 1-4-16,2-4-9 16,21-1 1-16,2-2 3 15,6-6 0-15,2-2-3 16,-4 0 1-16,2 0-2 15,-4-8-2-15,-5-9-7 16,-2-4 0-16,-9-1 7 16,-7 1 2-16,-4-4 2 15,0 3 8-15,0-1 6 0,-4 10-1 16,-11 3-7-16,1 4 3 16,-1 6 2-16,4 0-10 15,-3 0-2-15,-1 0-1 16,-1 7-2-16,3 4-1 15,-1-4-1-15,5 5-12 16,5-3-33-16,4-1-40 16,0-3-51-16</inkml:trace>
  <inkml:trace contextRef="#ctx0" brushRef="#br0" timeOffset="8977.8692">16779 12871 161 0,'7'-29'71'16,"-7"22"-29"-16,0 5 41 15,0 2-29-15,0 0-23 16,0 0-14-16,-3 0-5 16,-9 15-10-16,-5 14 2 0,-2 2 4 15,0 6 0-15,6-5-1 16,6-2-2-16,7-4-3 16,0-5-2-16,0-2-2 15,16-7-7-15,11-4-11 16,13-8-22-16,4 0-23 15,8-6-20-15,-32-9-46 16</inkml:trace>
  <inkml:trace contextRef="#ctx0" brushRef="#br0" timeOffset="9358.1451">17055 12811 103 0,'4'-37'63'0,"-4"36"9"0,0 1 3 15,-12 0-37-15,-9 17-26 16,-3 16 6-16,1 6-2 15,4 0-1-15,3-1 0 16,7-8-3-16,7-6-10 16,2-6-1-16,0-8-1 15,0-4 0-15,0-6-2 16,13 0 1-16,7 0-9 16,2-6-4-16,6-20-5 15,-1-7-2-15,-2 0 2 16,-6 4-2-16,-6 6 14 15,-8 11 7-15,-5 12 11 16,0 0 13-16,0 0-5 16,0 14-16-16,0 14-1 0,-8 1 7 15,2 6 1-15,4-5-4 16,0-8-4 0,2-1-2-16,0-8 0 0,0-6-3 15,0-6-4-15,13-1-17 16,7 0-10-16,5-10-22 15,6-18-26-15,-20 10 0 16,0-2-44-16</inkml:trace>
  <inkml:trace contextRef="#ctx0" brushRef="#br0" timeOffset="9550.3262">17238 12458 36 0,'0'-68'127'0,"0"68"-49"0,0 0-10 0,0 0-22 16,0 31-37-16,0 14 14 15,0 15 19-15,0 4-18 16,0 4-7-16,0-4-7 16,0-6-5-16,0-3-3 15,0-7-2-15,0-4-7 16,0-9-29-16,0-5-21 16,9-15-19-16,-3-15-58 15</inkml:trace>
  <inkml:trace contextRef="#ctx0" brushRef="#br0" timeOffset="10281.0898">17401 12780 93 0,'-7'-9'105'15,"3"0"-32"-15,2 4 17 16,-3 3-26-16,0 2-43 16,1 0 1-16,-3 0 1 15,-4 0-10-15,-5 14-9 16,-3 14-1-16,1 4 0 16,5 4 0-16,1 2 1 0,8-2-2 15,4-4-2 1,0-6-2-16,0-6-1 0,13-5 3 15,9-8-8-15,5-7-6 16,4 0 0-16,4-4-6 16,3-22-4-16,2-7-1 15,-5-4-1-15,-9 1-4 16,-8 4 8-16,-9 8 17 16,-7 9 5-16,-2 10 6 15,0 5 17-15,0 0 2 16,0 0-6-16,-2 12-2 0,-10 15-10 15,2 7 4 1,3-1-1-16,5-1-2 16,2-4-2-16,0-6-2 15,0-8-3-15,0-2-1 16,7-7 2-16,0-5 0 16,5 0 3-16,2 0 0 0,3-13-2 15,4-13-3-15,-1-10-5 16,-1-3-4-16,-5-6 2 15,-9 6-3-15,-5 12 6 16,0 13 4-16,0 9 4 16,0 5 2-16,0 0-3 15,0 0-3-15,0 0-5 16,0 14-5-16,0 12 9 0,0 5 1 16,0-3 7-16,7 0-1 15,6-7-5-15,-2-6 1 16,0-4 0-16,2-7 0 15,-2-4 1-15,5 0 0 16,-1 0-3-16,4 0-3 16,0-11-18-16,1-11-23 15,1-7-18-15,-17 14-29 16,-2-4-42-16</inkml:trace>
  <inkml:trace contextRef="#ctx0" brushRef="#br0" timeOffset="10490.8928">17893 12504 182 0,'0'-26'82'16,"0"24"-21"-16,0 2 23 15,0 0-40-15,0 0-31 0,0 16-13 16,0 22 4 0,0 15 10-16,0 8 16 0,0 1-12 15,1 1-7 1,4-7-8-16,0-4-2 0,2-4-1 15,2-8-24-15,2-5-37 16,-6-34-37-16,1-1-68 16</inkml:trace>
  <inkml:trace contextRef="#ctx0" brushRef="#br0" timeOffset="10915.3266">18292 12714 175 0,'0'-34'27'0,"-11"25"-15"16,1 2 46-16,2 5-9 16,-1 2-40-16,1 0 14 15,-11 0-1-15,-1 12-7 16,-4 11-2-16,2 4-2 16,-1 4 4-16,8 3-11 15,3 0 0-15,6 1-4 16,4 0-1-16,2-10-1 15,0-2 2-15,0-11-2 16,4-4-1-16,12-8-10 16,1 0 2-16,6 0 2 15,4-11 3-15,0-14-6 0,-2-5 2 16,0 1 3-16,-7 8 2 16,-8 5 5-16,-7 10 4 15,-3 6 22-15,0 0 17 16,0 0-6-16,0 0-27 15,0 10-10-15,0 12-3 16,0 6 3-16,0 1 0 16,0 0-8-16,2-3-39 15,12-6-23-15,2-7-3 16,-12-13-51-16,3 0-24 0</inkml:trace>
  <inkml:trace contextRef="#ctx0" brushRef="#br0" timeOffset="11127.3336">18399 13000 51 0,'5'0'50'0,"-5"0"18"16,0 0 21-16,0 0-17 16,0-7-20-16,0-9 3 15,0-6-10-15,0-6-7 16,0-4 1-16,0-1-15 16,0 4-15-16,10 4-5 15,11 4-4-15,6 0-2 16,0 3-4-16,8 2 3 15,-2 6-3-15,1 2-9 16,-3 6-19-16,-4 2-19 16,-23 0-61-16,-2 0-106 15</inkml:trace>
  <inkml:trace contextRef="#ctx0" brushRef="#br0" timeOffset="11955.2685">19305 12825 227 0,'0'-9'112'15,"0"8"-80"-15,0 1 39 16,0 0-32-16,0 0-31 16,-4 0-1-16,-14 17-2 15,-3 11-5-15,-2 9 0 0,7 0 0 16,5 2 1-16,7-5-2 16,4-6-1-16,0-6-1 15,0-7 3-15,22-8-1 16,1-4-1-16,7-3-1 15,1 0-1-15,-2-18-1 16,0-11 2-16,0-3-3 16,0-4-1-16,-5-2 0 15,-6 0 4-15,-4 5 3 16,-9 14 2-16,-5 12 0 0,0 7 3 16,0 0 0-16,0 0-5 15,0 9-7-15,0 16 3 16,0 10 4-16,0-2 8 15,0-5 0-15,4-6-2 16,2-9-5-16,2-7 0 16,-5-2 0-16,4-4 0 15,-2 0-1-15,4 0-2 16,2-10 0-16,4-14-1 16,3-2-7-16,0-9-4 15,5 0-8-15,-6-1-4 16,-5 7 6-16,-6 11 11 15,-5 14 9-15,-1 4 9 16,0 0 8-16,0 0-8 16,0 21-8-16,0 5 16 0,0 3-4 15,3 0-9-15,3-3-1 16,-1-4-3-16,7-6-2 16,2-2-25-16,3-7-23 15,6-3-37-15,-15-4-38 16,-1 0-33-16</inkml:trace>
  <inkml:trace contextRef="#ctx0" brushRef="#br0" timeOffset="12342.0063">19883 12815 152 0,'0'-17'88'0,"0"17"-9"16,-4 0-2-1,-13 0-37-15,-1 13-34 0,-1 9 4 16,1 7 0-16,1 2 4 15,3-1-5-15,5-2-4 16,2-3-5-16,5-8 0 16,2-1-4-16,0-8-9 15,0-2-13-15,11-2-12 16,10-4 0-16,0 0 3 16,8-8-6-16,-1-16 4 15,0-6 5-15,-4-2 19 16,-5-4 13-16,-6-1 8 15,-7 12 22-15,-1 6 19 0,-5 15 4 16,0 4-1 0,0 0-24-16,0 4-25 15,0 21 0-15,0 5 2 0,-2 0 6 16,-1-2-2-16,3-6-3 16,0-6-2-16,0-4-2 15,0-7-2-15,0-2-6 16,0-3-30-16,0 0-44 15,7 0-74-15</inkml:trace>
  <inkml:trace contextRef="#ctx0" brushRef="#br0" timeOffset="12568.3524">20112 12396 240 0,'2'-17'73'0,"3"17"-50"15,0 33 28-15,3 15 3 16,0 6-24-16,0 0-5 16,-4 1 4-16,1 5-15 15,-3-3-9-15,3 3-2 16,-1-3-3-16,0-6-16 16,2-4-38-16,2-9-39 15,-8-38-56-15,2 0-86 16</inkml:trace>
  <inkml:trace contextRef="#ctx0" brushRef="#br0" timeOffset="13033.8192">20411 12704 126 0,'-2'-13'56'0,"-3"8"10"16,-1 5 6-16,-1 0-21 15,-2 0-28-15,-7 0 10 16,-6 11-17-16,-2 14-10 16,-3 8 0-16,3 1-1 0,11 0-3 15,6-4-2 1,4-4 0-16,3-8-3 0,0-4 0 15,0-7-7-15,17-7 0 16,11 0-7-16,5 0-3 16,2-18-7-16,3-14-10 15,-4 3 0-15,-8-2 23 16,-3 7 12-16,-9 11 2 16,-10 4 18-16,-4 9 26 15,0 0 8-15,0 20-26 16,0 23-24-16,0 15 25 15,-2 6 5-15,0-4-18 0,-1-3-4 16,0-3-5-16,3-6-5 16,0-5-8-16,0-6-33 15,0-14-35-15,0-23-14 16,0 0-89 0</inkml:trace>
  <inkml:trace contextRef="#ctx0" brushRef="#br0" timeOffset="13755.1173">20278 13091 264 0,'-15'-6'53'0,"15"3"-38"16,3-4 52-16,24-3-13 0,6-3-42 16,5-4 8-1,0-3 3-15,0-2-14 0,0-9-8 16,-3-2-1-16,3-5-7 15,-7-3-9-15,-1-4-1 16,-4 1-5-16,-8 4-4 16,-5 10-1-16,-9 13 14 15,-4 14 12-15,0 3 1 16,0 0 7-16,0 0-6 16,0 13 0-16,-3 14 9 15,-3 5 2-15,0-2 1 16,4-5-5-16,2 0 2 15,0-9-4-15,0-5-3 16,0-4-3-16,0-6 2 16,0-1-2-16,7 0 0 0,8 0-12 15,5-3-6-15,3-17 0 16,1-7 1-16,-2-2 6 16,-2 3 2-1,-8 10 9-15,-4 5 0 0,-8 11 22 16,0 0 9-16,0 0-3 15,0 0-12-15,0 0-9 16,0 17-5-16,0 2 5 16,0 8 2-16,0-4-5 15,0 2-1-15,0-4-2 16,0-2-1-16,0-5-8 16,0-2-17-16,9-7-6 15,0-2-15-15,3-3-3 16,-2 0-26-16,7-11 15 0,0-16 13 15,0-4 16-15,1 0 8 16,-2-3 23-16,-6 8 21 16,-3 9 5-16,-4 9 32 15,-3 8 7-15,0 0-12 16,0 0-22-16,0 21-19 16,0 6 6-16,0 10 15 15,0-6-19-15,0-2-1 16,0-5-5-16,0-7-7 15,0-4-1-15,0-5-12 16,0-7-34-16,0-1-47 16,3 0-68-16</inkml:trace>
  <inkml:trace contextRef="#ctx0" brushRef="#br0" timeOffset="13872.6984">20972 12618 205 0,'2'-22'48'0,"1"17"-48"16,-1 5-5-16,0 0 4 16,-2 0-104-16</inkml:trace>
  <inkml:trace contextRef="#ctx0" brushRef="#br0" timeOffset="14570.304">20972 12618 15 0,'87'153'207'0,"-87"-153"-205"15,0 0 39-15,9 0 22 16,1 0-46-16,0 0 14 16,-1 0 1-16,-3 0-3 15,6 0-18-15,-1 0-4 16,3 0-3-16,-4 0-1 15,1 0-3-15,-2-6-6 16,-1-6-4-16,-2-2 5 0,-4-1 5 16,-2 3 0-16,0 4 1 15,0 4-1-15,0 4-4 16,-2 0 4-16,-9 0 0 16,-1 4 0-16,-3 16 0 15,1 4 1-15,4 1 2 16,1 0 2-16,9 0-2 15,0 2-3-15,0-4 3 16,4 1-3-16,19-5 0 16,1-2 0-16,5-7-9 15,4-8-14-15,0-2-8 16,1 0-8-16,-2-13-7 16,-4-8 5-16,-3-1 28 0,-8-1 13 15,-4 4 3 1,-3 4-1-16,-3 6 3 0,-5 5 7 15,-2 4 12-15,1 0-11 16,-1 0-8-16,3 4-1 16,-1 10 19-16,-2-4-9 15,0-2 2-15,0-5 0 16,0-3 4-16,0 0 10 16,0 0 0-1,0 0-5-15,0 0-4 0,-6 0 2 16,1-1 4-16,1-14-3 15,4-2 5-15,0-6-3 0,0 1-9 16,0 3-1-16,20 1-16 16,8 4-1-16,2 4-2 15,-1 7 0-15,0 1-2 16,2 2-4-16,-2 0-27 16,-1 0-26-16,4 0-13 15,-26 0-32-15,-3 0-54 16</inkml:trace>
  <inkml:trace contextRef="#ctx0" brushRef="#br0" timeOffset="15547.5708">15242 13643 118 0,'2'-18'77'0,"-2"6"-59"16,0 0 33-16,0 0-1 16,-2-3-25-16,-9 5-8 15,-3 2 18-15,-1 0 0 16,-3 3-11-16,-3-1 3 15,4 6-9-15,-6 0-13 16,1 0-5-16,-2 0-3 16,-1 15 1-16,1 7 0 15,1 7 2-15,4 5-1 16,5 12 1-16,7 12 1 16,7 8-1-16,0 7 7 15,0-3-1-15,5-4-4 31,9-5 1-31,1-6-3 0,-1-5 1 0,-4-7-1 0,-3-6 1 16,-5-8-1-16,0-7-1 16,-2-5-5-16,0-3-11 15,0-2-17-15,0-5-25 16,-2-7-18-16,-4 0-31 16,-3 0-57-16</inkml:trace>
  <inkml:trace contextRef="#ctx0" brushRef="#br0" timeOffset="16084.7294">14836 14051 151 0,'11'-9'37'16,"34"5"13"-16,13-2 32 16,7-2-21-16,-1-2-9 15,-8 2-7-15,-10 3-24 16,-10 2-16-16,-7 3-4 15,-6-2-1-15,-6 2-4 16,-3-3-21-16,-3 1-13 16,-2-1-3-16,-2-5-2 15,-3-1 9-15,-4 0 12 16,0 0 8-16,0 4 8 16,0 3 4-16,0 2-1 0,0 0 2 15,-7 0 0-15,0 4 1 16,1 16 4-16,1 6 8 15,1-1 1-15,2 5 2 16,2-9 1-16,0-6 0 16,0 0-3-16,0-4-7 15,0-8-3-15,0 0-3 16,0-3 0-16,0 0-1 16,2 0-7-16,7 0-6 15,2-11 4-15,2-15 4 16,3 0-14-16,-5 2-2 15,-4 6 10-15,-3 12 10 0,-4 6 2 16,0 0 13-16,0 0 4 16,2 13-17-16,5 9 13 15,4 4 8-15,0-3-12 16,-1-5-2-16,-2-6-5 16,-1-2-2-16,-1-6-1 15,4-1-19-15,-2-3-23 16,1 0-32-16,-7 0-28 15</inkml:trace>
  <inkml:trace contextRef="#ctx0" brushRef="#br0" timeOffset="16445.1582">15538 13998 35 0,'13'10'58'15,"-2"20"-8"-15,3 0-6 0,-5-2 15 16,2-5-54-16,-4-10 11 15,-5-6-14-15,0-6 2 16,-2-1 0-16,0 0 16 16,0 0 4-16,0-6-3 15,0-12-8-15,0-6-13 16,0-7 2-16,2 4-1 16,5-1-1-16,5 2 0 15,3 2 0-15,1 4-1 16,-1 4 1-16,-1 8 2 15,-6 4 2-15,-3 4 5 16,-3 0-6-16,-2 0-3 0,0 6-4 16,0 20 4-16,2 4 3 15,-2 3 1-15,0 2-4 16,0-7-5 0,0-4-22-16,0-6-18 0,0-7-25 15,4-11-17-15,3 0-36 16</inkml:trace>
  <inkml:trace contextRef="#ctx0" brushRef="#br0" timeOffset="16850.7132">15946 13862 165 0,'0'-19'78'0,"0"19"-11"0,-9 0-8 15,-7 12-24-15,1 15-23 16,-1 3 8-16,5 4 2 15,2 0-4-15,4 2-6 16,5-1 1-16,0-4-7 16,0-5-6-16,0-7 0 15,14-2-2-15,1-9-1 16,4-7-18-16,0-1-12 16,6 0-6-16,-1-8-10 15,5-18 14-15,0-7-13 16,-4-2 0-16,-3-5 17 15,-8 3 16-15,-6 6 14 0,-3 11 1 16,-5 11 14 0,0 9 21-16,0 0 1 0,0 0-8 15,0 19-13-15,0 14 7 16,0 2 9-16,0 0-16 16,0-3-2-16,4-6-6 15,3-6-6-15,4-4-1 16,0-6 0-16,3-6-31 15,5-4-27-15,-13 0-73 16</inkml:trace>
  <inkml:trace contextRef="#ctx0" brushRef="#br0" timeOffset="17014.1765">16177 13721 133 0,'-29'-32'127'16,"27"30"-84"-16,2 2 4 15,0 0-41-15,0 0-6 16,0 8-25-16,0 16 10 16,5 8-29-16,2-18-32 15,-5-2-14-15</inkml:trace>
  <inkml:trace contextRef="#ctx0" brushRef="#br0" timeOffset="17323.3884">16237 13974 33 0,'8'44'42'15,"-8"-19"-1"-15,5-4 1 0,1-6 2 16,0-2-10-16,8-7-6 16,-3-2-5-16,2-4-3 15,7 0 3-15,0 0-10 16,4 0-6-16,1-12-3 16,-3-6-4-16,-1-3-5 15,-6-4-2-15,-1 0-5 16,-10-1 1-16,-4 1 10 15,0-2-3-15,-9 4 4 16,-13 3 4-16,-3 9 3 16,-2 10 6-16,1 1-2 15,-1 1-5-15,3 24-2 16,1 3-4-16,5 3 0 16,7-1-3-16,7-2-15 0,4-3-28 15,0-19-44-15,0-6-41 16</inkml:trace>
  <inkml:trace contextRef="#ctx0" brushRef="#br0" timeOffset="17698.9036">16456 14016 20 0,'7'8'95'0,"-3"11"-57"15,3 7 24-15,4 1-18 16,-4-1-20-16,0 0-10 15,-1-6 7-15,-2-6-5 16,1-3-5-16,-1-11-2 0,-1 0 3 16,-3 0-2-16,4 0 2 15,5-4 5-15,2-19 5 16,5-9-5-16,1-6-12 16,4-4-2-1,-1-3 0-15,-1 10-3 0,-3 9 0 16,-9 14 0-16,-4 9-2 15,-3 3 0-15,0 0 0 16,0 0-4-16,0 15-7 16,0 8 13-16,3 6 1 15,-1-2 5-15,1-3-3 16,0-3-3-16,-3-7-8 16,0 0-11-16,0-6-16 15,0 0-23-15,0-8-1 0,0 0-64 16</inkml:trace>
  <inkml:trace contextRef="#ctx0" brushRef="#br0" timeOffset="17903.6221">16449 13725 299 0,'-31'-45'46'0,"27"34"47"16,4-3-10-16,0 4-41 0,0 0-30 15,0 2-1 1,0 3-9-16,0 4-2 0,8 1-22 16,10 0-30-1,5 0-33-15,-12 0-30 0,2 0-82 16</inkml:trace>
  <inkml:trace contextRef="#ctx0" brushRef="#br0" timeOffset="18500.123">17118 14058 253 0,'6'-28'29'0,"-4"6"2"16,-2 5 28-16,0 8-13 15,0 2-31-15,0 7 9 0,0 0-1 16,0 0-20-16,-2 0-3 16,-6 16-7-16,-1 11 3 15,-3 6 4-15,4 0-1 16,5-4 0-16,3-6 0 16,0-6-3-16,0 0-14 15,0-8-13-15,5-6 5 16,11-3 4-16,1 0 0 15,1-7 2-15,4-20-11 16,-2-5 0-16,-1-2 10 16,-7 3 14-16,-1 7 7 15,-5 13 6-15,-4 9 31 16,-2 2 17-16,0 0-24 16,0 20-27-16,2 20 0 15,9 10 19-15,-1 5 0 0,7-1-6 31,1-3-6-31,-1 3-5 0,3-1-5 0,-2-7-1 16,-2-8-33-16,-12-36-68 16,-4-2-79-16</inkml:trace>
  <inkml:trace contextRef="#ctx0" brushRef="#br0" timeOffset="19201.221">17155 14225 74 0,'-4'-27'229'0,"4"18"-225"16,13-1 17-16,16-5 52 16,8-4-37-16,0 4-24 15,-1-5 16-15,-3-3-16 16,-4 5-6-16,-2-3-6 16,-4-3-2-16,-4 0-6 15,-3 2-3-15,-7 0 1 16,-3 9-4-16,-4 8 6 15,-2 5 2-15,0 0 0 16,0 0-9-16,0 10-3 16,0 12 8-16,0 4 10 15,2-3 2-15,4-4 1 16,2-6-3-16,-1-5-1 16,-1-3 1-16,-1-3-1 15,-3-2 0-15,3 0-10 0,-1 0-6 16,3 0-5-16,1-15 11 15,4-6-1-15,-3-6-2 16,-3-2 9-16,1 1 5 16,-5 5-5-16,0 14 0 15,1 9 4-15,2 0-1 16,3 8-11-16,5 16 1 16,10 4 12-16,1-4 6 15,1-6 8-15,2-7-3 16,-8-8-3-16,-5-3-4 15,-3 0 0-15,0 0 2 16,-2-12 0-16,0-10-6 16,-2 0-6-16,-3-6-4 0,-4 0-5 15,0-4-4-15,0 3-2 16,0 12 6-16,0 9 4 16,-4 8 11-16,-3 0 0 15,-4 1 2-15,1 23 17 16,2 5 3-16,-1 3 6 15,7-2 1-15,2-3-2 16,0-4-3-16,0-3-5 16,11-6 1-16,7-3 0 15,9 0 0-15,1-7-6 16,11-4-6-16,1 0 0 16,7 0-8-16,6-12-21 15,7-10-58-15,-38 9-54 0,1 2-86 16</inkml:trace>
  <inkml:trace contextRef="#ctx0" brushRef="#br0" timeOffset="19900.4021">18495 13677 176 0,'-12'-14'51'0,"8"14"-6"0,0 0 19 15,-7 0-16 1,-3 0-36-16,-5 2 3 0,-6 22-3 16,0 8-5-1,0 11-3-15,10 0 4 0,4-2-3 16,4-3-4 0,7-10-1-16,0-9-1 0,0-6 1 15,4-6 1-15,12-4-1 16,0-3 0-16,6 0-3 15,1-13-4-15,4-12-11 16,-2-6-9-16,2-8 2 16,-4-4 0-16,-5-7 1 15,-7-7 7-15,-9-6 1 16,-2-1-2-16,0 4 6 16,-9 20 12-16,-10 17 9 0,3 20 19 15,-1 3-11 1,5 11-11-16,-2 28 4 0,5 9-1 15,5 6 3 1,4-3-5-16,0 2-1 0,0-3 5 16,1-8-3-16,15-3-3 15,2-9-2-15,-1-9-3 16,6-1 3-16,-2-8-1 16,3-7-2-16,-2-5-3 15,1 0-17-15,1 0-19 16,-7-24-13-16,2-8 8 15,-11-5 6-15,-8 1 7 0,0 4 31 16,0 8 0-16,-13 12 17 16,-3 10 23-16,1 2-12 15,4 0 4-15,-2 12 2 16,4 8-10-16,2 4 0 16,5-3-2-16,2 4-1 15,0-2-2-15,0-1-6 16,0 0-8-16,13 0 4 15,9-2 0-15,6-2 0 16,1-6-3-16,2-3-3 16,-3-6-3-16,1-3-10 15,-2 0-39-15,-21 0-54 16,0-3-63-16</inkml:trace>
  <inkml:trace contextRef="#ctx0" brushRef="#br0" timeOffset="20341.6672">18805 13827 91 0,'-12'9'41'16,"12"27"-27"-16,0 6 54 15,0 3-18-15,12 4-28 16,-2 1-6-16,-3-4 17 16,-5 0-15-16,-2-7-5 15,0-8-1-15,0-8-8 16,0-14-1-16,0-6 0 15,0-3 1-15,0 0 5 16,0-4 4-16,0-21-7 0,-2-12-5 16,-7-13 4-16,1-12-5 15,0-9 0-15,6-3-2 16,2 4-1-16,0 9-4 16,12 13 4-16,9 14 2 15,0 13 1-15,-1 12-1 16,-3 5 1-16,1 4 0 15,1 0-1-15,-2 0 1 16,4 20 2-16,-4 1 4 16,-3 4 5-16,-6 3 1 15,-5-2-1-15,-3-2 1 16,0-5 2-16,0 1-1 16,-7-2-1-16,-11-1-8 15,1-2-4-15,-6 0-4 16,0-2-27-16,2-3-31 0,13-10-37 15,4 0-78-15</inkml:trace>
  <inkml:trace contextRef="#ctx0" brushRef="#br0" timeOffset="21156.0134">18965 13841 75 0,'0'7'26'15,"0"-7"6"-15,0 0 37 16,0 0-25-16,0 0-16 16,0 0 9-16,11-11-4 15,0-4-23-15,-2-6-8 16,2 0-2-16,-4 2 0 16,-1-5-5-16,-6 2 5 15,0 5 0-15,0 2-1 0,-1 9-1 16,-11 6 2-16,-1 0 0 15,-1 2 1-15,-1 26-1 16,1 10 4-16,5 6 0 16,7 3 0-16,2-3-2 15,0-4 3-15,4-10-1 16,17-9-2-16,1-6-1 16,0-10 1-16,1-5-1 15,-3 0-1-15,-1 0-4 16,6-21-2-16,-2-3-6 15,1-4 0-15,-6-4 2 0,-3-3 3 16,-6 6-5-16,-2 3 8 16,-3 9 4-1,-1 11-1-15,-1 6 1 0,-2 0 0 16,3 0 0-16,-1 7 3 16,0 18-3-16,4 2 12 15,-1-4-2-15,-3-3-5 16,-2-4-1-16,0-7 0 15,0-7-1-15,0-1 3 16,0-1 2-16,0 0 1 16,0 0-3-16,2 0 1 15,0 0-3-15,0-12-4 16,8-10-1-16,3 0-3 0,5-2-1 16,4 2 3-16,-2 4 2 15,3 6 0 1,-6 5 5-16,-4 2 7 0,-4 5-4 15,-2 0-6 1,-4 0-2-16,6 0 0 0,-4 14-2 16,3 10 0-16,-2 5-10 15,4 0-32-15,-6-19-49 16,0-3-45-16</inkml:trace>
  <inkml:trace contextRef="#ctx0" brushRef="#br0" timeOffset="21842.7328">19654 13733 138 0,'0'-38'38'0,"0"22"14"15,-6 8 11-15,-4 6-33 16,-4 2-15-16,1 0 4 16,-3 0-13-16,-3 24-3 15,-2 6 2-15,6 5 0 16,0-2-1-16,12-1-2 15,3-7-2-15,0-4 0 16,0-7-2-16,0-7 1 16,11-6-1-16,7-1-2 15,7 0-1-15,-1-8-5 16,0-13-10-16,0-4 1 16,-4-5 5-1,4-4 9-15,-10-6 2 0,-1-6 3 0,-1-9 2 31,-9-3-2-31,-3 6 1 0,0 14 4 0,0 19 4 16,0 15 12-16,0 4-1 16,-11 1-18-16,0 30 1 15,1 10-1-15,4 10 7 16,4-6-3-16,2 0 1 16,0-5 1-16,0-7-4 15,8-2 0-15,9-7-4 16,6-8 0-16,-2-6 0 15,3-7-1-15,0-3 0 16,0 0-7-16,3-17-1 0,3-14 2 16,-2 0-7-16,-3-6-6 15,-9 1-30-15,-10 11 13 16,-6 7 13-16,0 13 21 16,0 5 3-16,-22 0 5 15,0 16 11-15,-3 11 10 16,4 1 9-16,4-1 2 15,6-4-3-15,4 1-8 16,7-3-8-16,0 3 0 16,0-3 2-16,7 1-1 15,11-1-2-15,7-4-2 16,2-2-3-16,4-6-2 0,2-4-4 16,-2-5-2-16,0 0-4 15,-2-2-4-15,0-16-28 16,-2-7-26-16,-23 11-34 15,-1 3-95-15</inkml:trace>
  <inkml:trace contextRef="#ctx0" brushRef="#br0" timeOffset="22836.8265">20558 13613 49 0,'0'-10'134'15,"0"4"-127"-15,0 2 44 16,-3 0 9-16,-6 2-40 16,-2 0-17-16,1 2 8 15,-4 0-2-15,-3 0-4 16,-4 10 1-16,-3 16 2 16,1 6-1-16,8 4 2 15,2 1 0-15,12-2-5 16,1-7 0-16,0-3-4 15,0-10 0-15,14-4 6 16,3-5-4-16,4-6 1 0,5 0 0 16,6 0-2-1,1-17-1-15,0-11-18 0,-4-4-2 16,-5-7-4 0,0-6-5-16,-11-5 0 0,-3-13 10 15,-5-5-10-15,-5-4-1 16,0 6 1-16,0 18 25 15,0 17 4-15,-8 18 26 16,2 13 2-16,0 0-20 16,-2 36-2-16,0 16 15 15,2 8 7-15,4 5-5 0,2-5 1 16,0-4-3-16,0-11-4 16,0-3-5-16,0-9-8 15,13-3-3-15,3-8-1 16,2-8 0-16,1-6 0 15,6-8-2-15,2 0-20 16,4 0-9-16,-2-26-9 16,2-4-5-16,-6-8 3 15,-10-2 2-15,-11 4 8 16,-4 2 19-16,0 13 13 16,-13 11 8-16,-3 9 39 15,1 1-13-15,4 0 10 16,0 10 0-16,0 9-19 15,4 4 4-15,2 1 4 0,5 2-14 16,0 0 0 0,0 4 3-16,0-4-4 0,18 0-2 15,5-4-3-15,2-4-3 16,4-3-5-16,-1-9-2 16,0-5-3-16,4-1-1 15,-1 0-27-15,-6-14-41 16,-21 0-38-16,-4 0-97 15</inkml:trace>
  <inkml:trace contextRef="#ctx0" brushRef="#br0" timeOffset="23326.2689">21343 13669 130 0,'14'10'46'15,"-4"-10"-1"-15,3 0 36 16,1 0-24-16,0 0-31 15,3-10-8-15,-1-2-2 0,-1-2-13 16,-5-2-3-16,3-2-2 16,-9-1-2-16,-4-3-2 15,0 2-3-15,0 6-3 16,-3 7 0-16,-6 5-2 16,-4 2 12-16,-4 0 2 15,3 16 2-15,-5 12 0 16,0 8 10-16,3-6 4 15,3 0-2-15,2-2-6 16,8-8 4-16,3 0-1 16,0-5-5-16,0 1-3 15,0-3-1-15,14-3 0 0,6-1-2 16,7-4-6-16,4-5-23 16,4 0-18-16,8 0-21 15,-30-10-41 1,1-4-21-16</inkml:trace>
  <inkml:trace contextRef="#ctx0" brushRef="#br0" timeOffset="23577.6591">21699 13556 118 0,'0'-1'50'0,"0"1"1"16,0 0-8 0,-2 0-18-16,-3 9-10 0,2 14-5 15,3 3 2-15,0 4 0 16,0 2 6-16,0-2 0 15,11-2 1-15,-1-6-6 16,-2-2 1-16,-5-6-3 16,2-5-6-16,-5-4 0 0,0-1-1 15,0-2 1 1,0 3 5-16,-5-4-2 0,-8-1-4 16,-1 0-4-16,-4 0-23 15,2-14-36-15,12 0-52 16,2-4-154-16</inkml:trace>
  <inkml:trace contextRef="#ctx0" brushRef="#br0" timeOffset="24003.3511">21790 13648 68 0,'36'17'41'15,"-14"-11"7"-15,-2-2 2 16,-2-4-2-16,-1 0-4 16,2 0-4-16,-4 0-1 15,-1 0-5-15,-4-9-6 16,1-2-13-16,-4-5-7 16,-2-1-6-16,-1 0 3 15,-4-1-4-15,0 3-1 16,0 7-1-16,0 3 0 0,0 5-2 15,-11 0-1 1,-3 0-2-16,-1 0 0 0,-1 10 3 16,3 8 3-16,1 2 3 15,5-2 3-15,6 0-2 16,1 0 3-16,0-4 4 16,0-2-3-16,0-4-1 15,14 0 1-15,3-3-2 16,5 2-2-16,3-6-2 15,3 2-2-15,-4-3-18 16,2 0-28-16,-4 0-28 16,-18 0-50-16,1 0-105 15</inkml:trace>
  <inkml:trace contextRef="#ctx0" brushRef="#br0" timeOffset="24565.3202">22608 13345 129 0,'0'-18'65'0,"0"9"-48"16,0 3 36 0,-5 2 0-16,-1 4-31 0,-6 0-16 15,-1 0 9-15,-11 6-9 16,4 22-2-16,-3 7-1 16,3 2 6-16,5-1-3 15,5-3 2-15,7-8-7 16,3-4 0-16,0-5 0 15,0-6-1-15,0-4 0 16,11-5 0-16,3-1 0 0,6 0-3 16,4 0-4-1,-2-1-3-15,6-17-5 0,-1-3-6 32,-2-3-3-32,-5 2-2 0,-10 4 7 15,-2 8 19-15,-8 7 12 16,0 3 14-16,0 0-11 15,0 0-9-15,0 21-6 0,0 6 15 16,0 5 5-16,0-2-7 16,0-3-1-16,0-2-2 15,0-5-5-15,0-4-4 16,0-4-1-16,4-2-4 16,2 0-24-16,0-6-19 15,-4-4-36-15,-2 0-58 16</inkml:trace>
  <inkml:trace contextRef="#ctx0" brushRef="#br0" timeOffset="24809.5393">22839 13027 112 0,'9'-32'117'15,"-9"32"-109"-15,0 14 9 16,0 27 71-16,0 10-43 15,0 14-13-15,0 1 21 16,0 4-17-16,0-4-6 16,0-9-10-16,0-3-11 15,0-8-8-15,0-7-1 16,0 2-10-16,0-6-36 0,0-4-25 16,0-29-26-16,0-2-71 15</inkml:trace>
  <inkml:trace contextRef="#ctx0" brushRef="#br0" timeOffset="25377.0864">23116 13422 73 0,'8'-22'158'0,"-8"19"-99"15,0 3 11-15,0 0-17 16,-10 0-24-16,-8 0-19 15,-7 0 4-15,-1 3-8 0,1 19-4 16,0 4 1 0,7 1-1-16,5-4-2 0,5-2-1 15,5-7-4-15,3-2 4 16,0-2-1-16,0-4-11 16,0-3-11-16,15-3-2 15,8 0-1-15,4 0 1 16,-1-13-4-16,-1-4-8 15,-5 4-6-15,-7 4 2 16,-4 8 3-16,-6 1 29 16,-3 0 10-16,0 5 0 15,0 26 15-15,0 9 22 16,0 5-4-16,0 8-5 16,0-3 9-16,0 4-7 0,0-3-2 15,0-5-7-15,-4-5-9 16,-9-4-5-16,-1-11-4 15,0-5-1-15,-4-8 0 16,2-7-2-16,1-6 0 16,-1 0 3-16,0 0 2 15,2-19 1-15,7-10 0 16,2-12 7-16,5-6-8 16,0-6-3-16,0 5-1 15,11 8-1-15,11 6 0 16,4 2-2-16,9 6-2 15,0 2-11-15,7 2-13 16,0 2-6-16,1 2-11 0,-32 13-32 16,-5 4-66-16</inkml:trace>
  <inkml:trace contextRef="#ctx0" brushRef="#br0" timeOffset="25773.984">23465 13287 168 0,'0'-9'41'15,"-5"9"-5"1,-15 6 16-16,-5 24-13 0,2 4-14 16,0 0 3-16,6 2-3 15,3-4-10-15,7-2 1 16,6-6-5-16,1-3-2 15,0-5-1-15,0-2 1 16,11-5-2-16,9-1-1 16,7-6 0-16,-1-2-2 15,3 0-4-15,-2-5-6 16,-4-13-5-16,-1-4-1 16,-9-3 0-16,-10-4 5 15,-3-1 0-15,0 1 0 16,-1 8 3-16,-17 8 1 15,-7 9-3-15,3 4 5 0,-3 0-2 16,0 0 1 0,6 14-2-16,1 6-17 0,9 2-24 15,9-13-39 1,0-4-66-16</inkml:trace>
  <inkml:trace contextRef="#ctx0" brushRef="#br0" timeOffset="25966.163">23825 13527 285 0,'25'7'42'0,"-21"-4"64"16,-4-3 14 0,0 0-10-16,0 0-71 0,0 0-26 15,0 0-13-15,0 0-41 16,-10 0-110-16,-1-4 112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32:34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11427 12421 189 0,'-9'2'67'0,"9"-2"-20"0,0 0 26 15,0 0-12 1,0 0-29-16,0 3-2 0,0-1 9 15,0-1 1-15,0 2-13 16,0-3-9-16,0 0 0 16,0 0 1-16,0 0-10 15,0 0-2-15,0 0 0 16,0 0-2-16,0 0 0 16,0 0-3-16,0 0 1 15,0 0-1-15,5 0-1 16,-1 0 0-16,8 0-1 15,3 0 0-15,5 0 2 16,4 0-2-16,1-4 0 16,2 2 0-16,-3 2 0 15,-1 0 0-15,-4 0 0 0,0 0-1 16,-7 0 1 0,-2 0 0-16,-3 0 1 0,-3 0-1 15,-2 0 0-15,-2 0 0 16,2 0 0-16,-2 0 1 15,0 0-1-15,0 0-2 16,0 0-6-16,0 0-7 16,0 0-7-16,0 0-9 15,0 0-7-15,0 0-4 16,0 0-18 0,2 0-30-16,-2 0-21 0,0 0-49 15</inkml:trace>
  <inkml:trace contextRef="#ctx0" brushRef="#br0" timeOffset="898.4038">11405 12740 68 0,'-3'7'47'16,"3"-7"-26"-16,0 1 21 15,0-1-7-15,0 0-7 16,0 0 1-16,0 0 3 16,0 0-6-16,0 3-3 15,0-3-1-15,0 0-1 16,0 0-1-16,0 0-1 0,0 0-3 15,0 0-2 1,0 0-4-16,0 2-1 0,8-2 4 16,0 2-5-16,3 0 0 15,1-2 0-15,3 2 2 16,1 0-3-16,1-1 1 16,2-1 0-16,-2 3 1 15,1-2-5-15,-3-1 0 16,-3 0-1-16,-1 0-2 15,1 0 0-15,-2 3-1 16,1-3 0-16,1 0 1 16,-3 0 0-16,-1 0 0 15,1 0 2-15,-2 0 0 16,0 0 1-16,-1 0-2 16,3 0 3-16,-2 0-5 0,-2 0 2 15,1 0-1 1,-2 0-1-16,3 0 1 0,-2 0 1 15,-1 0-1-15,1 0-1 16,-3 0 1-16,0 0-1 16,0 0 1-16,0 2-1 15,1-2 0-15,-1 2 0 16,0-2 1-16,0 0 0 16,0 0 0-16,1 0 1 15,0 0-1-15,-1 0 1 16,-2 0-1-16,0 0 0 15,0 0-1-15,0 0 1 16,0 0 0-16,0 0-1 16,0 0 2-16,0 0-1 0,0 0 1 15,0 0-2-15,0 0 0 16,0 1-6-16,0-1-18 16,0 3-18-16,0-3-19 15,-5 2-23-15,0-2-40 16,-1 0-136-16</inkml:trace>
  <inkml:trace contextRef="#ctx0" brushRef="#br0" timeOffset="2843.7857">13031 11572 112 0,'7'-4'69'16,"-4"4"-50"-16,-3-3 34 16,0 3-6-16,0 0-23 15,0 0-5-15,0 0 9 16,0 0 3-16,0 0-4 15,0 0-4-15,0 0-2 16,0 0-3-16,-8 0-9 16,-2-1-9-16,-1 1-3 15,-1 0 1-15,-3 0 0 16,-1 0 2-16,-1 0 0 16,-6 0-2-16,0 1 2 15,1 9-1-15,0 1 1 16,2-1 0-16,3-1 0 15,1-2 2-15,5 0-2 0,-1 2 3 16,1 2-1 0,1 7-2-16,-2 3 0 0,3 3 2 15,3-3-2-15,-2 5 2 16,4 0 1-16,-3-2 1 16,1 3 1-16,4-4-2 15,0 2-1-15,2 4 2 16,0-2-3-16,0 2 4 15,0 1-3-15,0-3 0 16,0 0 1-16,0 5 0 16,0 0-1-16,0 4-1 15,0 3 1-15,0 0 1 16,2 5 0-16,4 1-1 16,-1 0 3-16,-1 6 1 15,3-5-4-15,-2 2 0 0,1 4 3 16,-2-2-3-16,-1 1-1 15,3 0 2-15,2 0-3 16,-4 1 3-16,0-4-1 16,0-2 0-16,-1-2 0 15,-1-5-1-15,0-8 0 16,-2 0-1-16,0-4 1 16,0-3 0-16,0 1 3 15,0-2-4-15,0-6 1 16,-4 5 1-16,-5-5-1 15,-3 1 1-15,-1 0 0 16,0-3 0-16,-1-5 0 0,4-3-1 16,-6 2 4-1,0-3-1-15,-4-3 2 0,0-3-3 16,-4 0 0-16,-5 0 1 16,0-5-4-16,-4-6-1 15,1-2-2-15,8 5 2 16,1 0-2-16,6 0-9 15,3 3-11-15,3 2-1 16,7 1 0-16,2-4-14 16,2-1-12-16,0-3-5 15,0-1-9-15,0 5-46 16,0-2-101-16</inkml:trace>
  <inkml:trace contextRef="#ctx0" brushRef="#br0" timeOffset="4032.3815">13617 12143 163 0,'0'-7'30'0,"-2"7"-1"16,2 0 28-16,-2 0-24 15,0 0-25-15,-3 0 3 16,-5 0 0-16,-4 0-6 16,-1 21-1-16,-4 9 8 15,6 6-7-15,2 6 1 16,2 4 1-16,5 3 0 15,4-3-3-15,0-5 0 16,0 1-3-16,0-11-1 16,2-7-1-16,11-6 1 0,3-7-2 15,-1-2 2-15,1-8 3 16,1-1 4-16,2 0 1 16,1 0 4-16,4-5-5 15,-2-13 0-15,3-4-2 16,-7-4-2-16,-1-1-1 15,-6-3 0-15,-3 3-1 16,-4-3 3-16,-4-3-2 16,0 0-1-16,0 0 0 15,-18 1-1-15,-9 4-3 0,-2 4-9 32,1 6-8-32,-1 8-7 0,0 5 0 0,2 5-5 31,2 0-4-31,5 0-23 0,3 7-9 0,14 3-16 15</inkml:trace>
  <inkml:trace contextRef="#ctx0" brushRef="#br0" timeOffset="4556.6431">13658 11822 28 0,'0'-10'139'0,"0"8"-96"15,0 2 1-15,0 0 5 16,0 0-34-16,0 0-9 16,0 0 6-16,0 20-4 0,0 16 2 15,0 15 9 1,-2 12 6-16,-1 5-8 0,-2 12-3 16,5 7 0-16,-2 5 0 15,0 5-9-15,0-1-1 16,2-8 1-16,0-5-2 15,0-14 0-15,0-12-2 16,0-9 0-16,0-11 0 16,2-11-1-16,2-2 1 15,1-9-1-15,-2-1 0 16,-1-4 0-16,2-2-2 16,-2-3 2-16,3-2 0 15,-5 2-1-15,2-5-6 16,-2 0-9-16,2 0-10 15,2 0-13-15,6-15-18 0,-6-1-36 16,5-9-72 0</inkml:trace>
  <inkml:trace contextRef="#ctx0" brushRef="#br0" timeOffset="4950.3965">13997 12035 9 0,'0'-12'140'0,"0"12"-96"15,0 0 3-15,0 0 0 16,0 0-32-16,0 20-3 15,-8 10 12-15,-7 8 1 16,-3 4 0-16,5 1-5 16,-1-2 1-16,5 1-6 15,3-2-1-15,4 2-6 16,0-3 0-16,2-2 0 16,0-2-4-16,0-7-4 15,0-5 1-15,6-2-1 16,7-6-1-16,3-4-7 0,1-8-18 15,6-3-17-15,4 0-16 16,2-9-18-16,-16-7-34 16</inkml:trace>
  <inkml:trace contextRef="#ctx0" brushRef="#br0" timeOffset="5203.7779">14315 12091 87 0,'2'-8'94'0,"-2"8"-64"15,0 0 24-15,0 16-13 16,0 17-15-16,-13 12 3 0,-5 7-9 16,-5 4-7-16,-1 3-9 15,-2-1 2-15,-1-6-5 16,4-6 0-16,5-6-1 15,3-12-4-15,6-6-13 16,0-6-9-16,7-8-28 16,2-8-32-16,0 0-14 15</inkml:trace>
  <inkml:trace contextRef="#ctx0" brushRef="#br0" timeOffset="5437.0239">14110 12227 87 0,'4'0'78'0,"10"0"-53"0,3 20 59 15,8 6-20-15,-3 0-23 16,5-2-9-16,-7 0-5 16,-4 0-14-16,-1 1-7 15,-1 0-3-15,-1-2-3 16,-2 0 0-16,2-1-28 15,1-6-22-15,-3-1-17 16,-9-15-46-16,0 0-48 16</inkml:trace>
  <inkml:trace contextRef="#ctx0" brushRef="#br0" timeOffset="5750.2086">14493 12010 62 0,'20'-8'50'0,"0"8"-9"15,5 18 9-15,0 10-18 16,-2 7-3-16,-2 3-7 16,-5 6-8-16,-5 3-2 15,-5 1 2-15,-4-3-4 16,-2-6 9-16,0-5-14 0,0-2-1 15,-17-5 1-15,1-2-2 16,-1-3 3-16,1-9-2 16,-3 0-1-16,4-8 0 15,-1-2 0-15,3-3-3 16,0 0-12-16,1 0-19 16,4-14-19-16,8 4-46 15</inkml:trace>
  <inkml:trace contextRef="#ctx0" brushRef="#br0" timeOffset="6566.6431">15190 12105 136 0,'-17'-4'41'0,"10"-3"4"0,0 6 18 16,0-1-28-16,-1 2-11 16,-4 0 2-16,-5 0-12 15,-8 16-9-15,-2 23 2 16,-2 14 0-16,4 12 2 16,6 1-2-16,5 2 6 15,10-8-2-15,4-11-2 16,0-6 1-16,0-13-6 15,18-6-2-15,1-5 6 16,2-10-5-16,-3-5-1 16,-1-4-2-16,2 0 3 15,-2 0-1-15,5-13 3 0,1-16-5 16,2-5 0-16,-6-12-5 16,-1-8-2-16,-5-12-6 15,-7-13-6-15,-6-6-5 16,0 4-3-16,-6 5 3 15,-15 13 9-15,0 18 14 16,1 9 1-16,5 10 4 16,6 3 1-16,0 7 4 15,6 1-3-15,-1 7 1 16,2-3 2-16,2 5 0 16,0 2-2-16,0 4 4 15,0 0-3-15,0 0-5 16,0 0-3-16,0 23-5 0,0 14 5 15,0 17 0 1,13 6 16-16,3 10 2 0,-5 2 0 16,3-1-4-1,-6 1-1-15,1-1 0 0,-5-9-4 16,-4-7-3-16,0-4-2 16,0-9-3-16,0-6 1 15,2-9-2-15,2-2-1 16,0-7 0-16,0-5-12 15,3-6-20-15,1 0-13 16,6-6-11-16,-7-1-24 16,-3 0-71-16</inkml:trace>
  <inkml:trace contextRef="#ctx0" brushRef="#br0" timeOffset="6911.5259">15558 12037 192 0,'2'-19'78'15,"-2"19"-32"-15,0 0 17 16,0 0-28-16,2 0-20 15,3 29-10-15,-2 17 10 0,1 18 29 16,0 6-19-16,-2-3-8 16,1 0-2-16,-1-7-7 15,0-14-7-15,0-6 1 16,2-7-2-16,-1-11 0 16,0-7-15-16,-1-6-12 15,-2-5-11-15,2-4-17 16,0 0-21-16,-2 0-17 15,2-8-27-15</inkml:trace>
  <inkml:trace contextRef="#ctx0" brushRef="#br0" timeOffset="7594.1028">15440 12293 78 0,'0'12'70'0,"18"-12"-16"16,17 0 31-16,8 0-25 15,4 0-17-15,2 0-2 16,-3 0-4-16,-1-6-6 16,-5-2-8-16,-4 2-3 15,-6 0-1-15,-4 0-12 16,-6 0-4-16,-3 1-1 15,-3-2-1-15,-3 3-1 16,-5 4-11-16,3-2-19 0,-2 2 0 16,-4-2-18-16,1 2-17 15,-4 0-19-15,0 0-50 16</inkml:trace>
  <inkml:trace contextRef="#ctx0" brushRef="#br0" timeOffset="8217.1033">16013 12641 0 0,'10'-7'119'0,"-4"5"-99"0,0 2 20 15,3 0 22-15,-7 0-26 16,1 0-7-16,-3 0-5 16,0 0-6-16,0 0-7 15,0 6-4-15,0 14-1 16,0 13 7-16,0 6-1 0,-12 5-2 16,-8 3-2-16,-5-3-5 15,1-1-2-15,2-6-1 16,1-6 0-16,9-7-3 15,3-13-3-15,1-3-5 16,6-4-6-16,2-4-11 16,0 0-24-16,0 0-9 15,0-4-24-15,0-10-71 16</inkml:trace>
  <inkml:trace contextRef="#ctx0" brushRef="#br0" timeOffset="8485.9631">15852 12714 63 0,'0'-8'100'15,"0"8"-85"-15,0 0 20 16,0 0 22-16,9 2-24 16,14 19 11-16,3 3-2 15,1 3-2-15,2 4-11 16,-3-1-11-16,1 0-7 15,-7-4-6-15,1-2-2 16,-6-6-2-16,1-2-1 16,-7-6 0-16,-1-4-5 15,-1-1-15-15,-5-4-22 0,8-1-24 16,-2 0-22 0,-8-1-34-16</inkml:trace>
  <inkml:trace contextRef="#ctx0" brushRef="#br0" timeOffset="8862.5939">16266 12173 139 0,'0'-2'40'16,"0"2"-8"-16,-6 4 29 15,-9 18-31-15,1 6-11 16,-1 7 4-16,3-1 1 16,3 5-7-16,5 1 3 15,4-1 1-15,0-1-10 16,0-3-4-16,0 0 0 15,9-5-2-15,5-3-3 16,-1-8-1-16,5-1-1 16,-1-4-3-16,3-6-16 15,5-8-19-15,4 0-11 0,2 0-15 16,-22-16-32-16,0 0-56 16</inkml:trace>
  <inkml:trace contextRef="#ctx0" brushRef="#br0" timeOffset="9104.5999">16603 12196 25 0,'2'-11'117'16,"-2"11"-83"0,0 4 4-16,0 24 18 0,0 6-21 15,-12 6-10-15,0 2 2 16,-4 3-9-16,-2-2-4 0,3-4-2 15,-6-2-7-15,2-2-3 16,1-8-2-16,3-8-5 16,3-6-14-16,5-4-19 15,1-7-21-15,6-2-20 16,0 0-7-16</inkml:trace>
  <inkml:trace contextRef="#ctx0" brushRef="#br0" timeOffset="9328.6552">16395 12270 89 0,'0'0'52'0,"0"3"-28"0,8 25 39 16,9 1 0-16,3 1-21 16,3-3-14-16,-4-2 2 15,0-2-8-15,-2 2-11 16,-1-3-9-16,4 0-2 15,2 0 0-15,3-2-16 16,4-2-21-16,4-9-34 16,-24-9-51-16,2 0-56 15</inkml:trace>
  <inkml:trace contextRef="#ctx0" brushRef="#br0" timeOffset="9705.0622">16806 12033 128 0,'2'0'38'16,"0"0"-2"-16,5 0 24 15,5 0-30-15,5 11-5 16,2 12-9-16,5 7-1 15,-3 6-3-15,-2 2-4 16,-7 6-4-16,0 3-2 16,-10 1 2-16,-2 3 2 15,0 4 0-15,0-5 3 16,-16-4 1-16,-1-6-1 0,-1-10 2 16,5-3 0-16,1-9-6 15,1-5-1-15,5-3 0 16,-2-4-2-16,2-2-2 15,2 0-5-15,-5-2-8 16,-5 0-8-16,-1-2-18 16,9 0-31-16,-2 0-96 15</inkml:trace>
  <inkml:trace contextRef="#ctx0" brushRef="#br0" timeOffset="13899.7184">5876 10161 3 0,'-95'141'6'0,"4"1"-2"0,71-103-8 16,0-6-5-16</inkml:trace>
  <inkml:trace contextRef="#ctx0" brushRef="#br0" timeOffset="15883.7943">15308 12520 2 0,'216'-31'1'0,"-21"-6"-1"16,-10 1 1-16,-159 22-2 16,-4 6-2-16</inkml:trace>
  <inkml:trace contextRef="#ctx0" brushRef="#br0" timeOffset="20703.197">15549 11957 14 0,'0'-3'26'0,"0"-1"-6"0,0 2-1 16,0 1 1-16,0-4-8 16,0 3 0-16,0 1 3 15,0 1-3-15,0 0-4 16,0 0-1 0,0 0-2-16,0 0-5 0,0 0-1 15,0 0 0-15,0 0 1 16,0 0 0-16,0 0 1 15,0 0 1-15,0 0 1 16,0 0-2-16,0 0 0 16,0 0 1-16,0 0-1 15,0 0 0-15,0 0 3 0,0 0 4 16,0 0 6-16,0 0-1 16,0 0-3-16,0 0-7 15,0 0-3-15,0 0 0 16,0 0-1-16,0 0-1 15,0 0 0-15,0 0 1 16,0 0 1-16,-2 0 0 16,-4 0-2-16,-1 0-4 15,-3 0-3-15,2 0 2 16,4 0 0-16,1 0 0 16,0 0 7-16,3 0 3 15,0 0 1-15,0 0 2 16,0 0 0-16,0 0 1 15,0 0-3-15,-4 0-2 16,0 0 1-16,-3 0-2 0,5 0 1 16,0 0-1-16,2 0 1 15,0 0 0-15,0 0-2 16,0 0 1-16,0 0-1 16,0 0 2-16,0 0 0 15,0 0 0-15,0 0 1 16,0 0-3-16,0 0 0 15,0 0 0-15,0 0 0 16,0 0 0-16,0 0 2 16,0 0 2-16,6-3 4 0,6-4 1 15,3-1-2 1,1-1-2-16,1 1-4 16,2-2 3-16,0 0-4 0,-1 0 1 15,1 2 1-15,-6 0-1 16,-3-1 1-16,0 4 1 15,-6 2 4-15,1-2-4 16,-1 1-3-16,2 2 0 16,2-2 0-16,-2 2 0 15,1 2 0-15,-5 0 0 16,0 0 0-16,0 0 1 16,-2-2-1-16,2 2 1 15,-2 0-1-15,5-2 0 16,2 2 0-16,-3 0 0 15,1-2-1-15,-1 0 1 16,-2 0 0-16,3 2 0 16,-1 0-1-16,1 0 1 0,-1 0 0 15,3 0 0-15,2-2 1 16,2 0-2-16,2 0 2 16,0 0-1-16,1 0 1 15,-6-1-1-15,1 3 0 16,-1-2-1-16,-4 2 1 15,1 0 0-15,-3-1 0 16,-2-1 0-16,2-1 0 16,-2 2 1-16,2 1-1 15,-2 0 0-15,0-2 0 16,2 2 1-16,-2 0 0 16,2 0-1-16,-2 0 0 15,0 0 0-15,0 0 0 0,0 0 0 16,0 0-1-16,0 0 1 15,0-2-1-15,5 2 0 16,-2-2 1-16,1-1 1 16,-2 3-1-16,0 0 0 15,1-1 0-15,-1 1 0 16,2 0 0 0,-2 0 0-16,5 0 0 0,-2 0 0 15,4-2 0 16,-3 2 0-31,0-2 0 0,-1-1 0 0,0 3 1 0,-3 0-1 16,0 0 0-16,-2 0 0 0,0 0 1 16,0 0-1-16,0 0 1 15,0 0-1-15,0 0 0 16,0 0 1-16,0 0-1 16,0 0 0-16,0 0 0 15,0 0-1-15,-2 0 1 16,-10 0-1-16,-3 0-1 15,-5 0-7-15,0 0 0 16,-2 3 1-16,-1 2 3 16,3 2 4-16,3 1-1 15,-1 0 2-15,-2 0 0 16,2 0-3-16,2 0-1 16,1-2 2-16,4-1 0 15,-1 0 2-15,4-2 0 16,-1-3 1-16,-1 2-1 0,2 1 1 15,-1-1-1-15,-1 0 0 16,2 2-1-16,1-2 1 16,-1 0 0-16,-2-1 1 15,2 3-2-15,-3-4 2 16,1 1-1-16,-1 1 0 16,1 0 0-16,-4 2 0 15,-1 0 0-15,-2 1 0 16,0-2-1-16,1 3 1 15,1-1 0-15,1-4 0 0,5 2 0 16,1-1 0 0,0 1 0-16,2-1 0 0,-1 1 0 15,5-3 0 1,-2 4 0-16,2-3 0 0,0-1 0 16,-1 0 2-16,3 0-1 15,0 0 2-15,0 0 3 16,0 0-3-16,0 0 0 15,0 0-1-15,0 0-2 16,0 0 0-16,0 0 0 16,0 0 0-16,0 0 1 15,0 0 1-15,0 0 0 16,0 0 0-16,0 0-1 16,0 0 1-16,0 0 0 0,0 0-1 15,0 0 0-15,0 0 0 16,0 0-1-16,0 0 0 15,0 0 0-15,0 0-1 16,0 0-3-16,0 4-26 16,0 0-30-16,0 2-64 15</inkml:trace>
  <inkml:trace contextRef="#ctx0" brushRef="#br0" timeOffset="56666.2339">19370 9025 284 0,'-11'8'34'15,"9"-4"-33"-15,2 1 12 0,-2-4 18 16,2 3-8-16,0 0-10 15,-2-2-4-15,2 0 4 16,0 0-5-16,0 2 1 16,0-2-3-16,-3 0 5 15,3 2-3-15,0-3-1 16,-2 1 0-16,2 1-3 16,0-1-1-16,-2 8-3 15,2 13-3-15,0 12 0 16,0 19 3-16,0 12 2 15,0 5-2-15,0-1 4 16,0-4 0-16,0-4-2 16,0-8 1-16,0-7-3 0,0-8 0 15,0-10 0-15,4-10 2 16,-4-7-2-16,0-6 0 16,0-4-9-16,3-2-10 15,-3 0-14-15,0 0-10 16,0 0-14-16,0-3-31 15,0-15-119-15</inkml:trace>
  <inkml:trace contextRef="#ctx0" brushRef="#br0" timeOffset="57065.5328">18962 9055 52 0,'0'0'142'0,"0"-4"-118"15,12-2 7-15,23-2 30 16,9-3-23-16,13 3-17 15,2 0-2-15,9-1-3 16,3 0-1-16,2-2-8 0,-3 1-2 16,-3 2 0-16,-9-1-4 15,-3 4 0-15,-8 3-1 32,-7-3 0-32,-11 3 0 0,-9 2-1 0,-10-1 1 31,-7 1-3-31,1-3 0 0,-4 3-2 0,0 0-11 15,0 0-9-15,0 0-10 16,-2 0-22-16,-11 0-38 16,-2 0-69-16</inkml:trace>
  <inkml:trace contextRef="#ctx0" brushRef="#br0" timeOffset="57343.6899">19116 9369 161 0,'-2'15'58'16,"2"-15"-27"-16,13 0 30 15,25 0-12-15,11 0-22 16,5 0-8-16,2-3-4 15,-1 0-9-15,0 3-2 16,-3 0-4-16,-3 0-1 16,-1 0-2-16,-3 0-27 15,-5 3-28-15,-32 4-59 0,-6-1-47 16</inkml:trace>
  <inkml:trace contextRef="#ctx0" brushRef="#br0" timeOffset="57629.9384">19811 9520 66 0,'0'2'36'15,"0"2"-11"1,0 2 14-16,0 11-17 0,-6 8-12 15,-17 13 16-15,-10 8 7 16,-5 3-20-16,0-5-7 16,3-3-5-16,8-8 4 15,4-5-4-15,8 0-1 16,1-6 0-16,4-4-8 16,-1-4-35-16,11-14-32 15,0 0-33-15</inkml:trace>
  <inkml:trace contextRef="#ctx0" brushRef="#br0" timeOffset="57892.3076">19551 9544 51 0,'4'-6'69'15,"4"6"-65"-15,6 4 15 16,5 21 32-16,7 8-4 15,3 6-20-15,2 3 4 16,-1-1-15-16,5-2-11 16,-5-1-2-16,2 0 2 15,-6-4-3-15,1 0-2 16,-2-4 0-16,-5-2 0 16,-4-4-4-16,-8-8-32 15,0-4 4-15,-4-6-17 0,-4-6-46 16</inkml:trace>
  <inkml:trace contextRef="#ctx0" brushRef="#br0" timeOffset="58334.8628">20150 8992 146 0,'0'0'30'0,"-18"20"-17"16,-4 17 29-16,-1 8-9 16,2 6-22-16,4-1 2 0,7-2 2 15,6-3-5 1,4-7-6-16,0-1-2 0,0-5-1 15,0-3 2 1,10-1-3-16,3-6-2 0,3-4-15 16,5-5-32-16,4-11-19 15,-11-2-4-15</inkml:trace>
  <inkml:trace contextRef="#ctx0" brushRef="#br0" timeOffset="58537.9462">20417 9190 128 0,'0'-1'40'15,"0"1"-27"-15,-15 15 29 16,-3 16-17-16,0 4-15 16,-2 2-8-16,-2 2 2 15,1-6-4-15,4 2-7 16,-3-5-21-16,4-8-22 15,12-18-24-15</inkml:trace>
  <inkml:trace contextRef="#ctx0" brushRef="#br0" timeOffset="58757.2581">20255 9280 34 0,'4'2'32'0,"5"21"12"16,5 4-3-16,1-4-5 16,1-6-7-16,1 5-9 15,-1-6-11-15,-5-2-8 16,1-4-1-16,-3-5 0 16,-3 0-35-16,-6-5-37 15,2 0-51-15</inkml:trace>
  <inkml:trace contextRef="#ctx0" brushRef="#br0" timeOffset="58982.3978">20558 9101 26 0,'29'2'40'15,"-11"34"-7"-15,-5 6 4 16,-8 5-5-16,-5 3-12 15,0-2 0-15,0-3 0 16,-17 0-11-16,4-5-2 16,0-6-5-16,2-2 5 15,2-5-7-15,4-4-22 16,5-23-18 0,0 0-87-16</inkml:trace>
  <inkml:trace contextRef="#ctx0" brushRef="#br0" timeOffset="59194.0854">20763 9213 53 0,'16'-9'87'15,"3"0"-82"-15,12-1 7 16,5 0 20-16,2 2-18 15,-5 4-13-15,-3 2-1 16,-10 2-1-16,-9 0-25 16,-11 0-38-16</inkml:trace>
  <inkml:trace contextRef="#ctx0" brushRef="#br0" timeOffset="59378.2485">20832 9326 112 0,'-7'12'92'0,"7"-12"-85"16,25 0 26-16,14 0 7 15,2-2-20-15,-5-8-14 16,-9 3-4-16,-3 1-2 16,0 0-37-16,-18 4-62 15,4-2-73-15</inkml:trace>
  <inkml:trace contextRef="#ctx0" brushRef="#br0" timeOffset="59682.175">21342 8680 72 0,'8'-18'61'0,"-2"18"-52"16,0 0 21-16,2 26-7 0,2 22 17 16,-3 20-10-16,-5 17 6 15,-2 9-7-15,0 4-15 16,0-4-8 0,-5-7-1-16,-10-7-3 0,2-16-2 15,0-14-7-15,6-9 4 16,-2-14 0-16,-3-2-30 15,6-7-41-15,6-18-30 16</inkml:trace>
  <inkml:trace contextRef="#ctx0" brushRef="#br0" timeOffset="59988.7937">21601 8618 107 0,'0'0'20'0,"0"52"-8"16,0 26 44-16,-5 17-14 15,-4 9-20-15,-4 4-5 0,-1-3-8 16,-2-12-4 0,5-8-3-16,3-19-1 0,-4-12-1 15,3-7-6-15,1-14-34 16,3-33-19 0,0 0-35-16</inkml:trace>
  <inkml:trace contextRef="#ctx0" brushRef="#br0" timeOffset="60367.3765">21322 8860 135 0,'-4'-59'50'15,"4"22"-19"-15,0-5 2 16,22-4 16-16,0 6-32 15,3 1-4-15,1 10-2 16,8 4-6 0,4 3-5-16,4 8-1 0,5 7-1 15,4 7 1-15,0 0-3 16,1 20-2-16,-6 16 2 16,-8 7-4-16,-14 7 1 15,-7 1-1-15,-14 1 2 16,-3-3 2-16,0-4 4 15,-5-1 4-15,-24-5 1 16,-5-8 10-16,-7 2 1 16,2-8-6-16,1 0-6 15,0-5-1-15,7-2-3 0,-1-2 0 16,0-2-20-16,26-14-62 16,-2 0-120-16</inkml:trace>
  <inkml:trace contextRef="#ctx0" brushRef="#br0" timeOffset="61009.9057">22081 8525 29 0,'-8'0'56'16,"-4"6"-49"-16,-6 24 30 16,-8 15 9-16,-3 11-8 15,-4 15-11-15,4 10 3 16,2 9-2-16,8 1 4 15,1-3-11-15,12-2-6 16,5-4-3-16,1-7-3 16,0-7-6-16,1-8-2 15,15-7 1-15,2-8-2 16,5-9 0 0,1-6-4-16,4-8-22 0,11-9-26 0,-26-13-38 15,5-3-38-15</inkml:trace>
  <inkml:trace contextRef="#ctx0" brushRef="#br0" timeOffset="61293.7236">22605 8645 99 0,'3'-9'62'16,"-3"9"-60"-16,0 13 22 0,-3 30 16 16,-19 13-11-16,-4 9-10 15,-9 4 3-15,-2 6-2 16,-4 1-5-16,0-2-8 16,3-6-6-16,1-8 0 15,4-6-1-15,5-5 0 16,3-8-13-16,3-4-37 15,20-37-30-15,2 0-21 16</inkml:trace>
  <inkml:trace contextRef="#ctx0" brushRef="#br0" timeOffset="61587.6623">22144 8746 56 0,'-2'-21'76'16,"2"21"-55"-16,0 0 2 15,0 25-10-15,6 21 15 16,17 18 10-16,4 3-6 16,2 7 1-16,6 2-12 15,7 0 1-15,1-1-10 16,4-3-2-16,-4-4-8 15,-6-8 0-15,-4-10-2 0,-8-10-3 16,-5-8-23-16,-6-8-11 16,-4-8-31-16,-10-16-69 15,0 0 39-15</inkml:trace>
  <inkml:trace contextRef="#ctx0" brushRef="#br0" timeOffset="62194.5575">22682 9386 73 0,'-6'18'62'16,"6"-18"-55"-16,23 2 61 15,10-2-14-15,8 0-21 16,-1 0-19-16,-5 0-5 15,1 0-6-15,-7 0-3 16,4 0-28-16,-23 0-61 16,-2-2-70-16</inkml:trace>
  <inkml:trace contextRef="#ctx0" brushRef="#br0" timeOffset="62823.415">23505 9017 103 0,'0'0'40'16,"0"0"-32"-16,0 0 16 15,0 20-22-15,0 12 8 16,-13 4 5-16,-6-1 1 16,-4 0 7-16,-6 2-7 15,-4-2-6-15,2 1-6 16,-4 0-2-16,2 0-2 15,0-5-3-15,2-3-23 16,4-8-11-16,22-20-41 16,5 0-51-16</inkml:trace>
  <inkml:trace contextRef="#ctx0" brushRef="#br0" timeOffset="63061.9776">23193 9086 124 0,'0'-9'32'16,"0"9"-22"-16,0 1 28 15,0 26-19-15,7 6 18 16,13 1-2 0,5 6-17-16,3-5-5 0,9 1-3 15,2-4-6-15,1-5-1 16,3-6-2-16,-3-8-1 15,0-3-9-15,-4-4-24 0,-27-6-38 16,-5 0-41 0</inkml:trace>
  <inkml:trace contextRef="#ctx0" brushRef="#br0" timeOffset="63426.5865">23717 8554 75 0,'20'-12'32'0,"-5"12"-24"0,3 16 21 16,2 15-4-16,5 12 1 15,4 11-5-15,0 10 5 16,-1 12 2-16,2 12-6 15,-10 8-7-15,-7 5 3 16,-8-2-4-16,-5 1-5 16,0-8-3-16,-24-10 0 15,-9-9-6-15,-2-18 5 16,2-9-2-16,-3-7-2 16,5-5 0-16,-1-4 1 15,4-8-2-15,1-5-9 16,3-6-9-16,4-5-20 15,15-6-38-15,4 0-53 0</inkml:trace>
  <inkml:trace contextRef="#ctx0" brushRef="#br0" timeOffset="67173.4337">18818 9117 92 0</inkml:trace>
  <inkml:trace contextRef="#ctx0" brushRef="#br0" timeOffset="68479.5404">22628 9043 3 0,'0'0'14'0,"0"0"8"16,0 0 1-16,0 0-7 15,0 0 0-15,0 0 4 16,0 0-2-16,0 0-6 15,0 0 0-15,0 2-3 16,0-2-9-16,0 2 0 0,0-2 0 16,0 4-3-16,0 0-5 15,0 4-16-15,-3-1-14 16,-2-5-7-16</inkml:trace>
  <inkml:trace contextRef="#ctx0" brushRef="#br0" timeOffset="68914.3023">22628 9043 28 0,'-12'43'36'16,"12"-43"-6"-16,0 0-6 15,0 0 6-15,0 0-2 16,0 0-4-16,0 0-6 16,0 0-5-16,0 0-6 15,8 0-1-15,5 0-3 16,7 0 0-16,0 0 1 0,4 0-2 15,-2 0-1 1,1 0 1-16,-3 0-1 0,1 0-1 16,3 0 0-16,-2 0 0 15,0 0 0-15,0 0 1 16,-8 0-1-16,-2 0 0 16,-6 0 1-16,-6 0-1 15,0 0 2-15,0 1-1 16,0-1 5-16,0 0 0 15,0 2-1-15,0-2-5 16,0 0 0-16,0 0-1 16,0 0 1-16,0 0 0 15,0 0 0-15,0 3 0 16,0-3 0-16,0 0 2 0,0 0 0 16,0 0 0-16,0 0-2 15,0 0-1-15,-6 2-12 16,-11 5-22-16,-8-1-5 15,12-3-39-15</inkml:trace>
  <inkml:trace contextRef="#ctx0" brushRef="#br0" timeOffset="70356.1114">19877 10876 110 0,'-9'-21'23'0,"9"3"12"0,-1-2 8 16,1 0-5-16,0 2-18 16,-2 2 3-16,-1 2 6 15,-4 2-7-15,1-2-8 16,-1 4 1-16,-4-3-9 15,1 0 1-15,-9-3-5 16,1 0-2-16,-6 2 1 16,0 2-1-16,-1 2-3 15,3 6 2-15,4 0-3 16,1 4 3-16,3 0 0 16,-2 0-1-16,-1 0-1 15,-2 0 0-15,2 17-4 16,3 4 4-16,-1 9 1 0,-2 8-1 15,7 8 1 1,-4 8 0-16,1 5 2 0,3 11-3 16,-2 3 3-16,5 8 1 15,2 1 4-15,5 3-4 16,0-1 1-16,0 0 0 16,0 2 3-16,12-3-1 15,-2-11-3-15,-4-10 2 16,-4-12-3-16,-2-12 0 15,0-8 0-15,0-10 2 16,0-4-2-16,0-7-1 16,0-6-9-16,-8 2-5 15,-4-5-17-15,-4-5-19 16,7-13-24-16,-2-8-80 0</inkml:trace>
  <inkml:trace contextRef="#ctx0" brushRef="#br0" timeOffset="70611.0252">19266 11291 118 0,'17'-12'64'15,"1"8"-64"-15,11 0 18 0,7 2 38 16,4 0-7-1,1 0-23-15,-2 2-11 0,0 0-2 16,5 0-12-16,-2 0 0 16,4 0-1-16,3 8-3 15,-1 2-19-15,-2-5-29 16,-37-2-31-16,-2-3-31 16</inkml:trace>
  <inkml:trace contextRef="#ctx0" brushRef="#br0" timeOffset="70887.1923">19983 11337 100 0,'-5'6'81'0,"5"-3"-73"15,0 0-7-15,-1 5 17 16,-4 7-18-16,-6 12 2 15,-2 4-2-15,-9 6 7 16,1 3 0-16,-3 2-2 16,-8 3-3-16,4-3-1 15,-2-5-1-15,2-3 0 16,4-8-8-16,4-7-12 16,7-11-16-16,13-8-26 15,0 0-42-15</inkml:trace>
  <inkml:trace contextRef="#ctx0" brushRef="#br0" timeOffset="71115.8181">19706 11396 73 0,'0'0'63'15,"5"0"-63"-15,18 11 0 16,3 17 13-16,10 6 25 15,-3 4-22-15,-2 1 2 0,-4-2-5 16,-4-2-11 0,-7-6-2-16,1-3 0 0,-2-5-1 15,1-3-16 1,-3-5-12-16,1-10-17 0,-14-3-25 16</inkml:trace>
  <inkml:trace contextRef="#ctx0" brushRef="#br0" timeOffset="71396.2439">20090 11061 114 0,'0'0'18'0,"0"0"-8"0,-5 1 9 15,-3 23-18-15,-6 9 2 16,0 5 10-16,6 1 9 16,2-2-13-16,-2-1 3 15,4-2-4-15,4-4-5 16,0-1-3-16,0 2 0 16,0-2-1-16,9-7-10 15,14-5-17-15,9-14-23 16,-16-3 0-16</inkml:trace>
  <inkml:trace contextRef="#ctx0" brushRef="#br0" timeOffset="71609.8121">20364 11135 117 0,'0'-12'28'0,"0"12"-12"16,0 1 4-16,-11 27-20 15,-16 9-2-15,-2 2 2 16,0 0 1-16,0-3 0 16,1-4-1-16,5-5 0 15,3-4-7-15,0-5-14 16,15-18-14-16,2 0-38 16</inkml:trace>
  <inkml:trace contextRef="#ctx0" brushRef="#br0" timeOffset="71815.7453">20140 11193 107 0,'15'0'2'16,"7"0"2"-16,4 24 12 16,8 2 25-16,-2 2-15 15,0 0 0-15,-6-2-4 16,0 0-17-16,-6-2-3 15,-2 0-2-15,-3-1-1 16,-1-6-18-16,-3-5-30 16,-11-12-16-16</inkml:trace>
  <inkml:trace contextRef="#ctx0" brushRef="#br0" timeOffset="72047.4395">20502 11112 48 0,'25'0'12'0,"-6"5"-2"15,0 20 31-15,-4 3-2 16,-3 6-13 0,-8 3-4-16,-4 1-4 0,0 0-11 15,0-1-1-15,-9-2-4 0,-5-2-2 16,4-4-16-1,2-9-12-15,7-20-22 16,1 0-26-16</inkml:trace>
  <inkml:trace contextRef="#ctx0" brushRef="#br0" timeOffset="72446.2553">20868 11158 66 0,'0'6'64'0,"0"-6"-64"15,0 0 10-15,0 0 22 16,6 0-6-16,15 0-17 16,5 0 15-16,-2 0 4 15,1 0-10-15,-1 0-4 16,-6 0-8-16,-3 0-5 15,-3 0-1-15,-8 0-3 16,-2 0-31-16,-2 0-33 0,0 0-25 16</inkml:trace>
  <inkml:trace contextRef="#ctx0" brushRef="#br0" timeOffset="72679.3316">20818 11323 53 0,'0'12'22'16,"0"-8"-20"-16,21-2 37 0,10 0 1 15,5-2-9 1,3 0 3-16,2 0 0 0,-1 0-7 16,-5 0-9-16,-11 0-2 15,-6 0-7-15,-8 0-4 16,-5 0-5-16,0 0-4 15,-5 0-16-15,0 11-41 16,0-6-47-16</inkml:trace>
  <inkml:trace contextRef="#ctx0" brushRef="#br0" timeOffset="73976.7698">22114 10854 35 0,'0'-8'14'16,"0"4"1"-16,0 2 17 16,0 2-6-16,0-3-15 15,0 3 5-15,0 0 3 16,0-1 1-16,0 1-2 16,0 0-2-16,0 0-4 15,0 0-8-15,0 0-1 16,-1 0 5-16,-4 0-1 15,-2 0-6-15,1 0-1 16,-3 0-2-16,-6 0-2 16,-1 0 1-16,-6 6 0 15,-2 17 0-15,-1 10 2 0,2 4-2 16,6 4 2 0,3-3 0-16,8-2-1 0,4-6-1 15,2-2 1-15,0-4 2 16,0-6 0-16,2-4 2 15,6-3-2-15,4-8 1 16,-5-3 1-16,-1 0 5 16,2 0 3-16,9-6 9 15,0-18-10-15,1-7-4 16,2-8-3-16,-2-5-1 16,-4-5-1-16,-2-10 0 15,-3-2 0-15,-4-5-2 16,-5-2-11-16,0 2 5 15,0 6 1-15,0 8 1 0,-11 11 6 16,0 18 0-16,-1 9 4 16,7 12 3-16,5 2 6 15,0 0-9-15,0 0-4 16,0 0-1-16,0 28-9 16,0 14 10-16,0 8 0 15,0 5 13-15,0-2-2 16,0-5 2-16,0 0-4 15,0-1-4-15,0 1-5 16,0 3 0-16,0 4 1 16,0 3-2-16,0 0-7 15,0-2-28-15,0-41-29 16,0-7-34 0</inkml:trace>
  <inkml:trace contextRef="#ctx0" brushRef="#br0" timeOffset="74316.3783">21733 11409 73 0,'-5'10'15'16,"5"-10"-15"-16,4 0 31 16,27 0 15-16,11 0-10 15,9 0-8-15,10-8-6 16,6-2-5-16,0-2-2 16,1-1-6-16,-5 4-3 15,-8 1-2-15,-7 3-2 16,-10 2-2-16,-9 1-1 15,-3-1-3-15,2 3-22 16,-4 0-16-16,-17 0-13 16,-7 0-18-16</inkml:trace>
  <inkml:trace contextRef="#ctx0" brushRef="#br0" timeOffset="75069.5262">21770 12109 132 0,'0'-18'8'16,"0"5"2"-16,-5 2 20 15,-2 4 3-15,0 7-20 16,6 0-13-16,-2 0-2 15,-3 0-3-15,-5 13-3 16,-9 17 4-16,2 10 4 16,-2 2 0-16,8-4-3 15,4 1 2-15,6-7-1 16,2-1-1-16,0-5-1 16,0-6 4-16,10-5 4 15,10-7 0-15,0-6-2 0,1-2 9 16,1 0 10-16,0-14 3 15,1-8-12-15,-2-6-7 16,-2-10-3-16,-5-3 0 16,0-9 0-16,-8-7-1 15,0-4-1-15,-6-6-1 16,0-3-3-16,0-2 0 16,-12 6-1-16,-3 5 2 15,2 19 1-15,0 15 2 16,10 15 4-16,0 8 2 0,3 4-6 15,0 0-2-15,0 4-7 16,0 24-2-16,0 14 9 16,0 12 2-16,0 5 11 15,0 11 0-15,0-2-2 16,5 3-1 0,4-3-5-16,2 0-1 0,0-9-2 15,3-7 0-15,-1-12-14 16,1-9-13-16,-6-11-9 15,3-12-3-15,-2-8-3 16,-6 0-11-16,4-6-27 16</inkml:trace>
  <inkml:trace contextRef="#ctx0" brushRef="#br0" timeOffset="75308.0371">22353 11925 35 0,'20'-22'180'0,"-20"22"-160"16,0 0-17-16,0 0 33 15,0 0-17-15,-7 14-19 16,-10 13 0-16,-4 8 8 16,-3 4-3-16,2 3-2 15,-3 5-1-15,3-3 0 16,-3-1-2-16,4-7-1 15,1-4-16-15,-1-7-24 16,17-23-29-16,0-2-33 0</inkml:trace>
  <inkml:trace contextRef="#ctx0" brushRef="#br0" timeOffset="75599.2808">22023 11901 112 0,'0'-15'5'0,"0"15"1"15,0 0 1-15,12 24 40 16,14 10-10-16,8 7-4 0,4 4-9 16,0 2 2-1,-4-3-7-15,4-4-10 0,-6-4 0 16,-1-4 0-16,-4-4-6 15,-4-3-2-15,-3-6 0 16,-5-3-1-16,-7-5-4 16,3-1-14-16,-7-4-13 15,-2 0-19-15,-2-6-32 16,0 0-81-16</inkml:trace>
  <inkml:trace contextRef="#ctx0" brushRef="#br0" timeOffset="76304.1124">22779 11056 79 0,'0'-33'48'0,"0"16"-39"16,0 4 20 0,2-4 7-16,1-1-5 0,-3 2-2 15,0-4-5-15,0 0 7 16,0-1-3-16,0 2-6 15,0 1-10-15,0 0-4 0,-14-1-8 16,1 5-4-16,-2 3-5 16,-1 5 0-16,5-1 5 15,-2 6-2-15,3 1 0 16,-5 0-1-16,1 0-1 16,-5 0-5-16,3 18 0 15,-4 11 6-15,4 10-2 16,0 7 6-16,1 10 1 15,2 2 1-15,6 8 1 16,0 4 0-16,2 2 1 16,2 2 0-16,-1-1 0 15,4-3 0-15,0 2-1 16,0-4 1-16,0-6-1 0,0-5 1 16,0-11-1-1,0-8 1-15,6-8-2 0,0-10-1 16,-1-8-15-16,-3-7-14 15,0-5-16-15,-2 0-15 16,0 0-18-16</inkml:trace>
  <inkml:trace contextRef="#ctx0" brushRef="#br0" timeOffset="76551.4418">22353 11389 128 0,'0'-14'39'15,"3"10"-36"-15,14 0 6 16,13-1 29-16,4 2-21 16,6-2-3-16,5 5-4 15,0 0-4-15,0 0-6 16,-5 0 0-16,3 0-5 15,-6 15-37-15,-27-12-26 16,-4 1-70-16</inkml:trace>
  <inkml:trace contextRef="#ctx0" brushRef="#br0" timeOffset="76829.5961">23039 11396 56 0,'5'5'27'16,"-5"5"-22"-16,0 5 8 16,-5 12 21-16,-13 3-19 15,1 8 1-15,-6 5-4 0,4-3 1 16,-5 2-6-1,-4 0-7-15,4-5 2 0,2-3-2 16,3-7-8-16,4-5-18 16,13-22-20-16,-1 0-34 15</inkml:trace>
  <inkml:trace contextRef="#ctx0" brushRef="#br0" timeOffset="77055.6935">22852 11475 78 0,'23'-11'35'0,"-12"11"-33"16,9 0 21-16,3 25 8 16,-3 9 2-16,4 7-12 0,-2 3-12 15,-3-5 0-15,5 0-9 16,-6-5 0-16,-3-2-9 15,3-9-31-15,-16-20-26 16,-1-3-46-16</inkml:trace>
  <inkml:trace contextRef="#ctx0" brushRef="#br0" timeOffset="77378.9702">23292 11098 50 0,'-39'31'16'15,"15"2"23"-15,9 3-5 16,1 1 1-16,2 1-11 15,9-2-13-15,3 1 4 16,0-3-3-16,0 0-2 16,0-4-7-16,0 1 1 15,13 1-2-15,4-2-1 16,3-3-1-16,-2-5-14 16,2-4-23-16,-1-8-23 15,-10-10-13-15</inkml:trace>
  <inkml:trace contextRef="#ctx0" brushRef="#br0" timeOffset="78541.747">22552 11019 51 0,'0'5'35'16,"0"-5"-32"-16,0 0 17 15,0 0 14-15,0 0-16 0,0 0-10 16,0 0 7-16,0 0 6 16,0 0-8-16,0 0-4 15,0 0 0-15,0 0-2 16,-4 0-6-16,1 0-1 15,-1 0 0-15,-8 0-3 16,-3 0-10-16,-3 0-10 16,-1 0 2-16,4 0 12 15,4 0 2-15,4-5-4 16,4 4 8-16,0-1 3 16,3 2 5-16,0 0 4 15,0-2 6-15,0 2 9 16,0-3-11-16,0 3-7 15,0-1 5-15,0 1 0 0,0-2-2 16,0 0-5 0,11-3-1-16,12 2 2 0,12-2-1 15,10 0 0-15,11-1 2 16,6 2-2-16,7-2 1 16,-2 0 0-16,2 0-3 15,-6-5 2-15,-8 2 5 16,-9-1-4-16,-4 2 2 15,-12 0-3-15,-11 4-1 16,-5 2 0-16,-9 2-2 16,-4 0-1-16,-1 0 0 15,0 0 3-15,0 0-3 16,0 0-3-16,0 0-2 16,0 0 1-16,0 0-7 15,0 0-14-15,-1 0-4 0,-13 0 2 16,-5 9-24-16,7-6-13 15,-1 2-47-15</inkml:trace>
  <inkml:trace contextRef="#ctx0" brushRef="#br0" timeOffset="78961.8768">22444 11362 64 0,'0'2'43'0,"0"-2"-40"16,0 0 14-16,10 0 19 15,17 0-3-15,7 0-7 0,10 0-2 16,2 0-3-16,6 0-4 16,-4 0-8-16,1-2 2 15,-4-3 0-15,-5-1-7 16,-4 1 1-16,-8 5-4 15,-4 0-1-15,-11 0 0 16,-5 0-1-16,-7 0-6 16,-1 0-24-16,0 0-32 15,0 0-31-15</inkml:trace>
  <inkml:trace contextRef="#ctx0" brushRef="#br0" timeOffset="79552.8921">23673 11164 0 0,'14'-4'116'0,"-14"4"-89"15,0-2 5 1,0 2 30-16,0 0-9 0,0 0-22 15,0 0-7-15,0 0 1 16,0 0-10-16,0 0-15 16,0 0-3-16,-1 9-2 15,-17 21 1-15,-9 9 3 16,-4 8 1-16,-2-4-8 16,0-2 3-16,1-5-3 15,6-6-3-15,3-4-4 16,3-4-12-16,-1-6-3 15,4-3-17-15,13-13-19 16,-3 0-26-16</inkml:trace>
  <inkml:trace contextRef="#ctx0" brushRef="#br0" timeOffset="79792.0074">23328 11241 77 0,'0'0'45'0,"16"0"-41"16,12 10 2-16,2 8 33 15,8 4 7-15,0 4-19 16,2 3-11-16,-1-4 7 16,-2 1-13-16,-5-1-4 15,-4 0-4-15,-5 1-2 16,-7 2-3-16,2 0-30 15,-18-20-34-15,0-3-28 0</inkml:trace>
  <inkml:trace contextRef="#ctx0" brushRef="#br0" timeOffset="80154.374">23808 11046 53 0,'22'0'2'0,"-4"12"10"15,0 12 26-15,3 8-4 0,-2 6-11 16,1 7-1-16,0 2 2 15,-4 3 6-15,-5 2-9 16,-5 3-6-16,-6 1-1 16,0 1-1-16,0 1-3 15,-14-4 3-15,-8-8-7 16,-3-8-1-16,3-10 0 16,0-6-2-16,6-4-2 15,-2-6-1-15,0-1-21 16,11-11-41-16,2 0-56 0</inkml:trace>
  <inkml:trace contextRef="#ctx0" brushRef="#br0" timeOffset="90015.0643">16311 11564 60 0,'0'-10'80'0,"0"5"-57"15,0 4-1-15,0-4 7 16,0 5-7-16,0 0-10 15,0-1-4-15,0-1 0 16,0-1 1-16,0 2 7 16,0-4 4-16,0 2-1 15,0-4-9-15,0 1-6 16,0 1 1-16,0 0-2 16,0-2 1-16,0 2-3 0,0 0-1 15,0-3 0-15,0 1 0 16,0-1 2-16,0 2-1 15,0 0 2-15,0 1-1 16,0 5 1-16,0 0 0 16,0 0-3-16,0 0-1 15,0 0-2-15,0 0-2 16,0 0-2-16,0 0-11 16,0 16 2-16,0 13 4 15,0 9 12-15,-2 4-4 16,-7-3-2-16,0-7-1 15,0-6 2-15,5-5 3 16,0-8-5-16,1-5 4 0,3-5 1 16,0-3 1-1,0 0 1-15,0 0 2 0,0 0 2 16,0 0 8-16,0-5 12 16,0-19-5-16,3-13-14 15,8-8-3-15,-1-2-1 16,0 5-1-16,-1 2 0 15,-3 12 1-15,1 3-1 16,-1 2 0-16,-1 4 0 16,0 6 0-16,-3 7 0 15,-2 2 0-15,0 4 0 16,0 0-2-16,0 0-4 16,0 0-6-16,0 0 5 15,0 14-3-15,0 12 4 0,-7 10 6 16,-2 2 0-16,0-4 0 15,0-2-2-15,-2-4-1 16,0-6-1-16,0 1-6 16,-1-5-7-16,2 0-24 15,3-17-22-15,5-1-11 16</inkml:trace>
  <inkml:trace contextRef="#ctx0" brushRef="#br0" timeOffset="90576.6975">16480 11354 55 0,'5'-8'31'15,"-5"8"-21"-15,0 0 4 16,0 0-7-16,0 16 0 16,0 13 11-16,0 5-6 15,-3 5 0-15,-10-2-1 16,0 4-8-16,-3-4-1 16,4-4-2-16,0-8-1 15,5-8-10-15,5-9 2 16,2-6 2-16,0-2 4 0,0 0 3 15,0 0 14-15,0-17 14 16,4-8-23-16,9-10 0 16,3-3 1-1,3-1-1-15,-4 2-5 0,1 7-1 16,-1 9-1-16,-6 10 2 16,-2 1-1-16,-3 6 1 15,-1 3-1-15,-3 1 1 16,0 0-3-16,0 0-3 15,0 0-4-15,0 21 2 0,-6 13 8 16,-7 7 5-16,0-4-3 16,-1-2 2-16,1-2-2 15,3-4 1-15,-2-3-3 16,1-2 2-16,-1-1-4 16,-1 0 2-16,3-1-8 15,-4 1 6-15,5-2-17 16,4-1 4-16,1-4-16 15,4 1 2-15,0-17-28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54:20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15404 16901 0 0,'116'-24'0'15,"17"-20"0"-15,2-11 0 16,9-4 0-16,-101 31 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35:01.6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702 1586 154 0,'0'0'42'0,"0"0"-16"16,0 0 6-16,0 0-15 15,0 0-10-15,0 0 4 16,0 0 4-16,0 0 5 15,0 0-2-15,0 0 1 16,0 0-1-16,0 0-3 0,0 0-11 16,0 0-1-16,0 0-3 15,0 0 0-15,4 0 4 16,19 0 6-16,7-5 5 16,7-20-2-16,-1-9-3 15,5-6-1-15,2 1-6 16,-4-4-1-16,-11 2-1 15,-9-2 0-15,-2 4 0 16,-6 1 0-16,-5 3 0 16,-6 0 1-16,0-2 1 15,0 0-2-15,-8 1-1 16,-27 1-1-16,-1 7 1 16,-1-1-3-16,5 4 2 0,-2 10 0 15,12 4 0 1,5 5 1-16,-2 5 1 0,10 1-1 15,-1 0 4-15,1 0-4 16,0 0-3-16,-3 0 1 16,-6 0-3-16,1 26 1 15,-4 15-1-15,-7 17 3 16,0 7 2-16,2 3 0 16,5 4 0-16,12 0 1 15,9 7 0-15,0 1 0 16,9-6 1-16,45-12 0 15,23-10 0-15,6-12 1 0,-5-9-2 16,-14-6 2 0,-8-7-1-16,-20-7-2 0,-4-10 1 15,-4-1-1-15,-2 0-1 16,0 0-4-16,-7 0-4 16,9-26-9-16,-13-7-17 15,4-1-10-15,-4 1-5 16,-15 22-26-16,0 1-60 15</inkml:trace>
  <inkml:trace contextRef="#ctx0" brushRef="#br0" timeOffset="561.4326">1272 1419 184 0,'0'0'44'0,"0"0"-1"16,0 0-2-16,0 7-34 15,0 31-7-15,7 14 8 16,20 0-5-16,-3-2 0 0,2-8-1 16,-5-11-2-16,-12-17 0 15,1-3 0-15,-10-11 1 16,0 0 1-16,7 0 0 16,-7 0 1-16,0-7 3 15,0-29 14-15,0-10-17 16,0-13 0-16,0 2-2 15,0 10-1-15,2 6 0 16,13 18 0-16,-2 1 1 16,6 0 1-16,-2 7-1 15,9 8 6-15,-7 4-2 16,-1 3-5-16,1 0-3 16,9 17 3-16,0 25 0 0,-9 13 0 15,7 5 2-15,-16 1 0 16,-7-13-1-16,-3-7-1 15,0-10 0-15,0-2 0 16,0-3 0-16,0-4-9 16,0-1-25-16,-20-8-32 15,12-13-52-15,-12 0-49 16</inkml:trace>
  <inkml:trace contextRef="#ctx0" brushRef="#br0" timeOffset="1162.3343">496 1848 35 0,'0'0'31'0,"0"0"-1"15,0 0-3-15,0 0-7 16,0 0 8-16,0 0 4 15,0 0-4-15,0 0 3 16,0 0-1-16,0-4-6 0,0-3-6 16,0-13 1-16,21-7-1 15,16-11-4-15,16-14-3 16,3-1-1-16,0-8 3 16,-1 4-6-16,-14 10-6 15,-11 17-1-15,-4 6 0 16,-24 15 0-16,5 5-5 15,-7 4-12-15,0 0-17 16,0 0-19-16,0 11-59 16,0 6-65-16</inkml:trace>
  <inkml:trace contextRef="#ctx0" brushRef="#br0" timeOffset="1918.5498">1738 991 52 0,'0'-7'111'0,"0"7"-61"15,0 0-1-15,0 0-5 16,0 0-18-16,0 0-5 0,0 3-8 16,0 40-10-16,0 26 0 15,0 19 18-15,27 19-2 16,12 1-9-16,-9-8-1 16,9-2-1-16,-3-14-6 15,-2-16 0-15,3-11-2 16,4-18-1-16,-5-12-3 15,-8-9-13-15,-2-5-14 16,-24-10-12-16,-2-3-33 16,0 0-29-16,0-18 13 15</inkml:trace>
  <inkml:trace contextRef="#ctx0" brushRef="#br0" timeOffset="2139.2564">1572 1456 99 0,'0'-4'37'15,"26"-8"32"-15,41 0-3 16,-3-1-10-16,5 0-10 16,-5 6-23-16,-2 2-22 15,-6 5-1-15,2 0-3 16,4 0-20-16,2 0-28 15,-51 0-25-15,0 0-43 16</inkml:trace>
  <inkml:trace contextRef="#ctx0" brushRef="#br0" timeOffset="2505.5102">2345 1516 107 0,'0'0'32'16,"0"0"11"-16,17-3 2 16,2-23-15-16,9-5-2 15,4-2-8-15,-15-1-10 0,2 7-5 16,-12 1 0 0,-7 10 0-1,0 6-3-15,0 8 12 0,-9 2-1 16,-29 0-6-16,-9 0-7 0,10 23-3 15,1 18-1-15,14 10 3 16,1 2 1-16,16-3 2 16,5-8-2-16,0-13 3 15,0-2-2-15,5-11 1 16,27-1-2-16,15-8 0 16,5-4 0-16,12-3-2 15,0 0-15-15,9-3-16 16,0-29-17-16,0-12-24 15,-52 24-28-15</inkml:trace>
  <inkml:trace contextRef="#ctx0" brushRef="#br0" timeOffset="2984.4122">2861 1366 58 0,'0'-37'60'0,"0"28"13"16,-12 8-11-16,-8 1-8 16,5 0-21-16,2 22-22 15,5 32-11-15,-3 3 3 16,11-2 0-16,0-7 3 15,0-13-6-15,0-11 0 16,9-8-2-16,6-9 1 16,6-4-1-16,-14-3-11 15,1 0-8-15,7 0 1 16,-2-22 5-16,6-15 11 16,-10-9-9-16,-3 0-5 15,1 11 11-15,-7 14 3 0,0 16 4 16,0 5 4-16,0 0 10 15,0 5-14-15,6 29-12 16,22 6 12-16,9 19 0 16,5 2 2-16,-1 7-2 15,4 6-1-15,2 7-5 16,-10 5 5-16,-9 2 1 16,-11-2-1-16,-17-3 1 15,0-13 5-15,0-14 1 16,-11-15 8-16,-25-8 14 15,1-17 3-15,-3-14-3 16,-1-2 4-16,3 0-3 16,-11-25-14-16,-5-20-2 0,-8-11-3 15,-4-10-10-15,6 9-2 16,19 3-8-16,22 7-9 16,17 3-15-16,0-5-11 15,39-2-37-15,-7 35-35 16</inkml:trace>
  <inkml:trace contextRef="#ctx0" brushRef="#br0" timeOffset="3284.4606">3278 1640 16 0,'6'22'47'0,"-6"-16"-6"15,0-1 5-15,0-5 0 16,0 0-2-16,0 0 3 16,0 0-2-16,0 0-5 15,0-15-10-15,0-19-6 16,-26-6-10-16,9-4-11 16,-2 2-3-16,17 2 0 15,2 10-3-15,0 6-3 16,0 6-4-16,36 3-12 15,5 3-20-15,21 6-8 16,-4 6-25-16,-30 0-25 0,-7 0-15 16</inkml:trace>
  <inkml:trace contextRef="#ctx0" brushRef="#br0" timeOffset="3711.8997">3704 1384 111 0,'0'0'50'0,"0"0"-2"15,0 0-2-15,0-9-13 16,-17 0-4-16,0 7-7 16,6 2-1-16,-8 0-7 15,0 8-9-15,-9 39-5 16,-4 12-2-16,12 8 2 0,7-4 0 16,13-13-1-16,0-16-2 15,0-11-4-15,0-13-4 16,5-7-5-16,18-3 5 15,-1 0 2-15,6-6 7 16,0-30 2-16,8-10-1 16,-2-4-1-16,-4-3-3 15,-4 3-6-15,-15 6 8 16,-9 14 3-16,-2 17 7 16,0 9 18-16,0 4 11 15,0 0-9-15,0 4-21 16,0 22-6-16,0 11-3 15,0 0 3-15,0 0 1 0,0-6-1 16,6-5-1 0,16-2 0-16,-1-5-4 0,3-5-12 15,8-5-11-15,-8-7-14 16,12-2-14-16,-25 0-34 16,2 0-41-16</inkml:trace>
  <inkml:trace contextRef="#ctx0" brushRef="#br0" timeOffset="3980.8594">4090 924 39 0,'-36'-59'107'0,"32"50"-71"0,4 7 19 16,0 2 8-16,0 0-25 15,0 0-18-15,0 0-2 16,0 28-4-16,0 20-5 15,23 23 2-15,5 11-2 16,-4 9-1-16,-3 1 3 16,-4-7-8-16,-8-15 5 15,-9-2-4-15,2-20-2 16,4-6-2-16,-1-13-3 16,3-10-18-16,7-2-37 15,-12-17-45-15,5 0-70 16</inkml:trace>
  <inkml:trace contextRef="#ctx0" brushRef="#br0" timeOffset="4838.1023">5405 1144 141 0,'-47'-16'41'16,"11"16"8"-1,5 0-8-15,-3 0-16 0,6 25-10 16,-4 9-3-16,4 9 5 15,0 10-11-15,13 4-3 16,7 3 1-16,8-2-2 16,0-5 3-16,0-2-2 15,28-5-2-15,15-14 2 16,4-10-3-16,2-11 0 16,3-11 0-16,-5 0 1 15,-4 0 3-15,0-29-4 16,-3-21-1-16,-3-12 1 15,-3-12-3-15,-6-6-1 0,-11-4 2 16,-6-8 0 0,-11-6 2-16,0 3-3 0,-34 10 0 15,-7 20 3-15,4 27 0 16,18 24 8-16,10 14 2 16,9 0-9-16,0 5-1 15,0 39-10-15,0 20 10 16,0 12 2-16,0 3 0 15,7-5-1-15,19 0 1 16,6-7 0-16,0-9-1 16,11-6-1-16,2-15 0 15,2-4 0-15,2-11-2 16,-4-9-6-16,-6-11-2 16,2-2 4-16,8 0-1 0,-2-26-3 15,-10-15 9-15,-3-3-4 16,-12-1-4-16,-22-5 5 15,0 10 2-15,0 7-1 16,0 17 3-16,-7 8 0 16,-12 8 11-16,4 0-4 15,-7 19-7-15,1 21 5 16,-1 8 6-16,7 5 7 16,3-4-5-16,7 1 3 15,5-8 2-15,0-10-6 16,0-3-4-16,0-11-2 15,28-5-2-15,9 0-1 16,8-7-1-16,-2 2 4 0,8-8-3 16,0 0-3-16,1 0 0 15,-3 0-21-15,5-14-14 16,4-12-13-16,-32 10-43 16,-7-4-48-16</inkml:trace>
  <inkml:trace contextRef="#ctx0" brushRef="#br0" timeOffset="5445.5648">7722 707 143 0,'0'-5'86'0,"0"5"-26"16,-20 0-10-16,-16 0-26 15,-7 0-10-15,-17 12-9 16,-9 18-2-16,-4 10 1 16,5 4 1-16,1-7 3 0,26 0-3 15,9-4-2-15,17-5-3 16,15 0 0-16,0 1-3 16,0 3 1-16,47-1 1 15,18 6 0-15,18-4-1 16,8-1-6-16,9 1 3 15,-5-3-2-15,-3-1-2 16,-13-2-2-16,-17 3 1 16,-25-2 3-16,-18-4-6 15,-19-2 6-15,0-4 2 16,0 1 5-16,-10-6 2 16,-36-4 16-16,-7 0 0 0,-11-3-4 15,-14-1 2-15,-16-5-6 16,-7 2-3-16,-10-2-7 15,-1 0-3-15,26 0-6 16,15 0-1-16,39 0-6 16,24-2-9-16,8-22-18 15,0-13-5-15,17 19-44 16,22-11-55-16</inkml:trace>
  <inkml:trace contextRef="#ctx0" brushRef="#br0" timeOffset="5736.709">7990 501 99 0,'17'-14'69'0,"-17"14"-44"16,6 36-5-16,7 23-2 15,13 26 23-15,-11 10-6 16,9 2-8-16,-5-4-1 16,-2-7-9-16,2-7-5 15,-6-11-7-15,11-4-3 16,-5-9-2-16,-2-3 0 0,2-12-6 16,-3-4-19-16,-8-10 3 15,-8-26-57-15,0 0-47 16</inkml:trace>
  <inkml:trace contextRef="#ctx0" brushRef="#br0" timeOffset="5969.794">7689 1180 170 0,'0'0'15'0,"0"0"22"15,37-2 12-15,32-2 3 16,10-1-15-16,15-7-3 16,-2 2-10-16,-1-5-15 0,1 3-9 15,-4 0-5 1,-13 3-33-16,-7-2-16 0,-12-2-29 16,-49 9-26-16,-7-2-29 15</inkml:trace>
  <inkml:trace contextRef="#ctx0" brushRef="#br0" timeOffset="6127.6257">8614 1057 6 0,'15'0'84'16,"-15"18"-55"-16,2 13 28 16,9 7-10-16,-11 0-6 15,6 3-8-15,-6-1-6 16,0-2-11-16,0-5-7 16,2-11-7-16,3-3-2 0,3-5-6 15,7-1-22-15,-2-5-16 16,-7-8-74-16,1 0 37 15</inkml:trace>
  <inkml:trace contextRef="#ctx0" brushRef="#br0" timeOffset="6261.2738">8612 963 145 0,'-20'-61'46'15,"20"41"-5"-15,0 3 1 16,0 8-42-16,0 7-1 15,0 2-38-15,0 0-70 16</inkml:trace>
  <inkml:trace contextRef="#ctx0" brushRef="#br0" timeOffset="6751.6158">9090 1237 38 0,'0'12'34'0,"0"0"10"0,0-7-5 16,0 1-7-16,15-4-10 15,-6-2 0-15,1 0 1 16,-1 0 5-16,-3 0-10 15,7 0-11-15,-4-19-2 16,-7-6-3-16,-2 1 1 16,0-2-2-16,0 2-1 15,-2-1 0-15,-41 8-3 16,4 11 1-16,3 6 1 16,6 0-2-16,2 20 0 15,0 19 3-15,-6 9 8 16,21-4 3-16,2-5 2 15,11-1-3-15,0-8 2 0,0 4 0 16,15-8-6 0,13-4 2-16,15-3-4 0,-2-5 0 15,4-3 0-15,2-5-1 16,-4-6 0-16,4 0-3 16,-8 0-8-16,1-11-16 15,8-22-3-15,-8-13-20 16,-29 22-30-16,-7-1-42 15</inkml:trace>
  <inkml:trace contextRef="#ctx0" brushRef="#br0" timeOffset="6967.2312">9326 718 58 0,'-19'-35'70'0,"19"35"-42"15,0 0 3-15,0 33-17 16,19 18 13-16,22 17 12 15,-5 10-6-15,-4 0-6 16,3 2-7-16,-14-9-10 16,3-4-4-16,-1-4-4 15,-6-6-2-15,-6-7-5 16,4-6-22-16,-6-11-30 16,-5-13-37-16,2-20-17 15</inkml:trace>
  <inkml:trace contextRef="#ctx0" brushRef="#br0" timeOffset="7394.8488">9776 603 7 0,'-13'0'68'0,"13"0"-29"16,0 0 8-16,0 0-1 15,0 0-3-15,0 0-3 16,0 3-5-16,0 6-11 15,0 13-14-15,0 16-8 16,0 19 7-16,0 17 8 16,28 9-8-16,15-2 4 15,2 1-2-15,-2-3-7 16,-11-4-2-16,5-7-1 16,1-6 1-16,-8-8-2 15,9-11-3-15,-7-9 1 16,-19-14-30-16,2-9-1 15,-11-7-36-15,-4-4-63 16,0 0-26-16</inkml:trace>
  <inkml:trace contextRef="#ctx0" brushRef="#br0" timeOffset="7606.8802">9667 1128 154 0,'0'-11'11'16,"0"11"31"-16,11 0 35 16,38 0-36-16,15 0-11 15,7 0-3-15,-2 0-11 16,6 0-16-16,-7 0-1 16,1 0-23-16,4 0-25 0,2 0-30 15,-56 0-38-15</inkml:trace>
  <inkml:trace contextRef="#ctx0" brushRef="#br0" timeOffset="7910.689">10523 1142 109 0,'-9'21'32'15,"9"1"-2"-15,0 13 13 16,0 8-15-16,0 10-9 15,17 9 12-15,7 5-5 16,-5 6-10-16,5 3-5 0,-3 1-7 16,-1-7-2-1,-1-9 10-15,-11-8 0 0,-8-11-10 16,0-14 0-16,0-6-2 16,0-2 0-16,-8-12 2 15,-20-5-2-15,-11-3-1 16,-6 0-5-16,-2-34-8 15,-9-11-2-15,-4-10-10 16,5-6-27-16,35 30-33 16,3 4-71-16</inkml:trace>
  <inkml:trace contextRef="#ctx0" brushRef="#br0" timeOffset="8085.8979">10225 1059 62 0,'0'-35'148'16,"2"20"-113"-16,26-4 3 16,4-1-5-16,4 10-29 15,5 2-4-15,-11 4-9 16,7 4-32-16,-33 0-46 16,0 0-68-16</inkml:trace>
  <inkml:trace contextRef="#ctx0" brushRef="#br0" timeOffset="8571.1642">11018 1196 128 0,'0'10'37'0,"0"-10"-8"15,0 0 18-15,0 0-31 16,0 0-6-16,0 0 11 16,0 0 4-16,0 0-8 0,0 0-6 15,0-8 1-15,0-3-6 16,0-2 1-16,0 2-1 15,0 1-1-15,-15 1 6 16,2 7 3-16,-2 2-6 16,-2 0 1-16,2 0-9 15,-2 0-1-15,-2 7 1 16,-5 13 0-16,9 7 2 16,-6 0-2-16,14 2 4 15,7-4 1-15,0-4 0 16,0 0-2-16,0-6-2 15,0-1 0-15,15 0-1 16,22-4 0-16,6-4-6 0,2-6-9 16,15 0-11-1,6 0-10-15,3-12-13 0,-41-3-34 16,-5-2-39-16</inkml:trace>
  <inkml:trace contextRef="#ctx0" brushRef="#br0" timeOffset="9006.9592">11582 1071 50 0,'0'-12'185'15,"0"12"-139"-15,0 0 1 16,0 0-16-16,0 0-19 0,0 0-9 16,0 0 1-16,-15 6-2 15,-13 12 2-15,7 0 0 16,2 1-4-16,10-2 0 15,-2-5 0-15,11-1-1 16,0 3-2-16,0-3-4 16,5 6-2-16,29-1 0 15,7 0 3-15,-5-2 1 16,7 1-4-16,-6-1 0 16,-5 3 3-16,-4-1 0 15,-5 3 0-15,-14 3-5 16,-1 2 7-16,-8-3 0 15,0 4 4-15,0-1 0 0,-8-2 4 16,-33 0 13 0,-6-6 8-16,-9 1 2 0,-4-4 3 15,0-8-2-15,4 0 1 16,5-5-10-16,8 0-9 16,6 0-7-16,3 0-3 15,6 0-8-15,0 0-23 16,-4-5-21-16,23-3-39 15,-1 0-96-15</inkml:trace>
  <inkml:trace contextRef="#ctx0" brushRef="#br0" timeOffset="10820.27">2164 3615 46 0,'13'0'175'16,"-13"-7"-141"-16,0 0 22 16,0-2 5-16,0 1-30 15,0-3-14-15,0-1-3 16,0-1 0-16,0 1-4 15,0-5-5-15,0 1 3 16,0 5-3-16,-19-3-3 0,-9 5-2 16,9 7-1-16,-16 0-7 15,-5 2 1-15,3 0-5 16,-16 16 3-16,12 19 4 16,9 1 2-16,12-7 1 15,12-2 1-15,8-6-2 16,0-6 1-16,0-5 1 15,0-5-1-15,4-5 1 16,15 0 0-16,-6 0 1 16,2 0 1-16,-10 0 0 15,-5 0-1-15,0 0 0 16,0 0-3-16,0 4-6 16,0 12-2-16,0 12-1 0,0 3 12 15,0 8 0-15,-13 9 0 16,-2 2 0-16,4 7 1 15,2 0-1-15,5-9 0 16,0-4 1-16,-1-10-1 16,5-10 0-16,0-4 1 15,0-6 0-15,0-4-1 16,0 1 2-16,0 1 1 16,20-5 0-16,8 2 2 15,0-5 0-15,8 0-1 16,11-3 4-16,3 3 0 15,-5-4-6-15,2 0 1 0,-11 0-1 16,-1 0-2-16,-5 0-4 16,2 0-17-16,11-9-12 15,12-11-15-15,-42 7-40 16,7-4-53-16</inkml:trace>
  <inkml:trace contextRef="#ctx0" brushRef="#br0" timeOffset="11198.1312">2595 3771 43 0,'-34'-8'107'0,"15"8"-92"0,8 0 29 16,0 0-16-16,3 25-25 15,8-1-2-15,0 0 1 16,0 3-1-16,0 1 2 15,28-2-2-15,10 4 1 16,16-1-1-16,-5-3-1 16,7-5 0-16,-11 2 3 15,-6-4-2-15,-5-3-1 16,-23-3-1-16,-1 1-2 16,-10-1 2-16,0 4 1 15,-6 4 8-15,-35-3 11 16,-10 3 2-16,-3-8 1 15,3-5-4-15,-5-5 0 16,9-3-1-16,8 0-14 0,-6 0-2 16,15 0-2-16,6 0-14 15,14-11-16-15,10-11-35 16,0 10-23-16</inkml:trace>
  <inkml:trace contextRef="#ctx0" brushRef="#br0" timeOffset="11512.0829">3962 3685 190 0,'8'0'33'0,"-8"0"-24"15,7 33 24-15,-3 10 2 16,5 6-14-16,6-2-8 16,-7-2-7-16,5-2-4 15,-2-8-2-15,-3-8 0 16,-3 1-9-16,-5-9-18 15,0-19-28-15,0 0-57 0</inkml:trace>
  <inkml:trace contextRef="#ctx0" brushRef="#br0" timeOffset="11678.7192">3754 3584 66 0,'0'-14'52'0,"0"14"-51"16,19 0-1-16,37 0-1 15,-22 0-38-15</inkml:trace>
  <inkml:trace contextRef="#ctx0" brushRef="#br0" timeOffset="12089.9102">4414 3969 53 0,'20'38'24'16,"-12"-24"1"-16,3-7-10 15,-11 0-2-15,6-7-1 16,-4 0 7-16,-2 0 2 0,0 0 6 15,0-3 9 1,0-25 7-16,0-9-34 0,0-13 0 16,0 2 1-16,0-3-7 15,0 7-2-15,0 8 4 16,0 13-2-16,0 5-3 16,0 8-1-16,9 5 1 15,10 5 3-15,-2 0-2 16,3 0-1-16,8 0 1 15,0 33-1-15,4 7 0 16,-4 8 1-16,-9 4-1 16,-11 3 0-16,-1-4-3 15,-7-5-9-15,0-7-7 16,0-7-3-16,0-14-13 16,0-18-25-16,0 0-31 0</inkml:trace>
  <inkml:trace contextRef="#ctx0" brushRef="#br0" timeOffset="12330.0372">4734 3312 189 0,'-9'-24'28'0,"9"24"-23"0,0 17 14 16,45 34 17-1,18 17-10-15,-6 8-12 16,-5 5-1-16,-1 3-10 0,-14 3-2 16,-9-7-1-16,-9-1-9 15,-10-5-37-15,-9-9-35 16,0-54 13-16,0-7-49 16</inkml:trace>
  <inkml:trace contextRef="#ctx0" brushRef="#br0" timeOffset="12553.9196">4693 3888 136 0,'-15'-13'80'0,"15"7"-36"16,0-1 13-1,19-8-29-15,37-2-4 0,17 1 5 16,11 1-9-16,-1 1-13 15,5 3-6-15,-4 6-1 16,-13 5-16-16,2 0-16 16,-18 0-30-16,-52 0-46 15,5 0-60-15</inkml:trace>
  <inkml:trace contextRef="#ctx0" brushRef="#br0" timeOffset="12936.428">5497 3925 52 0,'0'11'62'15,"0"-11"-37"-15,0 0 29 16,0 0-12-16,0-11-17 16,18-10 1-16,-3-3-10 15,8-3-11-15,-10-3-2 16,2 1-1-16,-11 4-2 15,-4 0 2-15,0 6-2 16,0 9 4-16,0 4-1 16,0 6 4-16,0 0-3 15,-10 0-4-15,-3 0 1 0,-2 19-2 16,-2 16 0 0,10 5 0-16,-6 10 1 0,7-4 1 15,6-3 0-15,0-5 3 16,0-8-2-16,0-5-2 15,19-6 0-15,15-5-5 16,12-10-11-16,9-4-16 16,7 0-19-16,3-18-1 15,-44-4-18-15,-1-3-28 16</inkml:trace>
  <inkml:trace contextRef="#ctx0" brushRef="#br0" timeOffset="13362.3568">5971 3796 7 0,'9'-50'90'0,"-9"37"-22"16,-6 5 7-1,-16 8-9-15,-6 0-30 0,2 0-17 16,-1 0-6-16,-10 27-7 16,1 15-5-16,4 2-1 15,4 6 4-15,13-4-3 16,2-11-1-16,8-4-2 16,5-16-1-16,0-4-7 15,0-5-12-15,0-6-17 16,9 0 6-16,25 0-2 15,-4 0 15-15,5-9-2 16,5 7-16-16,10 2 2 16,6 2 11-16,12 36 25 15,3 9 1-15,-2 9 3 16,1 4 9-16,-14 1-8 16,-13-4-3-16,-22-7 5 15,-14 3 4-15,-7-14 15 0,0 3 4 16,-28-7 4-16,-19-4 2 15,-9-8-6-15,0-3-6 16,-4-9-1-16,0-7 3 16,2-4-9-16,-4 0 4 15,4-2-6-15,-8-31-5 16,10-10-10-16,-6-11-3 16,17-4-8-16,17-4-20 15,24 2-17-15,4 7-27 16,0 40-39-16</inkml:trace>
  <inkml:trace contextRef="#ctx0" brushRef="#br0" timeOffset="13672.1177">6218 4042 7 0,'28'23'57'16,"-28"-16"-24"-16,6-4 11 15,-6-3 4-15,0 0-1 16,3 0-11-16,-3 0-2 16,0 0-5-16,0 0-3 15,0-5 5-15,0-19-8 16,0-9-9-16,-22-8-6 16,7 1-8-16,11-4 0 0,4 6-5 15,0 8-4-15,13 4-3 16,40 3-5-16,3 7-3 15,2 5-9-15,6 5-19 16,-8 4-22-16,4 2 13 16,-8 0-39-16,-12 0 22 15</inkml:trace>
  <inkml:trace contextRef="#ctx0" brushRef="#br0" timeOffset="14060.4562">6722 3736 16 0,'0'0'52'0,"0"0"10"15,0 0-5-15,0 0-13 16,0 0-8-16,0 0-13 15,-13 0 1-15,-2 0-4 0,-4 0-6 16,-3 0-4-16,-1 0-9 16,-11 27-1-16,-1 17-2 15,7 11-4-15,7 4 5 16,4-4 1-16,17-16 0 16,0-8-2-16,0-16 2 15,0-8-1-15,0-5-2 16,10-2 0-16,12 0-3 15,2 0-3-15,3-5 3 16,1-21-2-16,0-6-19 16,0-6 2-16,-9 3-1 15,-6 5 1-15,-13 7 18 16,0 17 7-16,0 6 26 0,0 0 22 16,0 0-11-16,0 0-18 15,0 6-16-15,0 19 2 16,9 3 2-16,10 3-1 15,0-7 0-15,-1-3-4 16,1-5-2-16,0-3-3 16,-2-2-19-16,3-4-33 15,-14-7-47-15,3 0-63 16</inkml:trace>
  <inkml:trace contextRef="#ctx0" brushRef="#br0" timeOffset="14369.7217">7110 3950 37 0,'5'11'26'0,"-1"-7"2"16,-4-4-2-16,0 0 3 15,0 0 8-15,0 0 8 16,0 0 12-16,0-7-10 15,-4-17-15-15,-24-6 0 16,6-1 1-16,3-10-15 16,10 3-3-16,9-1-11 15,0-1-4-15,0 1-2 16,37 1-2-16,16 8 2 16,-1 3-7-16,4 7-8 0,-5 13-9 15,1 5-25-15,-37 2-33 16,-2 0-67-16</inkml:trace>
  <inkml:trace contextRef="#ctx0" brushRef="#br0" timeOffset="15008.1888">8174 3554 156 0,'-15'-2'51'0,"15"2"-8"16,0 0 4-1,0 0-38-15,0 32-5 0,0 17-4 16,24 5 11-16,12-1 0 15,3-8 2-15,-7-5-7 16,4-10 1-16,-8-8-4 16,0-8-1-16,-8-8-2 15,-3-6 0-15,2 0-3 16,-2 0-4-16,11-16 1 16,11-21 5-16,-3-8-4 15,1-10-11-15,-3-4-5 16,-15 0 7-16,-12 14 2 0,-7 16 12 15,0 14 4-15,0 15 13 16,0 0 9-16,0 0-6 16,0 0-6-16,0 0-14 15,4 24-2-15,15 12 2 16,0 5 2-16,7 6-1 16,-2-7-1-16,-5 4 0 15,5-10-28-15,-7-5-32 16,-2-6-18-16,-15-23-20 15,0 0 2-15</inkml:trace>
  <inkml:trace contextRef="#ctx0" brushRef="#br0" timeOffset="15360.6633">8966 3644 14 0,'19'0'33'15,"2"35"-1"-15,14 8-15 16,-14 4 20-16,-4-9-14 15,-6-13-9-15,-5-4 10 16,-3-12-2-16,-3-9 3 16,0 0 17-16,0 0 0 15,0 0-9-15,0-18 1 16,0-12-22-16,0-10-8 16,0-4 1-16,0-1-5 15,0-2-2-15,0 6 0 16,0 11-3-16,25 11 0 15,-10 14 2-15,7 5-1 0,6 0 1 16,-7 0-2-16,5 0 5 16,-7 16 1-16,5 9-1 15,-5 8-1-15,-6 2 1 16,-2 6 0-16,-11 4-11 16,0 0-12-16,0-3-23 15,0-35-49-15,0-1-35 16</inkml:trace>
  <inkml:trace contextRef="#ctx0" brushRef="#br0" timeOffset="15772.6102">9611 3567 182 0,'-38'-15'56'15,"12"4"22"-15,4 7-19 16,7 4-40-16,7 0-14 15,-11 0-3-15,-1 22-2 16,3 23-8-16,2 10 5 16,11 4 3-16,4-8-1 15,0-8 0-15,0-13-3 16,0-9-4-16,19-9-3 16,9-10 1-16,4-2 3 15,-4 0-5-15,4-4 3 16,2-25 2-16,-6-3 0 0,-13-6 1 15,7 0 4-15,-20 9 2 16,2 9 0-16,-4 12 18 16,0 8 13-16,0 0 4 15,0 0-3-15,0 0-17 16,0 0-15-16,0 14-10 16,0 15 5-16,7 7 5 15,10 0 0-15,11-3-5 16,0 2-25-16,12-11-15 15,12-4-32-15,-29-20-20 16,14 0-59-16</inkml:trace>
  <inkml:trace contextRef="#ctx0" brushRef="#br0" timeOffset="16094.4317">10832 2784 150 0,'-48'-41'63'15,"29"35"-41"-15,11 3 44 16,-10-2-35-16,16 5-14 16,-6 0-6-16,-3 0-3 15,-4 14-8-15,-4 31-3 16,10 24-3-16,7 18 6 15,2 14 0-15,0 7 4 0,8-1-4 16,33 0 0 0,4-5 0-16,2-10 1 0,7-7-1 15,-11-13 0-15,0-13-5 16,-11-9-22-16,-19-8-24 16,-9-9-16-16,-4-33-19 15</inkml:trace>
  <inkml:trace contextRef="#ctx0" brushRef="#br0" timeOffset="16648.5247">10310 3626 0 0,'0'-15'88'0,"18"8"-72"0,65-2 20 16,16-5-2-16,10-2-6 15,18-3 1-15,-3-3 10 16,-14 5-14-16,-22 3-5 16,-22 3-16-16,-30 7-4 15,-8 1-7-15,-13 1-4 16,-6-2-1-16,-5 4-1 16,-4 0 6-16,0 0 7 15,0 0 0-15,0 0-1 16,0 24-8-16,0 14 9 0,0 12 6 15,0 2-2 1,0 2-1-16,0-5 3 0,0-8 0 16,0-11 2-16,9-10-3 15,10-11-4-15,-4-7 2 16,-2-2-1-16,2 0 4 16,6-11 6-16,7-22-3 15,5-11-9-15,3-9-2 16,-4-4-10-16,-8 3-5 15,-5 5 5-15,-15 12 11 16,-4 18 1-16,0 11 12 16,0 8 13-16,0 0-5 15,0 0-15-15,0 5-5 16,9 22-5-16,10 9 5 16,3 7 1-16,1-1 1 0,1 1 0 15,-1-9-2-15,-3-4 0 16,1-8-16-16,-6-8-35 15,5-6-21-15,-8-8-10 16,-7 0-11-16</inkml:trace>
  <inkml:trace contextRef="#ctx0" brushRef="#br0" timeOffset="16987.7416">11717 3617 45 0,'0'-22'6'16,"0"8"10"-16,0 14 14 15,0 0-12-15,3 0-1 16,7 27-10-16,5 5 19 15,-6 1-1-15,-5-3 3 0,5-3-8 16,-3-11-8-16,-4-7 2 16,3-6 9-16,-5-3-7 15,0 0 11-15,0 0 1 16,0 0-6-16,0-8 4 16,0-23-20-16,0-9-6 15,10-6-1-15,3 3-5 16,7 5-7-16,5 10 5 15,-14 11 3-15,-2 13 2 16,1 4 2-16,-3 0-2 16,-1 0-6-16,9 0 9 15,7 13 0-15,1 12 1 0,5 4-1 16,0 5 0-16,-4 2-3 16,-1 0-13-16,-1 3-39 15,-12-32-45-15,-1-4-38 16</inkml:trace>
  <inkml:trace contextRef="#ctx0" brushRef="#br0" timeOffset="17437.5074">12427 3411 119 0,'-55'-28'36'0,"33"22"2"0,5 6 19 15,6 0-15 1,-4 0-15-16,2 13-13 0,-4 23-8 16,-2 5 2-16,4 5 8 15,6-3 1-15,5-7-4 16,4-2-4-16,0-1-5 16,0-7-2-16,4-4-1 15,24-10-1-15,9-1-1 16,8-8-3-16,10-3-12 15,1 0-7-15,0-5-14 16,0-26-20-16,-11-3-5 16,-7-3 11-16,-20 3 29 15,-3 1 22-15,-15 10 3 16,0 6 17 0,0 14 21-16,0 3 18 0,0 0-11 15,0 0-16-15,0 0-29 0,0 14-3 16,0 10 0-16,4 6 2 15,4 1-1-15,-3-6 0 16,1 4-1-16,-6-5-12 16,0 1-32-16,0-7-27 15,0-18-16-15,0 0-42 16</inkml:trace>
  <inkml:trace contextRef="#ctx0" brushRef="#br0" timeOffset="17579.0633">12580 3309 111 0,'-28'-67'71'16,"19"48"-33"-16,9 12-23 0,0 2 3 15,0 5-18-15,0 0-11 16,0 0-46-16,0 6-24 16</inkml:trace>
  <inkml:trace contextRef="#ctx0" brushRef="#br0" timeOffset="17990.771">12914 3462 166 0,'-21'3'22'0,"21"-3"-12"16,0 0 41-16,0 2-26 15,0 6-12-15,0 15-9 16,0 6-3-16,0 11 4 16,0-2-2-16,0-3 2 15,0-4 1-15,11-5-3 16,21-8 1-16,11-5 2 16,-7-8 3-16,5-5 1 15,2 0-2-15,-7 0 2 16,-4-14-6-16,-4-9 1 0,-4-4-2 15,-11-4 1 1,-3-6-1-16,-10-5-2 0,0-1 2 16,0 0-3-16,0 2-5 15,-32 10 3-15,-2 16-3 16,12 12-10-16,-5 3-10 16,3 12-6-16,5 22-14 15,2 12-5-15,12-29-15 16,5-2-49-16</inkml:trace>
  <inkml:trace contextRef="#ctx0" brushRef="#br0" timeOffset="18355.1217">13440 3707 14 0,'43'51'9'0,"-31"-30"14"15,-3-11 9-15,4-5 2 16,-11-5 13-16,7 0 22 16,1-17-8-16,8-20-44 15,-3-6-13-15,6-2-3 16,3-12-1-16,-5 3 0 16,-2 0 0-16,7 6-12 15,-9 17 6-15,-7 13 6 16,1 14 0-16,-9 4 4 15,4 0 2-15,11 0-6 0,9 27 1 16,8 9 1-16,0 4 4 16,0-2 1-16,-8-4 4 15,-1-3-7-15,-14-4-3 16,-5-2-1 0,-4-6-14-16,0 0-31 0,0-16-39 15,-4-3-89-15</inkml:trace>
  <inkml:trace contextRef="#ctx0" brushRef="#br0" timeOffset="18569.4569">12811 3185 275 0,'-19'-81'94'0,"19"10"-91"15,11 3 17-15,34 5 14 16,8 15-15-16,-14 12-12 16,0 15-7-16,-12 4-12 15,1 6-39-15,-23 11 43 16,-1 0-90-16</inkml:trace>
  <inkml:trace contextRef="#ctx0" brushRef="#br0" timeOffset="19393.5891">14523 3451 20 0,'32'60'27'0,"-4"-1"-13"0,4-3 10 16,0-11-4-16,-4-9-3 16,-4-10 0-1,-7-13 9-15,-13-4 1 0,3-9 1 16,-7 0 5-16,0 0 7 15,0 0-5-15,0 0-7 16,0-15-10-16,0-10-5 16,0-8-2-16,-7-9 1 15,-6-3-1-15,-2-4-6 16,11 6-4-16,4-2-1 16,0 13-1-16,19 6-4 15,37 1-2-15,4 8 2 16,0 6-22-16,5 5-12 0,3 5-20 15,-46 1-47 1,-1 0-69-16</inkml:trace>
  <inkml:trace contextRef="#ctx0" brushRef="#br0" timeOffset="19971.9908">15239 3469 51 0,'9'0'64'0,"10"0"-25"15,-2-13-11-15,3-14-7 16,-5 6-8-16,-7-1-2 16,-4 11-6-16,-4 6 9 0,0 5 2 15,0 0-5-15,0 0-11 16,-23 7 0-16,-9 27-1 16,4 6 2-16,0 1-1 15,15-3 0-15,9-3 1 16,4-10 6-16,0 0-2 15,0-14-1-15,0 3 4 16,28-6-5-16,-3-4-1 16,14-4-2-16,-3 0-6 15,5 0-10-15,6-19-8 16,1-9-19-16,-8 0-10 16,-7-6 10-16,-14 2 22 15,-11 2 20-15,-8 0 1 0,0 3 22 16,-8 3 21-1,-31 4-9-15,3 7 15 0,8 7-11 16,15 6-11-16,2 0-19 16,11 0-8-16,0 0 0 15,0 22-10-15,7 10 8 16,29 4 1-16,16 2 0 16,1-5 1-16,-1-3-1 15,-3-5-2-15,-15-1 3 16,-10-3-1-16,-15 1 0 15,-9-1-3-15,0 1 3 16,-20 0 1-16,-27 2 5 16,-7-7-2-16,-1-2 7 15,-1-3-3-15,11-6-1 0,-2-6-6 16,6 0-7-16,17 0-21 16,24-14-64-16,0-3-43 15</inkml:trace>
  <inkml:trace contextRef="#ctx0" brushRef="#br0" timeOffset="20382.5016">15919 3836 64 0,'24'79'32'15,"-11"-44"15"-15,-5-7 1 16,3-15-22-16,-7-2 2 0,-4-11-2 15,0 0 5-15,0 0 1 16,0 0-5-16,0-6-3 16,0-23-3-16,0-15-9 15,-19-10-7-15,-9-14-5 16,4-14 0-16,3-8-2 16,17 2-7-16,4 5-12 15,0 15-1-15,0 23 8 16,36 16 3-16,13 14 2 15,3 11 2-15,4 4 3 16,-1 0 4-16,1 2 0 16,-15 22 6-16,-5-2-2 0,-16 4-4 15,-12 0 0-15,-8 3-1 16,0-2 1-16,-4 7 0 16,-41-5 3-16,-11 1 0 15,0-3-3-15,9-8-6 16,7-6-25-16,31-13-43 15,3 0-39-15</inkml:trace>
  <inkml:trace contextRef="#ctx0" brushRef="#br0" timeOffset="20704.939">16511 3401 174 0,'9'-21'22'0,"4"-6"-8"16,6 0 11-16,-4 2-24 16,-2 1 0-16,6 5 0 15,-19 8 2-15,0 6 5 16,0 5 24-16,0 0-2 16,-6 0-20-16,-27 0-7 15,1 18-3-15,4 10 4 16,7 5 1-16,10-1-2 15,7 4 2-15,4-1-4 16,0-1 0-16,0 1-1 16,4-4 0-16,28-3-8 15,7-10-22-15,2-7-21 0,6-11-7 16,-2 0-3-16,-26 0-3 16</inkml:trace>
  <inkml:trace contextRef="#ctx0" brushRef="#br0" timeOffset="20914.5079">16912 3285 2 0,'11'-45'48'0,"-11"36"-19"16,0 9 35-16,-24 0-3 15,-4 3-34-15,1 27-7 16,3 7 1-16,11 3 4 16,-2-1-6-16,15-6-2 15,0-9-7-15,0-3-5 16,0-6-5-16,24-6 1 0,12-4-1 15,1-5 0-15,10 0-10 16,9 0-26-16,-37-14-36 16,7-3-40-16</inkml:trace>
  <inkml:trace contextRef="#ctx0" brushRef="#br0" timeOffset="21132.2546">17135 2755 205 0,'0'9'0'0,"0"44"14"0,9 11 21 15,27 4-10 1,20 8-2-16,-9 0 3 0,-6-3-7 16,-5-2-9-16,-8-4-6 15,-4-4-4-15,-9-4-2 16,-6-4-31-16,-9-46-55 15,0-7-23-15</inkml:trace>
  <inkml:trace contextRef="#ctx0" brushRef="#br0" timeOffset="21568.1901">16992 3294 142 0,'-20'-28'64'16,"20"17"-61"-16,20 1 4 15,52 3 6-15,16-4-7 0,24 4-3 16,-1 3 3-16,-10-3-6 16,-8 5-3-16,-23 0-23 15,-20 2-4-15,-18 0 12 16,-21 0 6-16,-11 0 12 16,0 0 10-16,0 0 13 15,0 11-5-15,0 18-6 16,-11 9 1-16,2 2 1 15,5 1 0-15,4-5-1 16,0-4 2-16,0-8-5 16,0-11-2-16,24-1-6 15,16-11 5-15,7-1-2 0,-1 0 4 16,1-1-6-16,-2-27-3 16,-7-4-1-16,-1-3 1 15,-14-6 1-15,-10 1-1 16,-13-1 0-16,0-3-1 15,0 7-2-15,-36 7-4 16,-5 10 0-16,-10 18-5 16,-5 2-8-16,0 0-12 15,5 31-3-15,1 9-5 16,35-22-25-16</inkml:trace>
  <inkml:trace contextRef="#ctx0" brushRef="#br0" timeOffset="22327.3442">18652 3128 81 0,'13'-19'63'0,"-13"16"-2"15,0 3 23-15,0 0-26 16,-9 0-19-16,-32 0-27 16,-6 27-4-16,-4 12-3 0,5 5-2 15,14 4 2 1,9-4-4-16,8-5 0 0,15 0-1 16,0-10 0-16,0 0-1 15,0-15 0-15,23-3 0 16,9-7-2-16,7-4 1 15,2 0-6-15,0 0 5 16,1-17 0-16,-1-15 0 16,6-12-3-16,-6 1-4 15,0-9-4-15,-17-6-2 16,-14-3 7-16,-10-11 4 16,0 1 0-16,0 3 1 15,-34 10 0-15,2 24 4 16,10 17 4-16,3 17 11 15,10 0-9-15,5 11-6 0,-7 38-5 16,7 16 3-16,4 5 0 16,0-5 2-16,0-10-1 15,4-9 1-15,29-13 0 16,-6-9-2-16,6-11 2 16,5-7-1-16,3-6-4 15,6 0-7-15,3-4 5 16,1-22-6-16,0-10-23 15,-10-1-2-15,-9 5-3 16,-17 3 0-16,-15 19 24 0,0 10 17 16,0 0 41-1,0 0 1-15,-10 0-14 0,-12 15-7 16,-1 4 3-16,-1 12 0 16,9 0-1-16,2 2-8 15,9-2-2-15,4-1 0 16,0 1-4-16,0-8-1 15,0-5 0-15,0 0-6 16,13-7 0-16,19-7-2 16,15-4-2-16,5 0-12 15,12 0-5-15,5-7-14 16,-46-7-53-16,1 1-43 16</inkml:trace>
  <inkml:trace contextRef="#ctx0" brushRef="#br0" timeOffset="22732.5305">20011 3036 200 0,'-38'0'49'16,"21"0"-34"-16,-3 5 21 15,1 24-23-15,6 10-3 16,5 2 8-16,8-4-10 16,0-1-4-16,0-4-3 15,13-8 3-15,29-4-2 16,-1-7 1-16,6-6 2 0,-6-7-5 16,0 0 0-16,-3 0-4 15,-12-20 0-15,2-4 1 16,-9 0 3-16,-14-4 1 15,-5 3 1-15,0-5 1 16,0 4-2-16,-32-1-1 16,-9 5-1-16,-6 11-5 15,10 8-1-15,-4 3 4 16,7 0-4-16,6 0-3 16,7 5-9-16,-3 10-9 15,16-5-21-15,8-6-33 16</inkml:trace>
  <inkml:trace contextRef="#ctx0" brushRef="#br0" timeOffset="23000.5858">20380 2436 139 0,'0'-32'171'0,"0"32"-150"16,0 0 5-16,0 0 7 16,9 38-33-16,6 16-5 15,9 13 5-15,3 9 3 0,6-2 0 16,-5 1-2-16,-7 0 0 16,-6-3-1-16,-6-5-1 15,-9-4-22-15,0-11-30 16,0-45-40-16,0-7-25 15</inkml:trace>
  <inkml:trace contextRef="#ctx0" brushRef="#br0" timeOffset="23420.5009">20200 3047 14 0,'56'-6'70'15,"17"6"-50"-15,19-2 8 16,11-4-8-16,2-2 10 16,7-5-7-16,-5 2-7 15,-15-1-9-15,-19 6-7 16,-13 6-10-16,-13 0-10 16,-6 0-1-16,-2 34 12 15,-7 3 8-15,-11 3 1 16,3 3 0-16,0-3 2 15,-20-6-1-15,-4-5 4 16,0-11 0-16,0-4 16 16,0-7-7-16,0-3-2 0,-9-4 16 15,-6 0 0-15,-2 0 0 16,-7-19 5-16,-3-14-12 16,-6-5-12-16,6-12-1 15,-1 1-8-15,19 0-2 16,9 2-2-16,0 8-4 15,9 7-14-15,38 7-14 16,13 7-16-16,4 7-8 16,-32 11-6-16,-8 0-29 15</inkml:trace>
  <inkml:trace contextRef="#ctx0" brushRef="#br0" timeOffset="23818.473">21605 2873 148 0,'4'0'74'0,"-4"0"-37"15,0 0 11-15,0 0-16 0,0 0-17 16,-8 0 0-16,-20 0-4 16,-4 11-9-16,-9 18 2 15,-6 13 2-15,2 5-2 16,6 5-4-16,11-2 2 16,15-11-2-16,13-2 0 15,0-10-2-15,0-7-1 16,0-9-5-16,24-9 1 15,12-2 0-15,-3 0 0 16,3-9 6-16,3-17-1 16,6-7-5-16,-9 0-4 15,3-5-8-15,-11 5-4 0,-11 10 10 16,-2 5 12-16,-11 11 1 16,-4 7 15-16,0 0 13 15,0 0-2-15,0 0-10 16,0 0-8-16,0 5-8 15,4 20-3-15,9 9 3 16,15 10 1-16,0-6 0 16,-4 3-1-16,4-6-16 15,-5-2-24-15,-19-29-51 16,-4 0-50-16</inkml:trace>
  <inkml:trace contextRef="#ctx0" brushRef="#br0" timeOffset="23983.6069">22004 3185 34 0,'0'-5'0'16</inkml:trace>
  <inkml:trace contextRef="#ctx0" brushRef="#br0" timeOffset="25401.5182">20603 3060 19 0,'-15'-6'34'0,"11"6"2"16,4 0-8-16,0 0-4 15,0 0 3-15,0 0-2 0,0 0 2 16,0-3 6-16,-4 2 0 16,4 1-9-16,0-5-6 15,0 1-3-15,0 4-1 16,0-2-2-16,0 2-6 16,0 0-4-16,0 0-1 15,0 0 1-15,0 0 2 16,0 0 1-16,0 0 0 15,0 0-2-15,-4 0-2 16,4 0-1-16,0 0-5 16,0 0-4-16,0 0 1 15,0 0 1-15,0 0 2 0,0 0 2 16,-7 0 0-16,7 0 1 16,0 0-3-16,0 8 0 15,0 10 4-15,0 10 1 16,0 4 1-16,0 4 0 15,0-1-1-15,0 3 1 16,7 0-1-16,-3-2 0 16,0-7 0-16,0-8 0 15,-4-2 0-15,5-7 0 16,-1-6 0-16,-4-6 0 16,0 0 1-16,6 0 1 15,-6 0 1-15,0 0-3 16,0 0-5-16,0 0-5 0,5 0-19 15,3 0-23 1,-3-6-31-16,-5-3-86 0</inkml:trace>
  <inkml:trace contextRef="#ctx0" brushRef="#br0" timeOffset="28723.6781">991 2355 74 0,'2'-11'85'0,"-2"11"-46"16,0 0-2-16,0 0-14 16,0 0-13-16,0 0 3 15,0 0 1-15,0 0-7 0,0 0 1 16,0 0 3-16,0 0 3 15,0 0-2-15,0 0-1 16,7 0-3-16,-5 0-3 16,6 0-3-16,3 0-1 15,17 0 0-15,6 0 3 16,16 0 3-16,5 0-4 16,18 0 1-16,7 0 4 15,-1 0-4-15,7-3-2 16,15-6-2-16,12-6 2 15,35-5-2-15,39-3 10 16,8 0-7-16,20 2 0 16,1-1-1-16,1 3-2 15,12-2 2-15,5 4-2 0,11 1 0 16,-5 3 0-16,2 4 0 16,-19-2 0-16,-17 0 0 15,-8 0 0-15,-5 3 1 16,-11 0-1-16,0-2 1 15,-4 2 1-15,9-2 1 16,10 0 0-16,11-4-1 16,2 4-2-16,-4-3 0 15,-11-1 0-15,1 0 1 16,-1-4-1-16,2 4 1 16,-2-3 2-16,-12 4-3 15,-3 2 1-15,-11-2 0 0,-14 2-1 16,-12 2 0-16,-3 2 1 15,-9-4-1-15,-13-1 1 16,-3-1-1-16,-7-2 0 16,-8 6 0-16,-1-2 1 15,4 3-1-15,-4-3 0 16,21 3 0-16,11-1 0 16,6 4 0-16,7 2 0 15,-9-2-1-15,-7 2 1 16,-12-3 0-16,2 3 0 15,-4-3-1-15,15 1 1 16,10-2 0-16,18 0 0 16,-5-2 0-16,7-2 0 0,-18 2 0 15,-1 2 0-15,-12-1 0 16,-5 1 0-16,-10 3 0 16,3-2 1-16,-19 0-2 15,-14 4 2-15,-23-2-2 16,-13 4 1-16,-14 0 0 15,-21 0 0-15,-5 0-2 16,-7 0 1-16,0 0 1 16,0 0 0-16,4-2 0 15,-4 2 0-15,0 0-1 16,0 0-11-16,0 0-12 16,-19 0-15-16,-9 0-42 0,-8 0-66 15</inkml:trace>
  <inkml:trace contextRef="#ctx0" brushRef="#br0" timeOffset="30082.5456">2049 6673 79 0,'-22'32'31'0,"22"-30"-9"0,0-2 11 15,0 0-4-15,0 0 1 16,0 0 11-16,17-2-3 15,15-17-11-15,3-7 1 16,3-17-7-16,10-5-8 16,-3-13-7-16,8-6-5 15,5 1-1-15,-6-8 0 16,-10 2-7-16,-12 5-5 16,-15 0-2-16,-10 1 3 15,-5 3 1-15,0-1 9 0,-65 5-7 16,-5 4 3-16,-14 6-5 15,11 18 3-15,26 12 4 16,17 14 3-16,15 5-1 16,15 0 0-16,-2 12-5 15,2 34 3-15,0 15 2 16,0 13 1-16,0 7 5 16,0 4 11-16,0-4-3 15,28 1 0-15,19-12-5 16,13-5 2-16,23-3-1 15,5-7-4-15,-2-6-3 16,-13-8-1-16,-6-8 0 16,-9-9-1-16,6-1-1 0,-2-9-15 15,-4-8-16 1,-2-6-17-16,-48 0-32 0,3 0-41 16</inkml:trace>
  <inkml:trace contextRef="#ctx0" brushRef="#br0" timeOffset="30836.7633">3398 6235 136 0,'-24'-13'33'0,"9"8"7"0,2 1 12 16,0 4-27-16,5 0-9 15,-12 0-5-15,-1 11-7 16,-5 25 0-16,-2 11-4 16,9 3 5-16,0 5-4 15,12-7 2-15,7-1-2 16,0-10-1-16,0-5-1 16,0-7 1-16,9-9 0 15,10-5 0-15,-2-5-5 16,-6-6-2-16,-2 0 3 15,10 0 4-15,-4-33 0 16,6-18 2-16,5-8-2 16,2-8-2-16,0-7-7 15,-13 3 2-15,-2-2 0 0,-13 2 5 16,0 6 2-16,-17 10 2 16,-22 15 8-16,5 16 1 15,14 8 2-15,5 16-8 16,11 0-5-16,4 0-3 15,0 29-6-15,0 25 7 16,0 14 2-16,0 8 1 16,0-3 0-16,17-5-1 15,5 0 1-15,6-6-1 16,6-4 0-16,4-13 0 16,3-6-1-16,13-13-2 15,-13-6 2-15,4-16-4 0,-9-4-4 16,-2 0-2-1,-6-2 3-15,2-29 3 0,-2-5 5 16,0-12-1-16,-9 4-5 16,-6 4-5-16,-6 6 7 15,-7 10 4-15,0 8 1 16,0 10 6-16,0 6 10 16,-11 0 1-16,2 0-12 15,1 0-6-15,1 10 0 16,3 18 1-16,-4 7 1 15,5 3 2-15,3 2 2 16,0-2 3-16,0-8-8 16,0-1-1-16,11-9-2 15,17-2 2-15,8 0-21 0,3-6-14 16,2-12-16-16,-22 0-16 16,-6 0-16-16</inkml:trace>
  <inkml:trace contextRef="#ctx0" brushRef="#br0" timeOffset="31220.2415">4193 6320 34 0,'0'-22'77'0,"0"22"-42"16,-8 0 7-16,-5 0-13 16,4 0-15-16,-8 27-1 0,6 11-8 15,-6 8 4-15,15 3-2 16,-4-2 1-16,6-10-3 15,0-4-2-15,0-15-3 16,0-6-2-16,0-12 1 16,8 0-1-16,12 0-1 15,-1 0 3-15,-2-8 1 16,9-26-1-16,-5-1-4 16,-4-4-4-16,3-1 1 15,-5 11-1-15,-5 8 8 16,-7 12 3-16,-3 9 18 15,0 0 19-15,0 0-15 16,0 0-21-16,0 23-4 16,6 10 0-16,7 4 2 15,4-7-2-15,0 1 0 0,-2-3-15 16,0-3-24-16,-2-12-17 16,-9-13-17-16,5 0-19 15</inkml:trace>
  <inkml:trace contextRef="#ctx0" brushRef="#br0" timeOffset="31611.3718">4817 6213 64 0,'-12'0'108'16,"12"0"-93"-16,0 0 14 15,0 0-5-15,0 0-15 16,0 0 1-16,0 0 1 16,0 0-8-16,0 9-3 15,0 1-8-15,0 7 5 16,0-6 3-16,0-3 0 16,0-5 2-16,0-3 4 15,0 0 6-15,0 0 10 16,0 0 5-16,-7-6-15 15,-1-8-1-15,5 3 5 16,3 0-7-16,0 1-6 16,0 2-3-16,0-3 0 0,0 6-1 15,11-2-1-15,8 7 1 16,-10 0-4-16,8 0-7 16,-15 0-7-16,7 0-20 15,-9 0-29-15,0 5-41 16</inkml:trace>
  <inkml:trace contextRef="#ctx0" brushRef="#br0" timeOffset="32151.2455">4880 6567 191 0,'-7'0'46'16,"7"0"1"-16,0 0-10 15,0 0-35-15,0 0-2 16,0 0 0-16,7 0 4 16,12 0-1-16,-8 0-3 15,-3 2-3-15,-3 5 1 16,-5 3 1-16,0 1 0 15,0-3 1-15,0 4 1 16,0-4 2-16,-7-3 2 16,-10-1 8-16,-2-4 5 15,2 0-1-15,6 0 6 0,-8-9-3 16,3 0-6-16,14-2-4 16,-4 5 5-16,6 4-8 15,0-8-6-15,0 4-1 16,0-6-5-16,26-1 2 15,10 5 1-15,-8 2-2 16,-11 2-3-16,-4 4-2 16,-13 0-1-16,0 0 2 15,0 0 2-15,0 0 3 16,0 0 1-16,0 0 2 16,0 0 1-16,0 0 1 15,0 0 2-15,0 0-2 0,-19 0-2 16,-3 10-10-16,-3 1-26 15,5 6-37-15,10-7-65 16,1-4 28-16</inkml:trace>
  <inkml:trace contextRef="#ctx0" brushRef="#br0" timeOffset="33806.628">6518 6339 222 0,'-40'-23'25'0,"18"17"-10"15,7 5 38-15,11-1-29 16,-3 2-18-16,7 0 0 15,0 0 3-15,0 0-3 16,-8 0-2-16,-1 0 3 16,-10 0-2-16,-11 18 2 15,2 9-6-15,-6 14-1 16,14 7 0-16,3 9-1 16,7 12 0-16,10 4 1 15,0 4 0-15,0 11 0 0,0 4 1 16,38 9 0-16,14 12 0 15,6 8-1-15,14 8 0 16,-5 4 1-16,2-2-2 16,-9-7 1-16,-9-16-1 15,-19-17-4-15,-12-14 1 16,-16-21 3-16,-4-9 1 16,0-13 0-16,0-7 4 15,0-7-2-15,-13-7 2 16,-6-5 0-16,-1-2-1 15,-12-4 1-15,0-2-2 16,-4 0-2-16,-7 0-11 16,6 0-6-16,18 0-19 15,19 0-44-15,0-8-54 16</inkml:trace>
  <inkml:trace contextRef="#ctx0" brushRef="#br0" timeOffset="34423.1623">7795 8020 150 0,'-61'0'19'16,"38"0"10"-16,6 0 22 15,2 0-27-15,2 0-8 16,-6 0-1-16,4 0 1 15,-11 9-4-15,4 12-4 0,1 7-2 16,6 8-1-16,2 3-1 16,9 3-3-1,4-7-1-15,0-8 0 0,0-8-2 16,0-4 1-16,28-3-1 16,-3-5 1-16,-3-5 1 15,6-2-1-15,0 0 0 16,8-9-4-16,5-21 3 15,-3-5-1-15,-5-4-5 16,-12-1 2-16,-2 2 3 16,-14 11 3-16,-1 11 2 15,-4 13 5-15,0 3 12 16,0 0 9-16,0 0-4 16,0 0-20-16,0 19-4 15,11 11-3-15,6 8 3 0,8-1 2 16,-7 0-1-16,1-13 0 15,-6-2-1-15,2-9-4 16,-7-2-20-16,-3-7-23 16,-5-4-38-16,0 0-46 15</inkml:trace>
  <inkml:trace contextRef="#ctx0" brushRef="#br0" timeOffset="35363.2517">6913 5676 66 0,'11'-8'19'16,"-11"8"13"-16,0 0 8 15,0 0-18-15,0 0-12 0,0 6-3 16,0 18 3-16,8 14 5 16,5 11-5-16,2 4 2 15,4 13-2-15,-10 2-5 16,2 3-1-16,-3-8-2 15,-5-7 1-15,-3-9-3 16,0-16 1-16,0-9-1 16,0-11 1-16,0-11 0 15,0 0 3-15,0 0 5 16,0 0 5-16,0 0-2 16,8-11 5-16,5-11-16 15,11-1-1-15,3 1-1 0,1 5-1 16,9 3-1-16,1 9 1 15,3 3 1-15,-4 2-4 16,-1 0-5-16,3 0 4 16,-11 0-3-16,-5 18 3 15,-4 2 1-15,-10 2-1 16,-9-2-1-16,0 8 4 16,0-3 3-16,0-1 3 15,-34 3-3-15,-3-5 3 16,-4-3 6-16,-6-6-2 15,7-7 8-15,-12-4 10 16,13-2-8-16,-6 0 3 16,7 0-2-16,-7 0-5 15,8-2-8-15,9-4-2 0,11 1-3 16,13 3 0-16,4-1-11 16,0 0-18-16,0 0-19 15,0 1-44-15,0 2-54 16</inkml:trace>
  <inkml:trace contextRef="#ctx0" brushRef="#br0" timeOffset="36288.9348">8425 6876 130 0,'-51'-17'116'0,"18"6"-100"16,10 7 29-16,4 0-6 15,10 4-20-15,9 0-11 0,-4 0-4 16,-7 0-4-16,-2 30 0 15,-2 19 0-15,2 12 1 16,9 0 0-16,4 1 1 16,0-10-1-16,0-10-1 15,0-6-1-15,17-13 0 16,11-10 0-16,-4-6-1 16,-1-7 0-16,-4 0-4 15,3 0-3-15,1-20 3 16,1-15 0-16,0-7-8 15,-5-3-8-15,-2 1-3 16,-4 6 8-16,-2 10 4 0,-11 15 9 16,6 13 4-16,-6 0 1 15,11 6-1-15,23 32-17 16,7 16 17-16,8 12 3 16,-2 4-3-16,-14 9-3 15,-14-1-3-15,-19-1-8 16,0-4 1-16,0-6 12 15,-28-7 1-15,-19-8 1 16,2-15 13-16,4-9 4 16,5-14-5-16,1-14 7 15,3 0 25-15,-4 0-14 16,-12-28-6-16,3-12-4 16,-2-9-2-16,11 1-15 0,12 9 3 15,18 1-7 1,6 5-2-16,0 0-3 0,26 4 1 15,23-1-1-15,7 5-26 16,10 1-16-16,3-1-33 16,-46 17-24-16</inkml:trace>
  <inkml:trace contextRef="#ctx0" brushRef="#br0" timeOffset="36610.9067">8923 6542 101 0,'-28'0'67'15,"0"8"-39"-15,6 35 18 16,-1 12-12-16,8 6-12 15,6 3 4-15,9-4-9 16,0-5-3-16,0-7-6 16,0-3-3-16,13-4-4 15,15-2 0-15,4-5-1 16,3-4 0-16,5-2-9 16,-1-6-22-16,10-11-18 15,-29-11-40-15,-3 0-49 16</inkml:trace>
  <inkml:trace contextRef="#ctx0" brushRef="#br0" timeOffset="36829.2017">9474 6734 71 0,'0'0'101'15,"-15"0"-82"-15,2 29 19 16,-6 17 4-16,-5 10-20 15,-8 4 2-15,0 0 1 16,0-6-13-16,4-5-8 0,4-8-3 16,7-8-1-16,6-9-11 15,3-8-18-15,-1-9-31 16,-2-2-20-16,7-5-23 16</inkml:trace>
  <inkml:trace contextRef="#ctx0" brushRef="#br0" timeOffset="37017.7214">9107 6955 62 0,'-8'-23'108'0,"8"23"-47"15,0 0-7-15,0 0-28 16,19 6-24-16,37 25 26 16,6 2-6-16,-4-5-13 0,-5-3-6 15,3-3-3-15,-4-4-3 16,-9-10-20-16,-3-2-28 15,-33-6-40-15,-5 0-27 16</inkml:trace>
  <inkml:trace contextRef="#ctx0" brushRef="#br0" timeOffset="37264.7713">9804 6648 33 0,'22'-3'68'0,"18"3"-50"16,12 0 26-16,-11 22-9 16,-9 16-14-16,-9 10-9 15,-14 8 6-15,-3 5-5 16,-6 1-5-16,0-3-4 16,0-6-3-16,-10-2-1 15,-27-6-4-15,5-13-5 16,4-7-9-16,0-8-30 15,24-17-25-15,0 0-50 16</inkml:trace>
  <inkml:trace contextRef="#ctx0" brushRef="#br0" timeOffset="37797.7369">10647 6653 48 0,'-36'-25'127'0,"16"22"-87"15,8 3 17-15,-4 0-27 16,-5 3-27-16,-7 36 2 16,0 11 0-16,0 14 4 15,9 0-2-15,11-2 2 16,8-9 1-16,0-10-2 15,0-7-6-15,4-12-2 16,24-4 0-16,0-8 0 0,-1-6 1 16,-3-4-1-16,-3-2-2 15,-1 0-8-15,-1 0 0 16,5-23 9-16,4-16-1 16,-9-10 1-16,2-11-4 15,-12-4-1-15,-9-10 3 16,0-5 3-16,0-6 0 15,-41 3 5-15,-2 11-1 16,13 21 8-16,4 22 4 16,22 17 8-16,4 11-2 15,0 0-4-15,0 0-14 16,0 11-4-16,0 26-12 16,24 18 12-16,12 7 2 0,3 1 1 15,-7 3-2 1,7-8 0-16,-9 1 0 0,4-6-1 15,-4-8-16-15,2-4-17 16,5-13-9-16,1-13-27 16,-29-15-36-16,-1 0-52 15</inkml:trace>
  <inkml:trace contextRef="#ctx0" brushRef="#br0" timeOffset="38059.8826">11415 6489 127 0,'0'-9'80'0,"0"9"-55"15,0 0 8-15,0 21-17 16,0 20 5-16,-4 10 4 16,-33 9-6-16,-1 4-8 15,-1 6 0-15,-4-5-3 16,2-6-4-16,-2-1-4 15,11-10 1-15,4-7-1 16,9-9-6-16,6-5-18 16,9-10-17-16,4-10-32 15,0-7-31-15,0 0-29 16</inkml:trace>
  <inkml:trace contextRef="#ctx0" brushRef="#br0" timeOffset="38284.643">10926 6667 146 0,'-11'-14'71'0,"11"14"-57"16,5 0 8-16,50 11 18 16,16 20 9-16,2 0-15 15,2 6-2-15,-6 3-10 16,-5 2-18-16,-8 1-4 15,-5-5-2-15,-1-2-24 16,-12-2-26-16,-33-28-38 0,-1-5-48 16</inkml:trace>
  <inkml:trace contextRef="#ctx0" brushRef="#br0" timeOffset="38616.0176">12151 6630 140 0,'0'0'52'16,"0"-5"-16"-16,4 1 14 16,47-7-2-16,5 0-13 15,-2-1-6-15,-9 1-4 16,-11 4-22-16,-12 1-3 16,-7 4-16-16,0-3-14 15,-11 5-12-15,-4 0-37 16,0 0-40-16</inkml:trace>
  <inkml:trace contextRef="#ctx0" brushRef="#br0" timeOffset="38876.9942">12114 6907 72 0,'0'15'53'16,"32"-15"-9"-16,28 0 33 16,5 0-19-16,14-3-5 15,-2-15-11-15,-4-2-4 16,-11 2-9-16,-25 3-19 16,-9 5-9-16,-5 2-1 15,-14 2-9-15,-5 3-19 0,1 3-23 16,-5 0-19-16,0 0-67 15</inkml:trace>
  <inkml:trace contextRef="#ctx0" brushRef="#br0" timeOffset="44201.3891">6971 9619 85 0,'-11'0'92'16,"5"0"-66"-16,6 0 9 0,0 0 24 16,0 0-25-16,0 0-18 15,0 0 3-15,0 0 7 16,0 0-2-16,0 0-3 15,0 0-3-15,-2 3-7 16,2-3-3-16,0 3-2 16,0-1-3-16,0-2-1 15,0 4-2-15,0-3 0 16,0 13-2-16,0 15-2 16,0 13 4-16,-7 19 0 15,7 11 1-15,0 12 1 16,-4 17 0-16,4 16 1 15,0 18-1-15,0 26 0 0,21 32 17 16,24 25-9 0,3 24-2-16,3 15-5 0,1 3-1 15,-7-7 0-15,-7-26-1 16,-1-27 1-16,-10-28 0 16,-14-18 0-16,2-11 2 15,-10-5-1-15,-1-3-1 16,7-3-1-16,-3 0-1 15,1-15 1-15,2-20-1 16,-3-16 3-16,-8-23-3 16,4-5 0-16,1-11 0 15,-5-14 1-15,4-6-1 16,-4-11 0-16,6-4 1 16,-3-2-1-16,-3-1 0 0,0-2 0 15,0 0 3-15,0-2-2 16,0 0 2-16,0 0-1 15,0 0-1-15,0 0-1 16,0 0 0-16,0 0-16 16,0 0-3-16,0 0-11 15,0-20-18-15,0-10-33 16,0 12-15-16,0-1-31 16</inkml:trace>
  <inkml:trace contextRef="#ctx0" brushRef="#br0" timeOffset="45448.3324">5630 13551 118 0,'-21'0'82'0,"21"0"-71"15,0 0 46-15,0 0 1 16,0 0-35-16,0 0-11 16,0 0 3-16,0 0 3 15,0 0-4-15,0 0-3 16,0 0-1-16,0 0-3 16,0 0 0-16,28 0-3 0,13 0 1 15,29 0 2-15,23-2-4 16,29-7-3-16,37-2 2 15,29 0 2-15,25-4-1 16,14-1-1-16,13-8-1 16,20 0-1-16,4-1 0 15,8-3 2-15,2 7-2 16,-8-1 0-16,0 4 1 16,-19 7-1-16,4-1 0 15,-15 7 1-15,0 2-1 0,0-2 0 16,8-1 0-1,16-2 0-15,8-3 0 0,9 2-1 16,10 1 1-16,-6-2 0 16,-17-1 0-16,-20-3 0 15,-25 1 0-15,-19 1 0 16,-18-1 1-16,-23 5 0 16,-24 1-1-16,-13 0 0 15,-15 4 0-15,-10 3 0 16,-22 0 0-16,-19 0 0 15,-16 0-1-15,-12 0 0 16,0 0 1-16,-4 0-1 16,-1 0-2-16,9 0 2 15,-4 0 1-15,4 6 1 16,1-2-1-16,-5 0 1 0,-1-1-1 16,-5-1 0-16,1 2 0 15,-3-4 2-15,3 0-2 16,-1 0 1-16,-3 0 0 15,0 0 0-15,3 0 1 16,6 0 0-16,4 0-1 16,11 0 0-16,4 0-1 15,0 0 1-15,-4 0-1 16,0 0 0-16,-7 0 0 16,-12 0 0-16,-11 0 1 15,-2 0 0-15,-11 0-1 16,0 0 1-16,0 0 0 0,0 0-1 15,0 0-1-15,0 0-2 16,0 0-11-16,0 0-10 16,0 0-6-16,0 0-9 15,0 0-15-15,0 0-39 16,0 0-28-16</inkml:trace>
  <inkml:trace contextRef="#ctx0" brushRef="#br0" timeOffset="45717.0205">13967 13012 81 0,'-13'0'100'0,"13"0"-90"0,0 0 19 16,0 0 6 0,28 0-18-16,32 17 12 0,5 5 0 15,-1 2-1-15,-8 2-12 16,-11-2-5-16,-17 0-4 15,-13 4-5-15,-15 7 0 16,0 8 1-16,-43 4 3 16,-30 3-5-16,-6-8 2 15,1-1-3-15,8-8-11 16,-3-9-13-16,2-10-24 16,49-14-61-16,-10 0-108 15</inkml:trace>
  <inkml:trace contextRef="#ctx0" brushRef="#br0" timeOffset="47102.6822">6441 9839 88 0,'-32'6'48'0,"32"-6"-7"15,0 0 10-15,0 0-14 16,0 0-7-16,0 0-1 15,0 0-9-15,0 0-4 16,0-6-1-16,0-2 3 16,0-3-3-16,0-5-8 15,0-6-4-15,13-5-1 16,23-4-2-16,9 0 0 0,-8 1 0 16,-3 5 0-16,-2 3 0 15,-4 3 0-15,0 9 0 16,-15-1 1-16,6 3-1 15,-10 5 1-15,2-1 1 16,-7 0 0-16,4 1 1 16,-3 1-2-16,-5 2 0 15,6 0-1-15,-6 0-2 16,4 0-3-16,5 0-3 16,6 0 3-16,2 11 4 15,2 0 1-15,3 0-1 16,-3-4 1-16,1 2 1 0,-5-5-1 15,-7 3 0-15,3-3 0 16,-11-1 0-16,2-3 1 16,4 3-1-16,-3 2 0 15,14 6 0-15,4 6-1 16,13 3 1-16,-3 10 0 16,11 1 0-16,-7 0 0 15,-3-5 1-15,-4-2-1 16,-9-2 1-16,0-5-1 15,-6-6 1-15,2 0-1 16,-2-6 0-16,-4-3 1 16,1 2-1-16,-10 0 0 15,0-4 0-15,0 3 0 16,0-3-7-16,0 0-22 16,0 0-7-16,0 3-15 0,0 10-31 15,0-7-14-15</inkml:trace>
  <inkml:trace contextRef="#ctx0" brushRef="#br0" timeOffset="48927.0521">6122 12369 58 0,'-28'5'111'0,"28"-5"-84"16,0 0 5-16,0 0 12 16,0-8-21-16,0-10-15 0,0-5 7 15,17-4 5-15,6-1-1 16,1-4-7-16,4 0-4 15,0 0 3-15,0-4-7 16,4-4-2-16,-9 4 0 16,5 1-2-16,0-4 0 15,0 7 0-15,4-4 0 16,11 2 1-16,4-6-1 16,-4 3 0-16,13-3 0 15,0-1 0-15,4-1 2 16,0 2-2-16,-4 2 4 15,-1 6-2-15,-3 5 1 0,-3 0-1 16,7 3-1-16,0 5 0 16,-3 5-2-16,5 0 1 15,11 6-2-15,10-1 1 16,16 5-1-16,5 0 2 16,14 4-2-16,2 0 2 15,10 0 1-15,3 0-1 16,-4 14 0-16,-1 11 1 15,0 8-1-15,-8 1 1 16,2 2-1-16,-15 2 2 16,-9-6-1-16,-16 2 0 15,-3-1 0-15,-4 3 0 16,-5 1-1-16,9-1 2 0,-2 0-1 16,-2-3 2-16,-3-4-3 15,1 1 1-15,2-5 0 16,-5 1-1-16,-8-8 1 15,7-2-1-15,-10-8 1 16,-3-3 0-16,-3-5 0 16,-6 0 1-16,2 0 1 15,2 0 0-15,9 0 2 16,4 0-2 0,9 0 0-16,-1-11-2 15,3-3 0-15,-6 1 0 0,-1-3 0 16,0 0-1-16,3-6 2 15,-9 0-2-15,15-5 1 16,-16-1 0-16,8 2-1 0,-5-1 1 16,-4-2-1-16,-5-2 2 15,-2 1-1-15,-1-7-1 16,3-2 1-16,-4-1 0 16,0-7-1-16,-10 0 1 15,2 5-1-15,-1-2 0 16,-1 4 0-16,-1 4 0 15,-8 2 0-15,8-2 1 16,-8-3 1-16,4 0-2 16,3-3 0-16,-5 2 1 15,4-4-1-15,-6-4 1 16,8-4-1-16,-3-4 0 16,3 0 0-16,-8 2 1 0,8 5-1 15,-3 9 1 1,5-1 0-16,3 1 2 0,0-2-2 15,6 1 0-15,-6 2-1 16,2 2 1-16,-11 3-1 16,0-2 0-16,-4 4 3 15,0-2-2-15,0 0 2 16,6 1 2-16,-4-2-2 16,11-6-1-16,6 3-2 15,9-5 0-15,12-3 0 16,7-5-1-16,3 3 1 15,5-6 1-15,-1 4 0 0,-12 11 3 16,10-3-4-16,-7 5 1 16,6 1 2-16,-6 9-2 15,-2-2 0-15,-15 7 1 16,-18 7-1-16,-8 0 1 16,2 2 1-16,5-1 0 15,-5 1-1-15,2 2-1 16,-8 0 0-16,-11 3-1 15,-2 2 0-15,-7 4-1 16,-6 2-6-16,0 0-20 16,0-3-24-16,0 1-24 15,5-1-61-15</inkml:trace>
  <inkml:trace contextRef="#ctx0" brushRef="#br0" timeOffset="49871.4944">14591 9410 59 0,'-10'-19'28'0,"-7"8"9"0,-1 1 0 16,3 7-8-16,-8 1-8 15,-5 2-5-15,7 0-6 16,-16 0 3-16,-6 15-1 16,-4 20-5-16,-9 15-6 15,15 4 1-15,9 1-2 16,13-7 2-16,15-2-2 16,4-10 1-16,0-6 0 15,0-9 1-15,0-5 1 16,10-9-1-16,-1-6 3 15,0-1 9-15,6 0-9 0,2 0 0 16,11 0 1-16,8-24 0 16,-2-1-4-16,-1 0-2 15,-16 6-1-15,-7 4 1 16,-1 7 2-16,-9 6-2 16,0 2 0-16,4 0-4 15,9 0-8-15,6 36-11 16,5 16 19-16,4 10 3 15,4 5 1-15,-8 6-1 16,-7 0 0-16,-4 2-1 16,-13 0-1-16,0-5 2 15,-22-8-1-15,-29-7 2 16,-7-10 0-16,-4-9 1 0,6-10 0 16,11-13 0-16,13-7 6 15,4-6 10-15,4 0 10 16,5-2-5-16,-9-28-3 15,11-8 4-15,2-10-10 16,2 6-7-16,13-1-3 16,0 6 4-16,0 4-4 15,24 3-3-15,21 5-3 16,10 4 2-16,-3 1-5 16,4 1-18-16,-11 1-11 15,6 2-6-15,-10-6-24 16,-30 16-29-16,-7-1-58 0</inkml:trace>
  <inkml:trace contextRef="#ctx0" brushRef="#br0" timeOffset="50262.4339">14982 9310 49 0,'6'-32'76'15,"-6"21"-53"-15,0 0 16 16,0 2 9-16,0 6-19 16,0 3-4-16,0 0 3 0,0 0-4 15,0 0-11-15,-4 7-11 16,-28 29-2-16,-9 6 5 15,5 9-1-15,8-2 2 16,8 1 2-16,12-5 2 16,4-1-9-16,4-5 1 15,0 3-2-15,0-10 1 16,0-2-1-16,12-2 0 16,12-7-1-16,4-2-9 15,4-5-6-15,5-6-19 16,3-8-18-16,12 0-9 15,-27 0-21-15,-7-4-44 0</inkml:trace>
  <inkml:trace contextRef="#ctx0" brushRef="#br0" timeOffset="50509.1128">15540 9432 42 0,'8'-11'78'0,"-8"11"-43"16,0 0-7-16,0 0-13 16,-13 30-10-16,-23 16 15 0,-11 3 4 15,-5 6-7 1,-4-1 9-16,3-4-17 0,6 0-6 16,10-9-3-16,5-3 0 15,13-8-17-15,6-6-18 16,-2-9-17-16,15-15-23 15,0 0-38-15</inkml:trace>
  <inkml:trace contextRef="#ctx0" brushRef="#br0" timeOffset="50786.9343">14971 9511 49 0,'-4'-14'64'0,"4"14"-60"16,0 0 23-16,21 18 23 16,22 10-25-16,9 3-8 15,-3-2 8-15,-2-1 0 16,5 2-11-16,-12-1-1 16,1 0-5-16,6 5-6 15,-6-5-1-15,2-2-1 16,-7-8-6-16,-3-2-14 15,-1-6-14-15,-4-11-10 16,0 0-8-16,-24 0-10 16,-4 0-41-16</inkml:trace>
  <inkml:trace contextRef="#ctx0" brushRef="#br0" timeOffset="51108.2976">15696 9244 99 0,'0'-10'47'16,"11"10"-28"-16,6 0 4 16,11 24-8-16,4 11 8 15,11 6-1-15,-11 4 1 16,5-3-4-16,-1 6 0 15,-8-4 2-15,-5 8-10 0,-10 5 4 16,-6 2-5-16,-7-1-2 16,0-1-4-16,0-8-2 15,0-6-1-15,-20-3-1 16,-16-5-8-16,4-5-9 16,-7-3-15-16,3 2-22 15,8-7-24-15,15-22-7 16</inkml:trace>
  <inkml:trace contextRef="#ctx0" brushRef="#br0" timeOffset="62377.7922">10169 13813 25 0,'0'0'92'0,"0"0"-70"16,0 0 9-16,0 0 16 15,0 0-17-15,0 0-8 16,0 0 2-16,0 0 3 15,0 0-3-15,0 0-3 16,0 0-2-16,0 0-1 16,0 0-5-16,0 0-3 15,0 0-1-15,0 5-1 16,0-5-4-16,0 0-1 16,0 0-1-16,0 0-1 15,-11 0-1-15,-12 0-1 16,1 0-2-16,-6 0 0 15,-6 0-1-15,-3 7 1 16,-10 7 2-16,6 3 1 0,1 2-1 16,1 3-1-16,3 2 1 15,-5 3-1-15,11 3-2 16,-7-3 1-16,18 3-1 16,2-5 0-16,8-4 2 15,7-1 0-15,2-5 1 16,0 1 1-16,0 1-2 15,0-2 1-15,22-3-1 16,12-5 1-16,2-1-2 16,-6-6-3-16,-2 0 0 15,-4 0 2-15,-11 0 4 0,6 0 0 16,5 0 0 0,-3-15 0-16,3-10-1 0,4-3-3 15,-9 2-1-15,-2-2-7 16,-2 1 5-16,-6 4 0 15,-5 8 6-15,-4 5-1 16,0 4 2-16,0 3 0 16,0 3 1-16,0 0-1 15,0 0 1-15,0 0 0 16,0 0 4-16,6 0-2 16,-6 0 3-16,0 0 1 15,0 0-2-15,0 0 0 16,0 0-1-16,0 0-4 15,0 0-1-15,0 0-2 16,0 6 0-16,0 12 3 0,0 4 1 16,0 0 0-16,0-1 1 15,0-2 1-15,0-1-3 16,5-6-1 0,3-1-1-16,7 2 1 0,-2-2-15 15,11 1-18 1,4-4-35-16,-20-8-38 15,5 0-48-15</inkml:trace>
  <inkml:trace contextRef="#ctx0" brushRef="#br0" timeOffset="63327.9707">12530 13365 105 0,'-10'0'83'16,"10"-4"-50"-16,0 4 16 15,0 0-13-15,0 0-26 16,0 0-9-16,0 0-1 16,0 0-3-16,0 31-1 15,0 16 4-15,4 14 3 16,7 4 0-16,-11 2-2 16,0 3-1-16,0-7-5 15,0-8-8-15,0-12 0 16,0-12 9-16,0-15 1 15,0-9 3-15,0-3 0 16,0-4 2-16,0 0-1 0,0 0-1 16,0 0-3-16,0 0 1 15,12-8-5-15,-7-11-4 16,14 3 7-16,-6 1-2 16,-2 8 3-16,6 1 0 15,2 1 3-15,5 5 0 16,4-3 1-16,-1 3 1 15,6 0 0-15,-1 0 1 16,0 0 0-16,0 0-3 16,-4 12 0-16,-2 3 0 15,-15 7-1-15,-7 0-2 16,-4 0-1-16,0 2 4 0,-4 0 3 16,-37 0 1-1,-11 4 0-15,-8-3 3 0,-4-1 1 16,0-5 3-16,-1-6 10 15,14-2 0-15,8-8-3 16,17-3-7-16,5 0-8 16,-5 0-3-16,-4 0-12 15,-9-11-38-15,22 1-50 16,2-9-95-16</inkml:trace>
  <inkml:trace contextRef="#ctx0" brushRef="#br0" timeOffset="64414.0857">9755 13352 21 0,'0'-15'57'0,"0"10"-31"0,0 2 10 15,0 3-4-15,0 0-17 16,0 0-8-16,0 0 8 15,0 0-2-15,0 0-4 16,0 0 2-16,0 0-6 16,0 0-5-16,4 12-2 15,-4 6 2-15,0 4 2 16,0-3 1-16,0-8-3 16,0-3 0-16,0-6 0 15,0-2 3-15,0 0 4 16,0 0 7-16,0 0 3 15,0 0 3-15,0 0-1 0,0-10-6 16,0-9-12 0,11 3-1-16,10-4-2 0,22 5 0 15,9-4 0 1,12 4 0-16,-8 8 2 0,-11 1 0 16,-17 6-3-16,-20 0-3 15,-1 0-9-15,-7 0-5 16,0 20 6-16,0 1 4 15,-20 0 6-15,-12-6 2 16,-4 0 4-16,4-9-2 16,-3-6 3-16,7 0 2 15,3 0 4-15,1 0 9 0,1-21-5 16,10-4-4 0,2-3-2-16,11-5 4 15,0 1-6-15,0 0-5 0,0 4 1 16,15 9 2-16,-2 6-1 15,-5 13-2-15,3-2-5 16,6 2-28-16,11 0-36 16,-13 0-31-16</inkml:trace>
  <inkml:trace contextRef="#ctx0" brushRef="#br0" timeOffset="65218.6242">12584 13014 21 0,'19'0'22'0,"13"0"15"16,1 0-2-16,-10 0-15 15,1 0-15-15,-16 25-4 16,-8 10 0-16,0 3 2 15,0-2-3-15,0-1 1 16,-32-6-1-16,4-8 16 16,0-7 4-16,11-8 1 15,-2-6 5-15,4 0 2 16,-2 0 3-16,8 0-6 16,-2-13-4-16,7-6-4 0,4 0-4 15,0 2-7-15,0 6-3 16,0 5 2-16,0 6-1 15,0 0-2-15,0 0 1 16,19 0-3-16,-1 0-2 16,-3 11-2-16,-7 3 1 15,-3 3 1-15,-5 2-11 16,0 3-14-16,0 5-22 16,0-20-40-16,-24-1-53 15</inkml:trace>
  <inkml:trace contextRef="#ctx0" brushRef="#br0" timeOffset="65997.5695">10115 12067 0 0,'0'-2'48'15,"0"-1"-15"-15,0 1-1 16,0 2-7-16,0 0-11 16,-2 0-10-16,-9 0-4 15,-4 0 0-15,-6 0-14 16,2 11-31-16,1-2-39 15</inkml:trace>
  <inkml:trace contextRef="#ctx0" brushRef="#br0" timeOffset="66777.3421">9603 12206 0 0,'0'-3'83'0,"0"0"-47"16,0-1-5-16,0 4-7 16,0-1-13-16,0-1-4 15,0-2 2-15,0 3-1 16,0-3 1-16,0 2-4 16,0-2-4-16,0 3-1 15,0 1-3-15,0 0-9 16,0-3-10-16,0-5-7 15,15-1 0-15,6-4-6 16,7 1 7-16,-2 5 11 16,2-2 8-16,-18 3 8 0,1 0 1 15,-2 0 3-15,-9 5 13 16,4 0 2-16,0 1 2 16,0 0-6-16,-4 0 5 15,7 0-2-15,-7 0-1 16,6 0 1-16,-6 0 6 15,0 0-3-15,0 0 3 16,0 0-1-16,0 0-6 16,0 0-2-16,0 0-8 15,0 0-6-15,0 0 0 16,7 8-3-16,8 29 3 0,13 15 3 16,-3 10 1-16,14 11 4 15,-3 9 1-15,5 3 0 16,2 11 3-16,-2-4-3 15,-5 0-4-15,-1-2-1 16,-7-11-3-16,-7-6-1 16,-2-10 0-16,-10-14 1 15,-1-17 0-15,1-10-1 16,-9-8 0-16,2-9 0 16,5 1 0-16,-7-4 0 15,0-2-1-15,2 0 1 16,-2 0-1-16,0 0-13 15,0 0-13-15,4 0-17 16,-4 0-20-16,4-8-28 0</inkml:trace>
  <inkml:trace contextRef="#ctx0" brushRef="#br0" timeOffset="68556.7583">12305 10425 9 0,'0'-10'12'15,"0"7"-3"-15,0 1 12 16,0 2-6-16,0 0-5 15,0-4 4-15,0-2 2 16,0 5-3-16,0-6-4 0,0 7 2 16,0-3 1-16,0 3 5 15,0 0 3-15,0 0-1 16,0 0 0-16,0 0-3 16,0 0-5-16,0 0-4 15,0 0-5-15,0-1-2 16,0-6-2-16,0 2-14 15,0-2-11-15,9 6 5 16,-7-4 8-16,4-1 11 16,-6 0 3-16,5 0 1 15,1-3 0-15,-4-2-1 16,-2 3 0-16,7-1-1 0,1 7-2 16,-8-1 1-16,4 3-1 15,-4 0 3-15,0 0 4 16,0 0 10-16,0 0 1 15,0 0 0-15,0 0-5 16,0 0-1-16,0 0 0 16,0 0 2-16,0 0-2 15,0 0-4-15,0 0-2 16,0 0-3-16,0 11 0 16,9 11 0-16,4 10 4 15,6 4 3-15,5-1-1 16,-5 3 2-16,-2 2 2 15,7 3 1-15,-3 10-2 0,-6 9-5 16,9 12 4-16,4 11-1 16,4 4-2-16,0 3 2 15,0 0-4-15,0-3 2 16,7-2-3-16,-17-4-1 16,5 5-1-16,-7-2 2 15,-5 2-2-15,2-6 1 16,-4-9-1-16,-7-6 0 15,3-7 1-15,1-8-1 16,-7-8 0-16,1-1 1 16,2 0 0-16,1 0 2 15,-7 0 2-15,0 0 2 16,0-1-2-16,0-3 3 16,0-5-3-16,0-1 0 0,0-3 1 15,0 0 1-15,0 0-3 16,2-1 0-16,-2 0-1 15,0 5 0-15,0-5-1 16,0-2 2-16,0-2-1 16,0-12-2-16,0-4 1 15,0-2-1-15,0 2 0 16,0 4 0-16,0 3 0 16,0 9 0-16,0 0 1 15,0 1-1-15,0-3-1 16,0-8 0-16,0-4 1 15,0-5-1-15,0-3 0 16,0 0 0-16,0-3-1 0,0 3 0 16,0-3 1-16,0 0 0 15,0 0 0-15,0 2 0 16,0 0 0 0,0 2 1-16,0-3 0 0,0 3-1 15,0-4 1-15,0 6-1 16,0-5 1-16,0 9-1 15,0 0 0-15,0 2 0 16,0 11 0-16,0-4 0 16,0 3 0-16,0 2 0 15,0-2 0-15,0-9 1 16,0-1 0-16,0-7-1 0,0-5 0 16,0 0 1-16,0 0 0 15,0 0 0-15,0 0 2 16,0 0-3-16,0 0-1 15,0 0-8-15,0 0-5 16,-15 0-6-16,-2-14-26 16,-11-8-4-16,13 10-20 15,2 1-71-15</inkml:trace>
  <inkml:trace contextRef="#ctx0" brushRef="#br0" timeOffset="75019.1496">10057 12325 54 0,'28'-33'13'0,"-15"18"-10"0,2 1 0 16,-2 6 0-1,-4 2-3-15,-3 6 0 0,-6 0 1 16,0 0 6-16,0 0-2 16,0 0-5-16,-11 0 1 15,-17 11 8-15,-4 3-7 16,0 1-1-16,-11 4-1 16,2 1-1-16,5-4 0 15,4-1 2-15,12-12 0 16,16 1 2-16,4-4 6 15,0 0 4-15,0 0-3 16,0 0-3-16,0-14 4 16,13-5-4-16,11-6 1 15,-1-1 2-15,5 4-3 16,-11 8-1-16,-2 6-1 0,-10 8-5 16,-5 0-3-16,0 0-7 15,0 28-12-15,-20 19 15 16,-29 14 4-16,-11-5-9 15,0 2 8-15,2-12 4 16,2-6 6-16,15-7 2 16,16-13-4-16,16-10-4 15,9-8-3-15,0-2 0 16,0 0 3-16,0 0 6 16,0 0 14-16,49-24 5 15,24-18-7-15,11-16-2 16,8-4-5-16,3-1-6 0,-12 6 6 15,-25 13-1-15,-19 18-4 16,-22 15-5-16,-9 8 2 16,-8 3 1-1,0 0-3-15,0 0-1 0,0 3-14 16,0 27-16-16,-30 16 14 16,-12 13 4-16,1 1 6 15,-2 2 6-15,6-9 2 16,14-8-2-16,10-15 1 15,9-10 3-15,4-12-4 16,0-7 0-16,0-1 0 16,0 0 0-16,28-8 7 15,27-29 18-15,10-18-8 16,10-12-12-16,2-9-3 16,-4-6 0-16,-4 7-1 0,-14 5 3 15,-16 20 3-15,-26 23-7 16,-13 18 2-16,0 9-2 15,-9 0-11-15,-42 44-16 16,-18 23-6-16,-6 19 23 16,-9 7 8-16,11 6-7 15,5-14 7-15,8-4 2 16,17-16-1-16,15-15 1 16,15-14-1-16,9-16 1 15,4-13-1-15,0-7-4 16,0 0 5-16,4 0 2 15,33-4 19-15,18-36 12 0,16-19-5 16,21-23-13-16,18-10-6 16,10-10-4-16,8-3-1 15,-7 15-1-15,-33 17-1 16,-33 31-2-16,-35 26 2 16,-20 13-2-16,0 3 0 15,-20 11-14-15,-57 49-37 16,-34 23-3-16,-10 28 23 15,1 4-3-15,2-3 5 16,9-13 22-16,23-14 7 16,20-15 3-16,29-16 4 15,18-17 4-15,19-14-9 16,0-15-2-16,4-8 4 16,31 0 18-16,10-10 5 0,10-30 4 15,12-22-3-15,16-7-6 16,8-13-4-16,29-10-4 15,15-5-5-15,4-1-3 16,-8 14 0-16,-41 23-4 16,-34 27-2-16,-39 23-1 15,-17 11-1-15,0 0-7 16,-24 22-21-16,-44 41-5 16,-29 19 14-16,-8 14-2 15,-6 2-1-15,8-9 12 16,15-11 9-16,23-6 3 0,18-15 3 15,19-18 5-15,24-16-2 16,4-12-6-16,0-11 4 16,11 0 0-16,42-7 19 15,14-32 1-15,21-18-3 16,13-13-11-16,17-10-3 16,12-6 3-16,6-10 1 15,-8 8-5-15,-16 8 3 16,-31 26 5-16,-42 25-8 15,-22 17-4-15,-17 12-2 16,0 0-7-16,-28 30-21 16,-47 26-3-16,-24 18 8 15,-8 11 6-15,-2-4-1 16,6-1 16-16,17-8 2 16,15-9 4-16,22-9-1 0,15-16 1 15,25-13 3-15,9-10-6 16,0-11-1-16,4-4 0 15,48 0 18-15,19-17 8 16,19-33-1-16,17-12-5 16,7-14-9-16,12 0-1 15,5-2-5-15,2 2-4 16,-13 12 5-16,-19 11 18 16,-26 18-18-16,-39 19-6 15,-23 13-1-15,-13 3-8 16,0 3-8-16,-36 45-13 15,-39 23 23-15,-22 14-16 16,-8-1-8-16,2-10 19 0,13-3 12 16,15-14 2-16,24-11 1 15,23-10 2-15,23-18-4 16,5-6-1-16,0-12-4 16,9 0 4-16,47 0 3 15,12-30 17-15,20-21-3 16,20-15-6-16,3-2-5 15,14-5 1-15,1-1-4 16,-14 16 17-16,-27 13-5 16,-35 21-13-16,-35 15-2 15,-15 9-4-15,0 0-4 16,-43 42-18-16,-30 20 1 0,-24 15 2 16,-14 4 8-1,14-7 8-15,9-7 6 0,18-8 2 16,25-12-1-16,17-17 4 15,23-11-3-15,5-11-1 16,0-8-10-16,37 0 10 16,27 0 13-16,20-38 2 15,8-16 2-15,11-12-8 16,6-2-6-16,7 1 4 16,4 2 0-16,-4 8 17 15,-9 13-11-15,-23 15-12 16,-30 10-1-16,-26 15-8 0,-24 4-8 15,-4 0-18-15,0 28-1 16,-32 15 35-16,-33 12 0 16,-12 1 2-16,-2 1-2 15,4 3 2-15,10-8-1 16,20-11-1-16,22-14 5 16,18-17-3-16,5-10-2 15,0 0-8-15,9 0 8 16,38-22 9-16,22-22 8 15,14-14-4-15,5-9-10 16,9-11-1-16,4-1-1 16,-7 2 0-16,-21 6 21 15,-17 20-13-15,-33 17-4 16,-23 17-2-16,0 6 4 16,-27 4-7-16,-44 7-6 0,-21 0-4 15,-9 20 2-15,-11 18 3 16,-4 5 2-16,5-1 3 15,14 2 1-15,14-6 0 16,29-10 6-16,15-15-1 16,31-7-2-16,8-6-1 15,0 0-3-15,0 0 1 16,0 0 0-16,0-25 6 16,32-18 7-16,15-20-3 15,7-16-6-15,12-7-4 0,3-4-1 16,-5 12 1-1,-21 15-1-15,-15 31 4 0,-24 18-4 16,-4 11 2-16,0 3-2 16,-17 0-6-16,-49 30-20 15,-22 24 1-15,-15 18 16 16,-4 5-4-16,-5 1 0 16,1-3 12-16,8-7 0 15,10-8 0-15,18-17 1 16,35-16 1-16,20-14 1 15,20-13-2-15,0 0-7 16,24 0 7-16,32-38 2 16,17-16 11-16,10-18-7 15,5-17-1-15,4-7-2 16,-4-5-2-16,4 2 2 0,-12 2 5 16,-20 16 3-16,-19 19-4 15,-22 18-3-15,-19 23 2 16,0 16-2-16,0 5-1 15,-32 0-3-15,-28 26-17 16,-20 29-11-16,-16 15 8 16,-1 8 10-16,-3-4 9 15,5-6 1-15,18-11 0 16,10-11 1-16,31-17 4 16,17-15 2-16,19-11-7 15,0-3-1-15,0 0-1 16,6 0 2-16,31-25 15 0,14-21 6 15,9-12-4 1,4-22-10-16,14-6-5 0,5-10 2 16,1 1-3-16,-15 10 0 15,-18 16-1-15,-27 17 0 16,-16 25-2-16,-8 16-2 16,0 11-2-16,-40 11-15 15,-44 45-24-15,-17 27 2 16,-10 9 32-16,3-3-1 15,16-10-2-15,23-19 14 16,18-17 4-16,27-17 1 16,20-14 0-16,4-12-2 15,0 0-3-15,0 0 10 16,17-8 11-16,22-29 11 16,12-16-9-16,5-9-11 0,13-13-4 15,6-10-5-15,2-7-2 16,2-4-1-16,-10 4 4 15,-9 8 1-15,-19 13-3 16,-18 26 0-16,-18 18-1 16,-5 18 1-16,0 9 2 15,0 0-4-15,0 0-7 16,-5 23-11-16,-35 21-10 16,-12 23 24-16,-8-2-6 15,9-8 5-15,10-12 2 16,13-18 3-16,19-17 0 15,9-10 0-15,0 0 0 0,0 0 1 16,0-21 11-16,43-22 1 16,13-16-6-16,6-10-5 15,3-1-2-15,1 0 1 16,-6-5-1-16,-6 2 2 16,-7 6 1-16,-15 22 3 15,-13 16 2-15,-14 19 1 16,-5 10-3-16,0 0-6 15,0 41-10-15,-28 30 3 16,-9 15 7-16,-10 1-1 16,6-5 2-16,9-11-1 15,4-17 0-15,13-11 0 16,7-18 1-16,8-15-1 0,0-7 0 16,0-3 0-16,0 0 2 15,13-10 2-15,38-24 6 16,13-17 0-16,7-11-7 15,-2-7-2-15,4 1 0 16,-7 6-1-16,-16 13 0 16,-22 17 0-16,-16 19 0 15,-12 13 1-15,0 0-1 16,0 0-3-16,0 20-9 16,0 30 7-16,-45 17 5 15,-6 15 0-15,-3 3 1 16,-2-1 0-16,9-8 0 0,19-14-1 15,11-12 0 1,17-21 0-16,0-14 0 0,0-6-2 16,0-9-1-16,0 0 3 15,37 0 4-15,23-34 4 16,11-9-3-16,6-11-2 16,-4 3-3-16,-7 10-3 15,-21 14 1-15,-21 17 1 16,-16 10-1-16,-8 0-4 15,0 8-3-15,0 34-3 16,0 25 12-16,0 5 0 16,0 7 4-16,0-12-4 15,-17-6 1-15,2-19 0 16,11-9-1-16,4-8 1 16,0-12-1-16,0-8-4 0,0-2 2 15,0-3 1-15,9 0 2 16,23 0-2-16,15-8-2 15,4-24-9-15,1-4-3 16,-16 8-3-16,-14 11 8 16,-16 12 3-16,-6 5 3 15,0 13-14-15,0 41 5 16,-34 13 13-16,4 14 1 16,-4-12 0-16,6-10 1 15,0-3 3-15,6-8-4 0,-6-3-1 16,1 4-1-1,-1-1-33-15,23-43-57 0,-1 1-6 16</inkml:trace>
  <inkml:trace contextRef="#ctx0" brushRef="#br0" timeOffset="75806.0808">15460 11289 1 0,'7'-9'217'0,"-7"9"-160"15,0 0-2-15,0-3 12 16,0 3-21-16,0 0-22 16,0 0-2-16,0 0-5 15,-28 0-8-15,-15 0-8 16,-13 0-1-16,-17 0 1 15,-19 20-2-15,-24 8 1 16,-23 8 0-16,-5 6 0 16,-17 12-1-16,-2 0 1 15,2 0 0-15,-2 5 2 0,0-1-1 16,-19 4-1 0,-3 1 0-16,-8-3-1 0,15-4 2 15,26-1-2-15,17-9 1 16,21-3 0-16,16-2 0 15,10-8 0-15,15-4 0 16,8 1-1-16,1-9 1 16,8 2 0-16,9-1 0 15,6-10 0-15,18-1 0 16,10-5 0-16,6-6 0 16,7 0 0-16,0 0 0 15,0 0 0-15,-4 0 3 0,4 0-1 16,0 0-2-1,0 0 0-15,0 0-7 0,0 0-11 16,0 0-10-16,0-18-9 16,19-13-18-16,20-7-30 15,-28 19-43-15</inkml:trace>
  <inkml:trace contextRef="#ctx0" brushRef="#br0" timeOffset="76151.8858">12562 11871 159 0,'0'0'51'15,"0"0"0"-15,0 0 4 16,0 4-41-16,-27 28-8 0,-25 11 7 16,1 7-7-1,-5 1-1-15,13-5 1 0,0-2 3 16,4-3-2-16,18-10-3 15,6-6 2-15,11-8-2 16,4-6-2-16,0-7-2 16,0 0 1-16,0 4-1 15,0-3 4-15,36 0 9 16,16 1 4-16,12-6-1 16,18 0 0-16,-7 0 1 15,4 0-7-15,0-6-7 16,-1-9-3-16,5-4-23 0,14 2-27 15,14-5-29 1,-74 11-37-16,6-1 100 0</inkml:trace>
  <inkml:trace contextRef="#ctx0" brushRef="#br0" timeOffset="77118.806">16599 10496 124 0,'-24'-5'26'16,"9"-5"26"-16,3 9 6 15,3-2-28-15,3-1-18 16,-3 4 1-16,0 0 2 16,-6 0-6-16,3 0-2 15,-8 0 1-15,-1 7-3 16,-3 15-1-16,1 10-4 16,-1 6 1-16,7 11 3 15,6 2-3-15,7 15-1 16,4 1 1-16,0 7-1 0,4 1 0 15,33 2 0 1,1 2 1-16,7 4 0 0,-2 4 0 16,2-1 0-16,-8 5-1 15,-3-1 1-15,-13-7-1 16,-6-8 1-16,-15-14-1 16,0-15 0-16,0-8 1 15,0-7 1-15,-27-8 0 16,-10-4 2-16,-10 0-2 15,-13-2 3-15,-13-6 0 16,-21-3-1-16,-7-5-2 16,0-3-2-16,-6 0 0 15,19 0 0-15,23 0-5 16,18 0 3-16,30 0-3 0,6-6-4 16,11 4-10-16,0-9-13 15,0-3-28-15,0 3-28 16,0 0-54-16</inkml:trace>
  <inkml:trace contextRef="#ctx0" brushRef="#br0" timeOffset="77959.852">17240 11912 67 0,'-40'-19'88'0,"16"9"-67"15,0 4 19-15,7 4 6 16,2 2-27-16,7 0-13 0,-12 0 4 15,-1 0-6 1,-18 17 0-16,-1 14-2 0,3 8 1 16,5 1-2-16,8 0 4 15,9-4-2-15,15-4-3 16,0-10 0-16,0-2 1 16,0-13 0-16,15 0-1 15,9-5 3-15,-3-2-2 16,7 0 2-16,11 0 1 15,2-5-4-15,4-23-4 16,6-9-4-16,-8 1-5 16,-7-6-2-16,-8 0-4 15,-19 1 3-15,0 8 6 16,-9 15 10-16,0 13 0 0,0 5 23 16,0 0-6-16,0 0-6 15,0 7-7-15,0 22-3 16,0 13 16-16,0-1-1 15,0-1 2-15,10-2-4 16,7-8-11-16,-6-3-1 16,-2-8-1-16,-1-3-1 15,3-4-5-15,-11-1-20 16,4-4-24-16,-4-7-43 16,0 0-43-16</inkml:trace>
  <inkml:trace contextRef="#ctx0" brushRef="#br0" timeOffset="78911.8686">16636 9883 76 0,'0'-13'70'15,"0"13"-39"-15,0 0 15 16,0 0-11-16,0 0-35 15,0 13 0-15,4 30 0 16,4 13 1-16,-1 13 11 16,1-4-6-16,1 0-4 0,-5-5 2 15,1-9-1-15,1-10-3 16,-6-13 0-16,0-13 1 16,0-10-1-16,0-5 1 15,4 0 2-15,1 0 3 16,-1 0-2-16,0 0 1 15,0-12 3-15,7-10-7 16,6-5-1-16,3 4-3 16,3 8-2-16,14 0 0 15,-1 7 3-15,11 4-1 16,-6 2 1-16,2 2-2 16,-7 0-3-16,1 0-6 15,-5 0 6-15,5 20 2 16,-10 2 1-16,-3 3-4 15,-20 0 2-15,-4-2-6 0,0 1 6 16,-23-1 6-16,-27-1 3 16,-14 0-2-16,-7-8 0 15,3 0 7-15,-1-3 6 16,2-7 5-16,18-4 1 16,6 0-3-16,15 0-6 15,16 0-2-15,7 0 0 16,5 0-3-16,0 0-6 15,0-11-2-15,0 1-4 16,0 2-24-16,0 1-42 16,0 4-33-16</inkml:trace>
  <inkml:trace contextRef="#ctx0" brushRef="#br0" timeOffset="79705.5031">17624 10838 52 0,'-23'-22'66'16,"14"18"-17"-16,-4-3 10 15,-2 5-8-15,-2-1-16 16,2 3-6-16,-4 0-11 16,2 0-6-16,-7 0-4 15,-8 34-6-15,0 18-1 0,-1 6 2 16,10 7-3-16,10-5 2 16,2-3-2-16,11-11-1 15,0-14 0 1,0-7 0-16,5-12-1 0,14-8 0 15,4-2-3-15,5-3-7 16,0 0 3-16,4-21 4 16,1-20-6-16,-6-3-3 15,1-1-5-15,-15 2-16 16,-2 9-12-16,-11 16 47 16,0 11 1-16,0 7 1 15,0 0-2-15,4 29-9 16,13 25 2-16,11 16 7 15,0 11 6-15,0 4-4 0,-9 2-1 16,-14 3 0-16,-5-9-1 16,0-9 1-16,-28-13-1 15,-19-11 0-15,-3-17 0 16,12-14 2-16,1-9-1 16,5-8 26-16,4 0-3 15,-4-8-7-15,0-21 2 16,4-4-10-16,9-1-4 15,10 9 1-15,9-3 1 16,0 4-4-16,0-4-3 16,24 2-2-16,31-1 1 15,5 2-2-15,0 1-6 0,1-1-11 16,-44 20-48-16,2-1-44 16</inkml:trace>
  <inkml:trace contextRef="#ctx0" brushRef="#br0" timeOffset="80008.9811">18032 10585 86 0,'-24'-5'72'0,"1"5"-43"0,5 22 7 15,-1 16-2-15,2 12-4 16,2 5-2-16,6 3-10 16,9 1-1-16,0-4-12 15,0-1 0-15,0-3-5 16,0-2 1-16,9-6-1 16,23-2-1-16,5-11-11 15,14-7-18-15,9-16-18 16,9-7-18-16,-41 0-19 15,0-3-34-15</inkml:trace>
  <inkml:trace contextRef="#ctx0" brushRef="#br0" timeOffset="80209.5022">18604 10788 110 0,'11'-21'71'15,"-11"21"-31"-15,0 0 15 16,0 0-36-16,0 33-17 15,0 21-2-15,-34 15 23 16,-11 5-16-16,-15-2-4 16,4-8-2-16,5-12-1 15,10-8-5-15,13-11-18 16,0-9-30-16,28-24-34 16,-4 0-42-16</inkml:trace>
  <inkml:trace contextRef="#ctx0" brushRef="#br0" timeOffset="80425.6039">18133 10961 56 0,'0'-1'46'0,"6"1"-5"16,39 22 24-1,15 14-17-15,4 2-15 0,1-1-5 16,-5 3-12-16,-9 1-11 15,-3-7-3-15,-16-2-2 16,-4-10-19-16,-5-10-23 16,-6-3-22-16,3-9-8 15,-20 0-13-15</inkml:trace>
  <inkml:trace contextRef="#ctx0" brushRef="#br0" timeOffset="80650.5908">18780 10715 1 0,'56'0'51'0,"-9"9"-11"15,-2 34 0-15,-12 13 8 16,-10 5-20-16,-19 3-7 16,-4-1-5-16,0-9-7 15,0 0-5-15,0-10-3 16,-32 1-1-16,0-3-4 15,0 0-25-15,4-11-21 16,19-29-22-16,9-2 17 0</inkml:trace>
  <inkml:trace contextRef="#ctx0" brushRef="#br0" timeOffset="81199.6716">19276 10845 129 0,'-15'-22'26'0,"-2"22"7"0,-11 0 22 16,-4 0-37-16,-7 18-17 15,-6 21 4-15,2 17-1 16,7 0-1-16,8 1 4 15,15-5 0-15,13-5 0 16,0-10-4-16,0-7 0 16,0-8 0-16,13-6-2 15,10-7 3-15,1-5 4 16,-1-4 2-16,-1 0-6 16,6 0 1-16,0-22 1 15,4-18-1-15,-4-6-5 16,-5-13-2-16,-8-12-1 15,-10-11-3-15,-5-10 1 0,0 0-5 16,0 7 2-16,-24 24 0 16,0 23 8-16,7 18 5 15,7 14 6-15,10 6-2 16,0 0-9-16,0 6-4 16,0 38 4-16,0 24 5 15,15 13 9-15,2 12 5 16,-2-1-3-16,2-8-4 15,2-8-6-15,1-11-3 16,1-14-1-16,7-4-2 16,-5-7-5-16,5-10-8 15,0-8-26-15,4-8-12 16,5-14-30-16,-22 0-17 0</inkml:trace>
  <inkml:trace contextRef="#ctx0" brushRef="#br0" timeOffset="81477.7864">20065 10767 182 0,'19'-18'41'0,"-19"18"-19"16,0 0 37-1,0 2-43-15,-4 33-12 0,-43 17 10 16,2 5-1-16,-15 5-6 0,0 1 5 15,4-1-2-15,5-7-8 16,5-1 1-16,8-3-2 16,16-10-1-16,3-6-4 15,0-11-4-15,10-5-15 16,1-8-15-16,-3-2-14 16,2-6-18-16,9-3-21 15,-4 0 0-15</inkml:trace>
  <inkml:trace contextRef="#ctx0" brushRef="#br0" timeOffset="81760.7552">19428 10948 84 0,'0'-15'74'0,"0"15"-61"16,0 5 20-16,56 28 37 15,8 5-30-15,9-2-9 16,2 1-1-16,9 7-2 15,4-4-5-15,-5 2-1 16,-5-3-4-16,-3-6-10 16,-15-3-5-16,-4-4 0 15,-16-6-2-15,-8-6 0 16,-12-6-1-16,-12-2 0 16,-8-5 0-16,5-1-1 15,-5 0-2-15,0 0-13 16,0 7-23-16,0 4-27 15,-9-11-35-15,-10 0-66 0</inkml:trace>
  <inkml:trace contextRef="#ctx0" brushRef="#br0" timeOffset="102334.2114">13510 6625 27 0,'-15'3'72'16,"15"-3"-47"-16,0 0 7 15,0 0 3-15,0 0-8 0,0 0-2 16,0 0 2-16,0 0 5 16,0 0-3-16,0 0-1 15,0 0-3-15,0 0-6 16,0 0-7-16,0 0-6 15,0 0-6-15,0 0 0 16,0 0-2-16,0 0 1 16,0 0-1-16,0 0-1 15,0 0-1-15,0-3 2 16,0 1 1-16,0 0 0 16,0-3 1-16,5-1 2 15,5-5 0-15,3-2 1 16,11-10 0-16,-7-9 1 0,7-4-1 15,4-10 0 1,-1-2-2-16,6-3-1 0,-1-1 0 16,-4 0 0-16,-9 1 0 15,-6-1 1-15,-7-2 1 16,-6 1-2-16,0 2 0 16,0 7 0-16,0 7-2 15,-23 1 2-15,-1 11-2 16,-4-6 0-16,-4 0-1 15,0 1-1-15,-11-1 3 16,2 4-1-16,9 2 1 16,2 8 1-16,13 6 0 0,8 10 0 15,1 1 0 1,8 0-4-16,0 0 1 0,-5 0 0 16,-1 0 2-16,2 0-4 15,4 0 1-15,-5 0 0 16,3 0-3-16,-4 12 2 15,-13 21 2-15,1 14 3 16,-5 15 0-16,-1 11 1 16,11 12-1-16,7 0 0 15,6 6 0-15,0-7 0 16,6-3-2-16,35 2 1 16,6 0 1-16,3-3-1 15,10-1 1-15,-5-10 0 16,5-15 0-16,-4-13-1 0,-4-14 1 15,-7-8 0-15,-2-12 0 16,-7-3 0-16,-4-4 1 16,0 0 0-16,-4 0 2 15,0-20-3-15,0-7-2 16,-9-11-20 0,-19 19-52-16,0 0-60 0</inkml:trace>
  <inkml:trace contextRef="#ctx0" brushRef="#br0" timeOffset="103513.5704">12103 6164 93 0,'-12'-16'39'16,"-8"6"-16"-16,-3 0 3 16,6 1-7-16,-7 3-4 15,0 3-4-15,12 3 0 0,-8 0-3 16,3 0-8-1,-4 38-2-15,-1 12 0 0,16 6 2 16,6 0 0-16,0-6-4 16,0-9 4-16,0-11-2 15,15-12 1-15,4-7 1 16,-4-7-2-16,-6-4 2 16,3 0 2-16,-1 0 6 15,-2-18 3-15,4-19 3 16,-3-12-9-16,-1-2-5 15,-5-7 0-15,-4 2-5 16,0-4-4-16,0 6-2 16,0 8 5-16,-4 15 5 15,-5 16 1-15,5 9 0 0,4 6 0 16,0 0-2-16,0 0-10 16,0 28-9-16,0 8 14 15,17 9 4-15,3-2 3 16,7-5 3-16,-3-2 3 15,2-8 3-15,2 0-4 16,4-3-2-16,2-5-3 16,3-2 1-16,10-5 0 15,-6-8 0-15,-1-1-1 16,-3-4 2-16,-3 0-1 16,-12 0 0-1,-3-11 2-15,-11-12-3 0,-3-1 0 16,-5 0 3-16,0-1-2 15,0 6 1-15,0 8 1 0,-9 9-1 16,-2 2 4-16,-10 0-6 16,2 0-2-16,6 26 2 15,-2 8 0-15,10-2 4 16,5 0 1-16,0-4-3 16,0-6 0-16,0-6-2 15,0-5-2-15,24-6 1 16,8-5-9-16,13 0-15 15,7-8-6-15,-29-13-30 16</inkml:trace>
  <inkml:trace contextRef="#ctx0" brushRef="#br0" timeOffset="103752.8392">12700 5885 107 0,'-45'-19'65'15,"40"19"-22"-15,1 0-2 16,4 0-32-16,0 11-7 16,0 34-2-16,0 14 16 15,0 3 0-15,26 2-4 16,2-3 0-16,10-1-7 16,-5-8-1-16,-1-1-4 0,0-7-1 15,-4-7-16 1,2-10-23-16,-30-27-36 15,0 0-22-15</inkml:trace>
  <inkml:trace contextRef="#ctx0" brushRef="#br0" timeOffset="103941.302">12603 6243 175 0,'-13'-26'48'0,"13"9"-22"16,50-8 18-16,38-7 9 15,4-1-12-15,-4 4-7 16,-9 6-25-16,-10 8-9 16,6 4 0-16,9 4-22 15,8 3-28-15,-64 4-39 0,4 0-80 16</inkml:trace>
  <inkml:trace contextRef="#ctx0" brushRef="#br0" timeOffset="104639.1445">14049 6354 22 0,'0'0'134'0,"0"0"-98"15,0 0-18-15,0 14-9 16,0 30-8-16,0 13 20 16,11 5-8-16,8 0 4 15,-6-4-1-15,0-10-2 16,-7-10-4-16,3-8-3 16,-5-6-2-16,0-7-4 15,3-4-1-15,-3-1-12 16,0-5-22-16,-4-3-22 15,0-4-30-15,0 0-27 16</inkml:trace>
  <inkml:trace contextRef="#ctx0" brushRef="#br0" timeOffset="104825.1689">13959 6202 180 0,'-5'-18'66'16,"5"15"-35"-16,0 0-7 16,0 3-21-16,0 0-3 15,0 0-15-15,0 3-47 16,5 11 0-16,12 2-24 0</inkml:trace>
  <inkml:trace contextRef="#ctx0" brushRef="#br0" timeOffset="105506.6364">14459 6489 92 0,'0'-12'85'0,"4"12"-64"15,4 0 1-15,5 0-18 16,15 17-1-16,0 17 1 16,13 7 6-16,-13-5-5 0,-9 1-4 15,0-8-1 1,-10-9 1-16,-5-9-1 0,-4-4 0 16,7-7 2-16,-3 0 3 15,0 0 2-15,0 0 7 16,-4-10 11-16,0-25 5 15,0-17-19-15,0-12-5 16,0-4-3-16,0 5-1 16,0 12-1-16,9 13-1 15,23 8 0-15,2 11 2 16,3 5 0-16,-5 9-1 16,0 5-1-16,-4 0-3 0,4 11 2 15,-4 28-4-15,0 14-2 16,-11-3-6-16,-2 4 1 15,-6-13-2-15,-9-11 7 16,4-9 3-16,-4-13 3 16,7-8 1-16,-3 0 5 15,0 0-2-15,5 0 3 16,-5-14 9-16,7-16-3 16,6-8-11-1,7-6-1-15,-1 2 0 0,5 9 0 16,-11 8 0-16,-2 9 1 15,-6 11 8-15,-5 5 7 16,-4 0-7-16,0 0-6 16,11 0-3-16,2 12 0 15,10 19 2-15,5 7 2 0,0 0 5 16,-4-3-2-16,-7 4-4 16,-2-10-3-16,-7-2 0 15,1-4-17-15,-9-3-15 16,0-2-19-16,0-14-42 15,0-4-47-15</inkml:trace>
  <inkml:trace contextRef="#ctx0" brushRef="#br0" timeOffset="106413.8295">13371 6870 60 0,'-4'-2'41'15,"4"2"-2"-15,0 0-4 0,0-3-1 16,0 3 2-16,0 0-8 16,0-2-6-16,0 2-6 15,0 0-3-15,0 0-3 16,0-4-4-16,0 2-3 15,0 2 1-15,0-2 3 16,0-8-1-16,0-2 2 16,17-12-2-16,17-4-1 15,3-8-4-15,-1-4 0 16,1-1-1 0,-1-2 1-16,3 5-1 0,-11 8 2 15,-11 10-2 1,-2 12 0-16,-11 6-2 0,-4-2-5 15,0 4-4-15,0 0-6 0,0 0-13 16,0 0-27-16,0 0-28 16,0 0-47-16</inkml:trace>
  <inkml:trace contextRef="#ctx0" brushRef="#br0" timeOffset="107302.3056">13547 7386 50 0,'-19'-11'109'16,"14"8"-53"-16,5 0 3 15,0 3-8-15,0 0-22 0,0 0-10 16,0 0-16-16,0 0-3 16,0 30-5-16,5 19-2 15,31 12 7-15,3 1 0 16,-7-3-1-16,-9-14 1 15,-5-8 0-15,-3-13-4 16,-7-7 2-16,-3-12 1 16,-1-5-2-16,0 0 3 15,3 0-2-15,-3 0 2 16,0-4 4-16,0-25 4 16,5-9-6-16,6-7-2 15,-2-7 1-15,6-3 1 0,0-1-2 16,-1-5 1-16,-3 8-1 15,2 4 1-15,-2 15 3 16,-7 16 3-16,3 12 1 16,-11 6-1-16,0 0-7 15,9 4-5-15,4 29-5 16,14 12 10-16,1 6 3 16,0-5-1-16,0-4 1 15,-2-5-3-15,-15-1 1 16,8-5-1-16,-11-6 0 15,10-6 0-15,-12-7-6 16,3-7-10-16,-1-5-20 16,12 0-23-16,-16 0-23 0,0 0-17 15</inkml:trace>
  <inkml:trace contextRef="#ctx0" brushRef="#br0" timeOffset="107571.2317">14407 7427 132 0,'-9'0'108'16,"9"0"-71"-16,0 0 12 0,0 0-22 15,13 0-17-15,35 0 2 16,12 0 10-16,4 0-12 15,5 0-3-15,-9 0-6 16,-9 0 2-16,-6-6-3 16,-6 1-10-16,-11-6-23 15,-1-3-19-15,-27 6-47 16,0 0-40-16</inkml:trace>
  <inkml:trace contextRef="#ctx0" brushRef="#br0" timeOffset="107893.1433">14431 7256 101 0,'-24'0'92'16,"24"0"-74"-16,17 0 8 16,39-9 20-16,10 5-15 15,-1 0-22-15,-9 4-5 16,-7 0-1-16,-2 4-2 15,-15 15 0-15,0 6-1 16,-12-3-2-16,-7 9-2 16,-9 4-1-16,-4 3 5 15,0 0 0-15,0-6 3 16,0-6 0-16,-4-8 0 0,-5-7-3 16,-2-6 1-1,7-2-1-15,0-3-3 0,-5 0-9 16,1 0-7-16,-3 0-29 15,7 0-38-15,4 0-69 16</inkml:trace>
  <inkml:trace contextRef="#ctx0" brushRef="#br0" timeOffset="108815.2344">15681 7006 13 0,'2'-3'83'15,"-2"3"-64"-15,0 0 1 16,0 0 1-16,0 0 1 16,0 25 8-16,0 10-7 15,0 0-11-15,-28 8-1 16,-2 0-3-16,-15 2-2 16,5 2 1-16,-12-2 1 0,-4-1-7 15,7-4-1-15,-3-8 1 16,16-9-2-16,8-10 2 15,9-11-1-15,6-2 2 16,2 0 2-16,7 0-3 16,0-7 8-16,4-18-3 15,0 0-4-15,0-2 0 16,0-5-2-16,15-2 1 16,17 0 1-16,9 1 5 15,-5 7 5-15,-4 3 2 16,-8 9-8-16,-9 9-4 15,-7 3-2-15,1 0-1 16,-5 2 0-16,7 0-2 0,2 0-1 16,-2 0-1-1,1 2-5-15,1 16-2 0,2 9 0 16,-2 7 2-16,7 6 0 16,-12 1 2-16,7 2 2 15,-2 1 0-15,-2-10-4 16,6-1 2-16,-2-8 2 15,6-6-11-15,3-4 9 16,-5-8 1-16,5-4 2 16,-7-3 2-16,7 0 3 15,-5 0 1-15,2-6 2 16,-1-21-3-16,3-1-1 16,-6-3 0-16,7 6 0 15,-5-2 0-15,-6 2-2 0,-2 6-2 16,-7 1 5-16,-4 3 0 15,0 2 1-15,0-3 6 16,0-4 4-16,0 6 3 16,-23-9 1-16,-5 4 3 15,-9-3-3-15,5-4-4 16,-7 8-1-16,7 3-3 16,0 2 3-16,0 2-3 15,4 5 2-15,0 1-6 16,0 1 4-16,7 1-4 15,6 3-1-15,-2 0-2 16,2 0-4-16,-5 29-6 16,-1 10-12-16,2 10-8 0,-5 3-7 15,15-30-21 1,1-6-40-16</inkml:trace>
  <inkml:trace contextRef="#ctx0" brushRef="#br0" timeOffset="113900.2805">16483 5391 54 0,'-10'0'31'0,"10"0"-14"16,0 0 11-16,0 0 0 16,0 0-2-16,0 0 5 15,0 0 2-15,0 0 0 16,0 0-7-16,0 0-2 16,0 0-6-16,0 0-2 15,0 0-1-15,0 0 1 16,0 0-4-16,0 0-2 15,0 0-4-15,0 0-1 16,0 0-1-16,0 0 0 16,0 0-1-16,0-3-3 0,6-2 0 15,43-3 0-15,26-6 4 16,22 1-2-16,19-3 0 16,8 3 0-16,7-1-1 15,-17 3 1-15,-26 0-2 16,-18-1 2-16,-20 6-2 15,-16 3 0-15,-13-3 0 16,-1 3 1-16,-7 1-1 16,2-4 1-16,-3 1 0 15,3-1 0-15,3-1 2 16,-3 0-3-16,-2 5 1 0,-7-3 0 16,-2 1 0-1,1 2-1-15,-5 2-5 0,0 0-14 16,0 0-16-16,0 0-13 15,0 0-17-15,0 0-30 16,0 0-60-16</inkml:trace>
  <inkml:trace contextRef="#ctx0" brushRef="#br0" timeOffset="115706.8382">16520 5435 8 0,'-5'0'75'0,"5"0"-40"16,0 0 6-16,0 0-2 15,0 0-19-15,0 0-3 16,0 0 1-16,0 0 2 15,0 0 0-15,0 0-2 16,0 0-6-16,0 0-4 16,0 0-4-16,0 0 1 15,0 0-3-15,0 0-2 16,0 0-1-16,0 5-2 0,18 14 3 16,24 14 3-1,14 2 1-15,4 3 1 0,0 5 0 16,0-5-1-16,-4-2-2 15,-11-7-2-15,-8-7 0 16,-9-6 2-16,-9-5-2 16,-11-5 1-16,-1-3-1 15,-7-3 1-15,0 0 2 16,0 0 0-16,0 0 0 16,0 0 0-16,0 0 1 15,0 0 0-15,0 1 1 16,0-1-2-16,0 0 0 15,0 4-3-15,0 1 0 16,0 9 0-16,-15 8 0 0,-17 6 5 16,-5 3-3-16,-1 5 0 15,-3 1-2-15,4 7-1 16,1 5 0-16,-3 3 1 16,3-1-1-16,4-1 0 15,4-11-1-15,9 0 0 16,6-7 1-16,4-3 1 15,9-7-2-15,0 1 0 16,0-7 2-16,0-3 0 16,0-2 0-16,0-1 1 15,0-4-1-15,0 0 1 16,-6-4-1-16,6-2 2 16,0 0-2-16,0 0 0 0,0 3 0 15,0 2 0 1,0 4 0-16,0 0 0 0,0-2 1 15,0-1-1-15,0-1 0 16,0-1-1-16,0-2 1 16,0 1-2-16,0-2 1 15,0-1-1-15,0 0 2 16,0 0 0-16,0 0 0 16,0 0 1-16,0 0-1 15,0 0 4-15,0 0-1 16,0 0 3-16,0 0 0 15,0 0-2-15,0 0 1 0,0 0-3 16,0 0-2 0,0 0 0-16,15 0 0 0,13 0 3 15,17 0 3-15,10 0-3 16,12 3-1-16,-7 0 0 16,9-3-2-16,-5 0 1 15,0 0-1-15,7 0 1 16,-17 0-1-16,1 0 1 15,-3 0-1-15,-11 0 1 16,1-3 0-16,4-6-1 16,1-3 1-16,4-5 0 15,-6 3 0-15,2-1-1 16,-10 4 0-16,-5 0 0 16,-4 3 0-16,0 2 0 15,-5 1-1-15,1-3 0 16,-3 5 1-16,3-1-1 0,4-3 0 15,0 5 0-15,-5-4 0 16,1 3 0-16,-3 0 0 16,-1 3-1-16,-1-2 0 15,-2 2 1-15,-8 0-1 16,2 0 1-16,-3 0 0 16,1-2 1-16,-3 2 0 15,3 0 0-15,-5 0 0 16,0 0 0-16,1 0 0 0,-1 0 0 15,-4 0 0 1,0 0 0-16,0 0 0 0,0 0 0 16,0 0 0-16,0 0 0 15,0 0 0-15,0 0 1 16,0 0 0-16,0-4 1 16,0 2 1-16,0 2 0 15,0-9 1-15,0-1-2 16,0-8 5-16,0-10-7 15,0-2 0-15,-9 3-1 16,-4 0-3-16,-6 5-1 16,0 8-3-16,10 5-5 15,-4 4-6-15,-2 5-8 16,-2 0-23-16,6 0-40 16,3 0-35-16</inkml:trace>
  <inkml:trace contextRef="#ctx0" brushRef="#br0" timeOffset="116598.2137">16899 6941 72 0,'17'-22'93'16,"-1"4"-66"-16,7 0 15 16,-1 8 3-16,-3 2-25 15,-11 6-10-15,-1 2-5 16,-7 0-5-16,0 0 1 15,0 0-1-15,0 0-2 16,0 5-8-16,0 16-6 16,0 12 11-16,-7 5-2 15,-14 0 5-15,-7 5 1 16,0-4 0-16,5-8 1 16,8-2 2-16,10-5-2 15,5-4 0-15,0-7 0 16,0 3 0-16,0-6 3 0,0-4 0 15,0-2 2-15,11 0 0 16,2-2-2-16,6-2 4 16,-2 0-4-16,11 0 0 15,-8 0 1-15,3 0-1 16,-10 0-3-16,2 0-5 16,-2-13-18-16,2-7-38 15,-15 11-26-15</inkml:trace>
  <inkml:trace contextRef="#ctx0" brushRef="#br0" timeOffset="116836.2225">16908 6689 150 0,'0'-16'101'0,"0"10"-42"16,0 0-1-16,0 5-35 16,0 1-23-16,0 0 0 15,0 0-9-15,0 0-23 16,0 0-28-16,0 0-35 16,0 0-38-16</inkml:trace>
  <inkml:trace contextRef="#ctx0" brushRef="#br0" timeOffset="117143.2505">17260 6876 180 0,'-5'3'46'0,"5"-3"-13"16,0 0 14-16,9 0-26 15,23 0-1-15,0-3 14 16,0-3-14-16,-4 4-14 16,-4-1-6-16,0 1 0 15,-1 2-1-15,-6 0-14 16,3 0-22-16,-12 0-17 15,-8 0-46-15,0 0-48 16</inkml:trace>
  <inkml:trace contextRef="#ctx0" brushRef="#br0" timeOffset="117349.0049">17268 7083 64 0,'-8'11'80'0,"8"-11"-49"15,0 0 16-15,4 0-7 16,37 0 12-16,6-4-5 16,0-3-12-16,-2-3-16 15,-2 6-15-15,-7-2-4 16,5 4-3-16,2-4-25 16,-2-2-22-16,-33 2-38 15,-3 1-45-15</inkml:trace>
  <inkml:trace contextRef="#ctx0" brushRef="#br0" timeOffset="117619.9802">18083 6742 90 0,'9'-2'82'0,"-5"2"-61"15,5 0 17-15,6 0-19 16,-2 33-11-16,10 3 22 16,-3 7-9-16,-8 0-9 15,3-8-5-15,-2 4-3 16,-4-5-4-16,6 2 0 16,-7-6-4-16,3-1-15 15,-2-5-12-15,-1-2-13 0,-3-2-11 16,-5-20-18-16</inkml:trace>
  <inkml:trace contextRef="#ctx0" brushRef="#br0" timeOffset="119374.3558">16580 4673 28 0,'0'-6'33'15,"0"2"-5"-15,0 4-1 16,0 0-3-16,0-1 3 16,0 1 7-16,0-3-3 15,0 3-2-15,0 0-3 16,0 0-3-16,0 0-10 16,0 0-8-16,0 0-1 15,0 0-1-15,0 0-3 16,0 0 0-16,0 0-3 0,0 0 1 15,0 0-4-15,0 14-2 16,0 12 6-16,8 9 1 16,3 1 2-16,-2-2-1 15,4 1 1-15,-3-4-1 16,3-1 0-16,-2-5 2 16,-7-1-2-16,5-4 0 15,-5-9-2-15,-4-7 2 16,4 0-1-16,-4-4 0 15,5 0-1-15,1 0 0 16,-6 0 2-16,4 0 0 16,-4 0 1-16,0 0 1 0,0 0 0 15,0-12 1-15,0-6-3 16,0-2 0-16,0 2 0 16,0-2 0-16,0 4 0 15,0-3 1-15,0-2-1 16,0 0-1-16,0 1 0 15,13 2 0-15,6 3-1 16,-1-4 2-16,-3 2 1 16,-3 4-1-16,4 4 0 15,-8 1-1-15,3 6 1 16,-7-1 0-16,0 0-1 16,-4 3 1-16,0 0-2 15,0 0-1-15,0 0 2 0,0 0-2 16,0 0 0-1,9 0 1-15,6 0 1 0,2 0-1 16,-2 0 2-16,2 0-2 16,-2 3 2-16,-2 2 0 15,-2 1 0-15,-7-4-1 16,1 4-1-16,-5 3 1 16,8-2-1-16,-4 7 2 15,7 4 1-15,-2 4-1 16,4 0 2-16,-3 2 5 15,-5-1-5-15,-1-3 2 16,4-2 0-16,-1-2 1 0,6-2 1 16,-5-1-4-1,3-2 1-15,-2-2-2 0,-5-1-1 16,4-5 2-16,-1-2-2 16,-7-1 0-16,8 3-11 15,-8 4-15-15,5 0-25 16,-5-6-36-16,0 3-64 15</inkml:trace>
  <inkml:trace contextRef="#ctx0" brushRef="#br0" timeOffset="138775.5227">18572 5600 93 0,'0'-8'34'0,"0"8"4"15,0 0 15-15,0 0-20 16,0 0-15-16,0 0 2 0,0 0 0 16,0 0-6-16,-4-3-2 15,4 3 1-15,0 0-2 16,-4 0-4-16,-1 0 0 15,1 0-3-15,-2 0-2 16,-3 0 0-16,-4 0 1 16,-10-3-1-16,3 3-2 15,-3 0-2-15,-9 0-1 16,-1 0 1-16,-7 0 0 16,-8 9 2-16,3 11-2 15,-2 2 1-15,7 4-1 16,7 4 1-16,14 8-1 0,6 0-1 15,7 3-2-15,6-3 4 16,0-4-1-16,0-3 2 16,0-9-1-16,15-2-1 15,8-9 1-15,-1-2-3 16,-3-3 3-16,5-6 0 16,-7 0-3-16,6 0 0 15,5 0-2-15,4-11 3 16,7-18 0-16,-13-2-4 15,2-2 0-15,-5-1-2 16,-8 1 2-16,-2 4 1 16,-4 3 1-16,-9 4 4 15,6 7 0-15,-2-3 0 0,1 7 1 16,-1 4 1 0,0-1-1-1,1-1 0-15,1 1 1 0,-6 2-1 0,4 5 0 16,-4 1 1-16,0 0 2 15,0 0 4-15,0 0-3 16,0 0 2-16,0 0 2 16,0 0 0-16,0 0-3 15,0 0-2-15,0 0 0 16,0 0-1-16,0 0 3 16,0 0-1-16,0 0 2 15,0 0 0-15,0 0-3 16,0 0-3-16,0 0-2 15,0 0-3-15,0 18-2 0,-4 12 7 16,-7 11 1-16,7 10-1 16,-5 8 0-16,-1 7 0 15,-3 2 1-15,-2 2-1 16,-2-2 0-16,-3 9-2 16,-3-2-1-16,-3 2 0 15,2-7-6-15,1-10 3 16,-5-17 5-16,4-7-4 15,-3-12 2-15,-6-6 1 16,10-7 2-16,-3-7 1 16,2-4 4-16,-3 0 3 15,-1-15 2-15,4-14-9 16,0-7 0-16,12-6 6 0,3 3-6 16,9-3-1-16,0 11 0 15,0 6-2-15,21 3-5 16,22 3-2-16,13 6-5 15,-7 0-33-15,-29 13-34 16,-1 0-24-16</inkml:trace>
  <inkml:trace contextRef="#ctx0" brushRef="#br0" timeOffset="139403.61">19048 5345 68 0,'-8'0'28'0,"8"0"-18"15,0 0 17-15,0 0-8 16,-9 0-15-16,-1 0 5 16,-3 27 17-16,-7 6-3 15,3 5-1-15,-2 2 2 0,-5 7 6 16,-4 1-10-1,-4 2-13-15,4 4 7 0,5 0-9 16,6-2-1-16,6-3 0 16,7-6-2-16,4-8 1 15,0-3-1-15,0-4 1 16,0-9-2-16,23-2-1 16,-3-7 0-16,7 1 0 15,-5-8 1-15,1-2-1 16,5-1-5-16,0 0-7 15,9 0-12-15,10 0-23 16,-30-9-34-16,2-4-72 16</inkml:trace>
  <inkml:trace contextRef="#ctx0" brushRef="#br0" timeOffset="139846.5118">19756 5408 96 0,'0'0'30'16,"0"0"6"-16,0 0 13 16,0 0-15-16,0 0-15 15,0 0 0-15,0 0-10 16,-8 11-6-16,-25 23 1 16,-18 17 3-16,-9 10 0 15,-4 2-2-15,4-2-3 16,0-3 2-16,8-5 2 15,1-5-6-15,14-8 2 16,5-6-2-16,4-12 0 16,9-2 0-16,2-6 0 15,6-7-4-15,2-1-7 0,5-3-9 16,0-3-13 0,-7 0-18-16,7 0-11 0,-1 0-15 15</inkml:trace>
  <inkml:trace contextRef="#ctx0" brushRef="#br0" timeOffset="140138.1207">19229 5554 87 0,'10'-12'68'15,"-10"12"-40"-15,5 0 17 0,-5 0-18 16,8 0-27-16,7 6 3 16,7 30-3-16,6 6 23 15,-1 6-6-15,1-2-4 16,-4 3-7-16,0-6-3 16,-12-1 0-16,8-5-2 15,-12 1-1-15,7-7-9 16,2 0-17-16,3-7-20 15,-12-24-32-15,7 0-11 16</inkml:trace>
  <inkml:trace contextRef="#ctx0" brushRef="#br0" timeOffset="140418.2259">19913 5941 76 0,'-13'6'76'16,"13"0"-72"-16,0 7 11 15,0 4 17-15,0 4-15 16,0 2-6-16,0-5 7 16,0 4-6-16,0 0 2 15,0-4-4-15,0 2-6 16,0-2-1-16,0-1-2 0,0-4-1 15,0 0-2-15,0 1-13 16,0-5-23-16,0-9-30 16,0 0-15-16</inkml:trace>
  <inkml:trace contextRef="#ctx0" brushRef="#br0" timeOffset="140670.7953">19900 5676 45 0,'0'-13'120'16,"0"13"-109"-16,0 0-4 0,0 0 8 15,0 0-15-15,0 0 0 16,0 0 0-16,0 5 0 15,0 1-2-15,0 2-6 16,0-1-4-16,0 2-2 16,0-3-8-16,0-6-29 15</inkml:trace>
  <inkml:trace contextRef="#ctx0" brushRef="#br0" timeOffset="141016.5067">20164 5320 87 0,'0'-1'79'16,"4"1"-76"-16,5 0 6 15,14 13 7-15,5 16 9 16,4 7-10-16,0 4-1 16,-8 1-5-16,-7 8-5 15,-17 6 0-15,0 3-4 16,0 6 5-16,-26-5-5 0,-16-1-3 16,5-11-6-16,5-7 1 15,4-13 2-15,9-4-14 16,2-9-2-16,6-3-15 15,7-11-14-15,4 0-43 16</inkml:trace>
  <inkml:trace contextRef="#ctx0" brushRef="#br0" timeOffset="141449.994">20977 5242 63 0,'-28'0'50'16,"15"11"-38"-16,-2 1 32 15,-9 7-7-15,3 10-19 0,-7 3 3 16,0 3 3 0,0 9-3-1,0 1 2-15,9 9-3 0,6 1-6 0,9 4-7 16,0-3 2-16,4-5-9 15,0-5 1-15,0-8-1 16,0-4 0-16,12-5-1 16,16-5-13-16,0-6-7 15,4-11-14-15,5-7-17 16,-22 0-22-16,-2 0-26 16</inkml:trace>
  <inkml:trace contextRef="#ctx0" brushRef="#br0" timeOffset="141848.0087">21912 5216 11 0,'-35'18'50'0,"18"4"-21"0,-2 5 8 16,2 9-3-16,-11 6-8 15,-4 8 1-15,-7 3-6 16,-6 6 6-16,-6-6-8 15,-1 4 1-15,-4-3-14 16,11 1 4-16,-2-7-9 16,2-7 0-16,2-4 0 15,11-6-1-15,0-1-9 16,8-8-14-16,3-7-18 16,6-9-22-16,15-6-11 15,0 0-36-15</inkml:trace>
  <inkml:trace contextRef="#ctx0" brushRef="#br0" timeOffset="142118.504">21172 5394 47 0,'-4'-19'101'0,"4"19"-87"16,0 0 2-16,0 3 6 15,8 30-11-15,37 9 29 16,7 9-12-16,-1 3-4 16,1-4-6-16,-7-1-9 15,-9-2-1-15,-4-4-2 0,-8 0-6 16,-1-2 1 0,-10 2-1-16,-2-2-12 0,-2-1-26 15,-9-4-16-15,0-31-39 16,0-5-55-16</inkml:trace>
  <inkml:trace contextRef="#ctx0" brushRef="#br0" timeOffset="142448.5148">22148 6047 35 0,'-20'9'149'16,"5"10"-139"-16,3 1 19 16,7 9 26-16,-5 6-33 15,1 6-4-15,-4 2-6 16,2 1-1-16,3-3-5 15,3-6-5-15,5-5 0 16,0-11-1-16,0-7 0 16,0-9-2-16,0-3-12 15,0 0-10-15,0 0-9 16,24-7-25-16,-15-10-23 0</inkml:trace>
  <inkml:trace contextRef="#ctx0" brushRef="#br0" timeOffset="142669.1946">22040 5917 122 0,'0'-15'95'16,"0"-2"-81"-16,0 6 11 0,0 3 3 15,13 4-28-15,2 4-5 16,-6 0-21-16,-9 0-40 16,0 0-40-16</inkml:trace>
  <inkml:trace contextRef="#ctx0" brushRef="#br0" timeOffset="142959.3183">22040 5917 39 0,'309'110'106'15,"-302"-110"-86"-15,-7 0 10 16,4 13 12-16,-4 17-10 15,0 6-12-15,4-3-8 16,1 3 3-16,-1-5-10 16,5 0-2-16,1 0-2 15,-5-1-2-15,-5 3-12 16,0 2-26-16,0-26-35 16,0-2-58-16</inkml:trace>
  <inkml:trace contextRef="#ctx0" brushRef="#br0" timeOffset="143177.9785">22272 6219 161 0,'0'-2'14'0,"13"-2"3"16,30 2 35-16,-2-3-23 15,-1 5-20-15,-1 0-4 16,-7 0-5-16,0 0 0 16,-8 0-25-16,-24 0-37 15,0 0-59-15</inkml:trace>
  <inkml:trace contextRef="#ctx0" brushRef="#br0" timeOffset="143480.7992">22701 6081 76 0,'0'-4'95'0,"0"4"-71"15,0 0 4-15,0 0-9 16,0 22-19-16,0 17 32 0,0 1-6 15,0 1-11-15,0-4-7 16,0 5 0-16,0-5-3 16,0 3-3-16,0-6-1 15,0-2-1-15,0-4-4 16,0-8-7-16,0-8-11 16,0-5-12-16,0-2-17 15,0-5-29-15</inkml:trace>
  <inkml:trace contextRef="#ctx0" brushRef="#br0" timeOffset="143971.5143">22276 5615 70 0,'13'1'98'15,"-6"-1"-77"-15,1 0 21 16,5 0 11-16,6 0-31 15,9 0-16-15,9 0 14 16,10 0 2-16,-2 0-6 16,2 0-7-16,-10 0-3 15,-5 0-5-15,-4 0-1 16,-9 0-1-16,3 0-16 0,5 0-24 16,-20 0-43-16,-3 0-29 15</inkml:trace>
  <inkml:trace contextRef="#ctx0" brushRef="#br0" timeOffset="144381.9892">23696 5234 66 0,'0'0'39'16,"0"0"-17"-16,0 0 26 15,0 4-23-15,0 20-10 16,-32 10 30-16,-11 13-10 16,-8 4-16-16,-9 5 0 15,-5 8-7-15,5 0-6 16,0 2-3-16,4-6-2 16,11-9-1-16,9-10 0 0,8-9 0 15,4-6-11-15,5-8-14 16,6-2-23-16,13-16-28 15,0 0-46-15</inkml:trace>
  <inkml:trace contextRef="#ctx0" brushRef="#br0" timeOffset="144668.0959">23104 5283 124 0,'0'0'11'16,"0"0"-9"-16,9 13 37 15,19 21 2-15,4 2-22 16,0 6 4-16,0-1 3 16,0 3 0-16,-8 4-18 15,4 0 0-15,-4 2-5 16,-1 0-3-16,-1 3 0 15,1-5-16-15,-4-1-13 16,5-7-9-16,-2-7-16 16,-22-30-2-16,6-3 9 15</inkml:trace>
  <inkml:trace contextRef="#ctx0" brushRef="#br0" timeOffset="144953.708">23806 5880 23 0,'0'0'109'15,"0"0"-100"-15,0 0 6 16,-9 5 31-16,1 20-13 16,-12 6-6-16,3 0-1 15,2 1-5-15,6 0-5 16,-6 4-3-16,11-6-8 0,4 3-2 15,0-6-3-15,0-5 0 16,0-4 0-16,0-7-1 16,0-5-1-16,0-1-8 15,0-5-3-15,0 0-9 16,0 0-30-16,0 0-54 16</inkml:trace>
  <inkml:trace contextRef="#ctx0" brushRef="#br0" timeOffset="145212.0839">23756 5757 67 0,'28'-15'61'0,"0"9"-57"15,-11 3 30-15,-2 3-2 16,-15 0-20-16,0 0-9 16,0 0-3-16,0 0 0 15,0 0-2-15,0 3-3 16,0 3-20-16,0 1-12 16,0-5-18-16</inkml:trace>
  <inkml:trace contextRef="#ctx0" brushRef="#br0" timeOffset="145762.1728">24085 5196 84 0,'0'-5'117'0,"0"5"-98"16,4 0-5-16,4 0 12 0,-3 0-26 16,10 0 0-16,-2 18 0 15,10 15 4-15,-4 13 8 16,5 9 5-16,-11 7-6 15,0 8-4-15,2 7-6 16,-15-1 1-16,0 4-2 16,0 2 2-16,0-6-2 15,0-7 0-15,-15-10-3 16,-7-8 0-16,-6-7 2 16,1-6-2-16,3-3 2 15,0-10 1-15,7-3 1 16,2-9-1-16,7-6 11 0,3-1-3 15,1-6 0-15,4 2 1 16,0-2-2-16,0 0 2 16,0 0-3-16,0 0 1 15,0 0-1-15,0 0 1 16,0 0-5-16,0 0-2 16,0 0 1-16,0 0-1 15,0 0-6-15,0 0-1 16,0 0-3-16,0 0-9 15,0-13-43-15,0 8-39 16</inkml:trace>
  <inkml:trace contextRef="#ctx0" brushRef="#br0" timeOffset="149730.7806">10188 15396 77 0,'-17'-2'41'15,"17"-3"-27"-15,0 1 26 16,0 0 3-16,0 1-23 16,0 1-5-16,0 2 11 15,0 0 2-15,0 0-6 0,0 0-8 16,-2 0-1 0,-9 0 3-16,3 0-9 0,-7 0-3 15,-5 2-3-15,-10 16-1 16,-4 8 0-16,2-2-2 15,4 9 2-15,11-4-1 16,2 11-3-16,15 1 1 16,0 6 0-16,0-6 0 15,0-4 1-15,15-9 0 16,6-10 1-16,3-3 1 16,-5-10-1-16,-6-5 1 15,-5 0-2-15,3 0 0 16,4 0 2-16,7-20-1 15,-3-12 1-15,5-8-5 0,-12-4-4 16,3 3-3-16,-10 7 0 16,-5 4 7-16,0 8 4 15,0 8 1-15,0 8 1 16,0 3-1-16,0 3 2 16,6 0 2-16,-6 0-3 15,0 0-1-15,0 0-3 16,0 0-1-16,9 17 4 15,10 14 6-15,-4 3 9 16,0 7-2-16,-2-4-4 16,2 4-6-16,-2-5-2 15,-5-1 0-15,5-8-1 16,-11-7 0-16,7-9-16 0,-5-6-7 16,9-5-25-16,-2 0-42 15,-11 0-4-15</inkml:trace>
  <inkml:trace contextRef="#ctx0" brushRef="#br0" timeOffset="150140.9736">10935 15228 166 0,'19'-16'35'15,"-19"16"-32"-15,0 0 43 16,0 0-25-16,0 20-19 16,0 17 15-16,-24 7-3 15,1-3-9-15,-1-3 2 16,9-5 7-16,-2-8-4 16,13-1-4-16,-1-1 1 15,5-5-4-15,0-5-2 16,0 1 1-16,0-3-2 15,5 5 1-15,22-7 2 16,1 2-2-16,13-3 4 16,2-2 2-16,6-2 3 15,-1-4-3-15,-8 0 1 0,-1 0-1 16,-13 0-1 0,-1 0-4-16,-12 0 0 0,2 0-1 15,-13 0-1-15,3 0-3 16,1 0-16-16,1 0-18 15,1 0-36-15,-8 0-43 16</inkml:trace>
  <inkml:trace contextRef="#ctx0" brushRef="#br0" timeOffset="150522.5144">12103 15031 135 0,'0'0'49'0,"0"0"-46"16,0 3 27-16,0 28-6 16,0 13-5-16,-12 11-3 15,-25 4 0-15,-1 7 1 16,-3-1-9-16,0-3 0 0,-6-8 1 16,8-2-8-16,3-9-1 15,14-12-4-15,12-13-8 16,5-10-18-16,5-8-27 15,0 0-12-15,0 0 12 16,0-15-36-16</inkml:trace>
  <inkml:trace contextRef="#ctx0" brushRef="#br0" timeOffset="150808.4324">11647 15056 92 0,'-5'-18'40'0,"5"18"-17"0,0 0 18 16,0 0-13-16,20 0-10 15,20 23 13-15,5 6-1 16,9 6-8-16,2 6-2 16,2 3-9-16,2-1-4 15,0 4 0-15,-4 2-6 16,-5-6 0-16,-2 2 0 15,-6-3-1-15,0-10-8 16,-15-4-8-16,2-13-6 16,-11-4-7-16,-1-5-4 15,-18-6-40-15,0 0-28 0</inkml:trace>
  <inkml:trace contextRef="#ctx0" brushRef="#br0" timeOffset="151881.1261">12831 15382 35 0,'-11'0'95'0,"9"0"-87"16,2 0 10 0,0 0 28-16,0 0-31 0,0 0-15 15,0 0 6-15,0 0 11 16,0 0-2-16,0 0-2 15,0 0 1-15,0 0-3 16,0 0-3-16,0 0-5 16,-7 0-1-16,7 0 2 15,0 0-3-15,0 0 0 16,0 0 2-16,-4 0 3 16,4 0 3-16,0 0-5 15,0 0 1-15,0 0 0 0,0 3-5 16,0 12-1-1,0 11-4-15,0 16 5 0,0 12 1 16,24 6 1-16,-1-3-1 16,-4-8 1-16,-6-9-2 15,-4-16 2-15,0-10 0 16,-5-5 0-16,-4-9 1 16,6 0-3-16,1 0 0 15,-5 0-9-15,-2 0-10 16,0-23-20-16,6-11-33 15,-6 15-23-15</inkml:trace>
  <inkml:trace contextRef="#ctx0" brushRef="#br0" timeOffset="152398.8078">13616 14961 90 0,'4'-6'76'0,"-4"6"-72"15,0 0 14-15,0 0 29 16,0 13-25-16,0 13-2 0,-17 14-4 15,-11-2-9-15,-4 2-1 16,-1-3-1-16,6-3-2 16,7-7 1-16,7-3 3 15,-2-1-4-15,15-5-1 16,0-3 1-16,0-1 0 16,0-3-1-16,0 4 0 15,20-5 2-15,14 2 2 16,5-3 5-16,12 2-1 15,1-2-3-15,3-1 1 16,-1-1-1-16,-3-3 3 16,-8-1 1-16,-10-3-2 15,-6 0-3-15,-14 0 1 16,0 0-4-16,4 0-2 16,-10 0 0-16,3 0-1 0,3 0-2 15,7 0-8-15,-3 0-3 16,6 0-7-16,1 0-8 15,2 2-17-15,-20 0-46 16,-6 2-45-16</inkml:trace>
  <inkml:trace contextRef="#ctx0" brushRef="#br0" timeOffset="153240.1685">14735 14809 101 0,'9'-7'64'0,"-5"7"-52"16,-4 0 27-16,0 0 9 15,0 0-42-15,0 2-4 16,0 29 9-16,-9 8 8 15,-23 1-9-15,-15 3-5 16,6 4 6-16,-6-1 2 16,2 2-10-16,-2-1-2 15,6-4-2-15,9 1-1 16,4-18-13-16,9-4-10 16,10-12-8-16,5-10-8 15,4 0-16-15,0 0 1 0,0-1-10 16</inkml:trace>
  <inkml:trace contextRef="#ctx0" brushRef="#br0" timeOffset="153503.0236">14259 14800 117 0,'0'0'37'0,"0"0"-36"16,13 9 37-16,43 23 24 16,10 5-29-16,11 4 0 15,7 2-7-15,-7 1-3 16,-2 0-14-16,-10-4-6 0,-5 1 0 16,-9 2-3-1,-6-5-4-15,-2 3-12 0,-2-4-29 16,-5-3-39-16,-25-32-22 15</inkml:trace>
  <inkml:trace contextRef="#ctx0" brushRef="#br0" timeOffset="153890.185">15267 15286 128 0,'-11'-8'91'0,"11"-1"-88"16,0-3 15-16,0-2 9 16,20 3-26-16,3 7-1 15,-14 4 6-15,2 0-6 16,-7 0-4-16,-4 0-2 16,0 20-7-16,0 14 2 15,0 14 6-15,-4-2-1 16,-24 0 5-16,0-4 1 15,4-7 3-15,9-5 13 16,11-6 7-16,4-8-8 16,0 0 3-16,0-4-7 15,0 0 1-15,19-7 0 0,9-2-1 16,9-3 3 0,-5 0 0-16,11 0 1 0,-3-14-1 15,-7-7-5-15,-1-3-9 16,0 5-10-16,-8-2-25 15,-12 0-26-15,-12 16-50 16</inkml:trace>
  <inkml:trace contextRef="#ctx0" brushRef="#br0" timeOffset="154288.2692">15951 14869 123 0,'13'-11'64'0,"-13"11"-63"16,0 0-1-16,0 20 25 15,-8 16-15-15,-29 11 1 16,-10-2 9-16,6 5-13 15,-2-1-1-15,7-6 9 16,8-3-4-16,15-9 0 16,9-7 0-16,4 1-1 15,0-11-7-15,0 4 1 16,4-5-3-16,24-2 5 0,0-5 1 16,0-1 2-16,8-2 0 15,1-3 2-15,3 0-2 16,3 0-3-16,-2 0-6 15,2 0-2-15,2-12-16 16,2-1-26-16,-38 7-44 16,-1 1-24-16</inkml:trace>
  <inkml:trace contextRef="#ctx0" brushRef="#br0" timeOffset="154482.8855">16543 15168 271 0,'0'0'59'0,"0"0"-49"16,0-9-3-16,24-8-7 16,17-2-8-16,6 1-31 15,-30 11-38-15,-2 5-87 16</inkml:trace>
  <inkml:trace contextRef="#ctx0" brushRef="#br0" timeOffset="154632.2264">16932 15090 196 0,'4'8'103'0,"9"-8"-101"16,2 0 33-16,8 0-2 15,9-8-33-15,-4-7-18 16,9 1-7-16,-29 9-72 15,3 2-39-15</inkml:trace>
  <inkml:trace contextRef="#ctx0" brushRef="#br0" timeOffset="154761.4216">17283 15053 36 0,'22'0'90'15,"-3"0"-87"-15,5 0 0 16,3-15 6-16,1-1-9 15,-23 11-13-15,-5 5-38 0</inkml:trace>
  <inkml:trace contextRef="#ctx0" brushRef="#br0" timeOffset="154896.3262">17408 15008 133 0,'0'0'94'15,"0"0"-81"-15,0 0 25 16,0 0-13-16,0 0-25 15,23 0-28-15,-18 0-33 16,-5 0-106-16</inkml:trace>
  <inkml:trace contextRef="#ctx0" brushRef="#br0" timeOffset="155502.334">18128 14735 68 0,'11'6'190'16,"-11"-6"-170"-16,0 2-14 16,0 4 51-16,0 7-33 15,0 11-23-15,-6 3 3 16,-22 6 3-16,-9-1-4 15,5-5-2-15,8-2 2 16,3-9-1-16,10-1-2 16,7-8-1-16,4 1 1 15,0-1-4-15,0 3 2 0,0 1 2 16,4-1 5 0,24-2-2-16,9 6-1 0,1-3 0 15,7-2 0-15,11-1 1 16,0-7-2-16,0-1 4 15,4 0-2-15,-9 0 1 16,-2 0 0-16,-1 0 3 16,-8 0-1-16,-3 0 1 15,-3 0-6-15,-12 0 1 16,-7 0-2-16,-2 0 0 16,-3 0-10-16,3 0-10 15,2 0-7-15,2 0-5 16,3 0-24-16,-20 0-29 15,0 0 72-15</inkml:trace>
  <inkml:trace contextRef="#ctx0" brushRef="#br0" timeOffset="156359.5698">19432 14509 53 0,'15'-6'66'0,"-15"6"-62"15,0 0 27-15,0 0 29 0,0 4-27 16,0 20-10-1,-10 15 14-15,-14 3-14 0,-8 8-8 16,-9 3-9-16,-10 5-2 16,-5 2-2-16,-4-6-2 15,6 1 0-15,-2-10 0 16,9-4-3-16,11-13-15 16,12-12-8-16,11-13-8 15,3-3-21-15,10 0-21 16</inkml:trace>
  <inkml:trace contextRef="#ctx0" brushRef="#br0" timeOffset="156666.2615">18868 14542 133 0,'0'-5'29'15,"0"5"-24"-15,0 0 32 16,9 8-14-16,47 23 12 16,4 3-6-16,4 4-2 15,7 1-6-15,2 4-6 16,2-5 0-16,-2-2-3 16,2 1-2-16,-7-4-5 15,-12-5-3-15,0 3 1 16,-15-7-2-16,-3-2-1 0,-12-7-5 15,-11-3-13-15,-2-1-12 16,-2 0-22-16,-11-11-47 16,0 0-57-16</inkml:trace>
  <inkml:trace contextRef="#ctx0" brushRef="#br0" timeOffset="157183.1095">19812 14998 170 0,'-9'0'22'16,"9"6"-13"-16,0 28-9 16,0 10 44-16,18-1-28 15,14 0-13-15,-9-7 0 16,-8-12 3-16,-6-7 5 16,-5-11-8-16,1-6 1 15,-5 0 2-15,0 0 6 16,4 0 4-16,-4-6-6 0,4-20-10 15,7-10 0-15,2-7-4 16,6 8-4-16,5 4 0 16,-3 7 4-16,-2 12 2 15,-4 5 2-15,-10 7-2 16,8 0 2-16,-9 0 5 16,15 0-1-16,0 16 0 15,3 11 4-15,1 4-1 16,-3 4 0-16,-7-3-5 15,-5 0 0-15,3-8-1 16,-7-9-1-16,1-5-4 16,-1-6-13-16,0-4-22 15,-4 0-34-15,0 0-63 0</inkml:trace>
  <inkml:trace contextRef="#ctx0" brushRef="#br0" timeOffset="157653.8677">20749 14542 140 0,'0'0'34'0,"0"0"-33"15,0 0 37-15,0 14-10 16,-13 17-11-16,-14 5 1 16,-1-3 7-16,-5 5 4 15,1-6-6-15,-4 4 2 16,8-7-7-16,0 4-10 16,9-5-6-16,6-8 1 15,2-2-1-15,11-7-2 16,0 0 0-16,0-4 0 15,0 1 3-15,0-2-3 16,11 3-2-16,17-5 1 16,21 7 1-16,7-6 2 15,15 1-1-15,-3-2 1 0,-8-4-2 16,5 0 2-16,-10 0-2 16,-14 0 1-16,2 0 1 15,-19 0 0-15,-7 0-2 16,-2 0 0-16,-7-4-1 15,1 2-15-15,-9-7-18 16,0 7-24-16,0-1-7 16</inkml:trace>
  <inkml:trace contextRef="#ctx0" brushRef="#br0" timeOffset="158698.4662">21369 14090 193 0,'7'-3'58'0,"-3"3"-30"16,-4 0 21-16,4 0-21 16,9 3-28-16,11 37 3 15,8 13-1-15,15 16 15 16,-2 1-8-16,2 3 0 15,-2-4-1-15,-2-7-6 16,-11-7-2-16,-4-13 1 16,-15-3 0-16,-2-13-2 0,-7-8-5 15,-4-9-4-15,0-6-2 16,0-3 2-16,0 0 4 16,0 0 2-16,4 0-2 15,5 0 0-15,2-16 2 16,2-5-5-16,10 2 3 15,5-3 4-15,13 5 1 16,2 1-1-16,2 3 2 16,-5 7-3-16,-1 1 3 15,2 5 3-15,-5 0 0 16,-4 0 1-16,-4 0 1 16,0 11 0-16,-8 7-3 15,-8 2-1-15,-1 4 0 0,-7 4 0 16,-4-2 4-16,0 7-4 15,0 0-1-15,-23 0-2 16,-22-4 1-16,-15-2 1 16,-2-1 0-16,-7-1 0 15,0-5 0-15,-2-6 3 16,18-9 9-16,-3-5-2 16,5 0 4-16,-1 0-2 15,3-25 4-15,-3-3-5 16,1 4-5-16,14 0 0 15,10 8 0-15,14 2 1 16,6 6-6-16,7 1-1 0,0-4-3 16,0-1-6-1,0-1-15-15,15 0-24 0,-2 7-33 16,-9 1-56-16</inkml:trace>
  <inkml:trace contextRef="#ctx0" brushRef="#br0" timeOffset="160993.8201">10551 12911 42 0,'8'-10'88'0,"-8"10"-57"16,0 0 13-16,0 0 8 15,0-3-24-15,4 3-13 16,-4 0 5-16,0 0 0 16,0 0-6-16,0 0-7 15,0 3-7-15,0 35 2 16,11 21-1-16,-2 12 11 15,6 9-7-15,-2 4-4 16,6-15 1-16,-4 0 0 16,2-10-2-16,2-10 0 15,-6-10-2-15,-4-14-4 0,-1-10-2 16,-1-11-1-16,-3-4-3 16,3 0-11-16,-5 0-19 15,13 0-10-15,-11-8-10 16,5-13-9-16</inkml:trace>
  <inkml:trace contextRef="#ctx0" brushRef="#br0" timeOffset="161293.6414">10958 13003 96 0,'0'-5'66'0,"0"5"-39"16,0 0 11-16,0 0-16 16,0 0-18-16,0 31 4 15,0 14 20-15,4 2-11 16,9-2-2-16,7 7-3 16,-1-9-5-16,-6 0-4 15,6-1-2-15,-10-5 0 16,-1-3-1-16,-3-6-1 15,5-5-12-15,-5-8-6 16,3-6-12-16,3-7-14 16,-3-2-30-16,-3 0-15 0</inkml:trace>
  <inkml:trace contextRef="#ctx0" brushRef="#br0" timeOffset="161570.7556">11263 12911 50 0,'0'0'106'0,"0"0"-101"16,0 28 10-16,8 23 31 0,9 15-17 15,-6-4-19-15,6-6 0 16,-6-9 3-1,-2-7-4-15,1-4-4 0,3-7-2 16,0 1-3-16,-2-5 0 16,-3-4-4-16,7-4-25 15,-6-6-24-15,-5-11-19 16,-4 0-49-16</inkml:trace>
  <inkml:trace contextRef="#ctx0" brushRef="#br0" timeOffset="161824.8563">11655 12920 90 0,'7'0'15'0,"-5"0"-15"15,9 42 50-15,4 16-9 16,-3 7-24-16,3 2-3 15,-6-1 4-15,4-9-9 16,2-14-8-16,-2-5-1 16,-5-8 0-16,3-8-1 15,-2-5-17-15,3-12-20 16,-7-5-23-16,1 0-22 16</inkml:trace>
  <inkml:trace contextRef="#ctx0" brushRef="#br0" timeOffset="162062.1947">12003 12965 78 0,'17'0'23'16,"-2"3"-12"-16,4 41 21 15,-6 8-11-15,2 9-5 16,-2-1 3-16,-5-8-10 15,-3-6-5-15,5-11-3 16,-5-7-1-16,-1-9 0 16,5-7-8-16,-3-6-20 0,-2-6-22 15,-4 0-56-15</inkml:trace>
  <inkml:trace contextRef="#ctx0" brushRef="#br0" timeOffset="162274.8534">12399 12995 34 0,'20'0'55'0,"-7"28"-45"16,6 18 31-16,-10 3-9 16,3 5-12-16,-9-3-10 15,5-1-2-15,-4-9-4 0,9-9-4 16,-6-11-1-1,1-7-21-15,7-12-16 0,-15-2-22 16,5 0-33-16</inkml:trace>
  <inkml:trace contextRef="#ctx0" brushRef="#br0" timeOffset="162481.0767">12798 12933 109 0,'20'8'20'0,"-12"37"18"0,5 5 15 16,2-4-16-1,-2 3-12-15,0-3-9 0,2-2-10 16,-6-4-4-16,1 3-2 16,-10-1-4-16,0-32-50 15,0 1-61-15</inkml:trace>
  <inkml:trace contextRef="#ctx0" brushRef="#br1" timeOffset="202772.4306">9545 12129 12 0,'-11'-2'16'16,"11"2"-4"-16,0 0 2 15,0-2 2-15,0 2 0 16,0 0-1-16,0-4 1 16,0 2-1-16,0 2-4 15,0-3-4-15,0 3-4 16,0 0-2-16,0 0 1 0,0 0 7 15,0 0 4-15,0 0 0 16,0 0-3-16,0 0-7 16,0 0-3-16,0 0-1 15,0 0-7-15,0 0-10 16,0 0-4-16,0 0 10 16,0-2 7-16,0-2-1 15,0-2 3-15,0-1 1 16,0-1-8-16,4 4-2 15,11-3-9-15,-2 5-13 16,-13-1-2-16</inkml:trace>
  <inkml:trace contextRef="#ctx0" brushRef="#br1" timeOffset="203012.755">9545 12129 51 0</inkml:trace>
  <inkml:trace contextRef="#ctx0" brushRef="#br1" timeOffset="203745.837">9545 12129 51 0,'246'-80'30'0,"-246"80"0"0,0 0 3 0,0 0-7 15,0 0-4-15,0 0 1 16,0 0 3-16,0 0-2 16,0 0 0-16,0 0-2 15,0-4-6-15,0 4-3 16,0-3-3-16,0 3 1 15,0 0 0-15,0 0-4 16,0 0 0-16,0 0 0 16,0 0-2-16,0 0-2 15,0 0 1-15,0 0 0 16,0 0 0-16,0 0 2 0,0 0-1 16,0 0-2-16,0 0-1 15,0 0-2-15,0 0 0 16,0 0 0-16,0 0 0 15,0 0-4-15,0 7 0 16,0 15 4-16,7 10 0 16,1 6 3-16,-3-1-2 15,3 4 3-15,-1 6-2 16,-7 0 3-16,4 1-2 16,-4 2 2-16,4 0-2 15,1-7 1-15,-1 0-2 16,4-2 0-16,3-5-2 0,-2-2 1 15,6-1-1-15,-7 0 0 16,1-2 0-16,-1-6 0 16,7 4 0-16,-2-8 1 15,-2 1-1-15,-2-4 0 16,-5 3 0-16,0 4 1 16,3 3-1-16,-3-1 0 15,0 3 2-15,-4-5-2 16,0-6 0-16,0-7 0 15,0-5 0-15,0 0 0 16,5-4 2-16,-5-2-2 16,0 9 0-16,0 0-2 15,0 9 2-15,8 1 0 0,-1-2 0 16,-3-2 2 0,0-1-2-16,0-8 0 0,-4-4 0 15,5 1 0-15,-5-4 0 16,0 5 0-16,4 8 0 15,2 12 0-15,3 10 0 16,0 5 0-16,1-3 1 16,-1-12-1-16,-5-6 0 15,5-7 0-15,-3-9 0 16,-6-3 0-16,0 0 0 16,0 0 2-16,0 0-2 15,0 0-16-15,0 0-30 0,0-3-29 16,0-13-107-16</inkml:trace>
  <inkml:trace contextRef="#ctx0" brushRef="#br1" timeOffset="205409.6171">9866 12067 22 0,'0'0'37'16,"0"0"-10"-16,5 0 11 0,-1 0-7 15,-4 0-3-15,4 0-5 16,-4 0-9 0,0 0-2-16,0 0-2 0,0 0-4 15,0 0-6-15,0 0-3 16,-17 0-11-16,-2 0-8 15,6 0 3-15,-6 0 8 16,14 0 7-16,3 0 4 16,-4 0 1-16,6 0-1 15,-7 0 3-15,3 0 3 16,4 0 0-16,-4 0 3 16,4 0 4-16,0 0 0 15,0 0-3-15,0 0 1 0,0 0 2 16,0 0 0-1,0 0-7-15,0 0-3 0,0 0-1 16,0 0-2-16,4-2 4 16,20-1 1-16,12-3 5 15,11 4 3-15,5-3-6 16,4-2-4-16,-7 2-2 16,-2-1 2-16,-4 2-2 15,-13 1 1-15,-4-1-2 16,-7 2 1-16,-10 2-1 15,-3 0 0-15,-2 0-1 16,-4 0 1-16,0 0 0 16,0 0 0-16,9 0 0 15,-1 0 0-15,-1 0 0 0,14 0 0 16,-6 0 0 0,0 0 1-16,-6 0-1 0,0 0 0 15,1 0 1-15,-1-3-1 16,-5 3 0-16,0 0 0 15,5 0 1-15,-7 0-1 16,-2 0 0-16,0-3 0 16,0 3 0-16,4-1 0 15,5 1 0-15,4-5 2 16,-2 3-2-16,2 0 1 16,-3 2-1-16,-1 0 0 15,-5 0 0-15,-4 0-1 16,4 0-1-16,-4 0 2 0,0 0 2 15,0 0-2-15,0 0-2 16,0 0 1-16,0 0 1 16,0 0-2-16,0 0 0 15,0 0 1-15,0 0-2 16,0 4-1-16,0 25 4 16,0 12 1-16,7 4 2 15,-7 12 4-15,4 3-6 16,-4 9 2-16,0-2-3 15,0 4 1-15,0-1 0 16,4-11 0-16,-4-6 0 16,5-8-1-16,-1-7 0 15,-4 1 0-15,4-4 0 0,7 1 0 16,-2 3 0-16,-1 0 1 16,7-2-1-16,-11-4-1 15,1-8 1-15,-5-10 0 16,0 0 1-16,0-9-1 15,0-6 1-15,0 0-1 16,4 2 0-16,-4 0 0 16,0 5 0-16,0 4-1 15,0 1 1-15,4 5 1 16,3 1-1-16,-7 5 0 16,4-7 0-16,-4-1 0 15,0-4 1-15,0-8 0 0,0 3 0 16,0-6 0-16,0 0 0 15,0 2-1-15,0 7 0 16,4 7 0-16,1 6 1 16,-1 4-1-16,4-4 0 15,-1-6 0-15,-7-4 1 16,0-7-1-16,0-3 0 16,0-2 2-16,0 0 0 15,0 0-1-15,0 0 2 16,0 0 1-16,0 0-3 15,0 0-1-15,0 0-7 16,0-10-26-16,-15-15-30 16,6 9-45-16</inkml:trace>
  <inkml:trace contextRef="#ctx0" brushRef="#br1" timeOffset="206139.1916">10315 11772 27 0,'0'0'33'0,"0"0"-3"16,0-3-6-16,0 3-6 15,0-3-6-15,0 1-5 16,4-4-7-16,-4 2 0 16,0 3-1-16,0 1-1 15,0 0-4-15,0 0-4 16,0 0-9-16,0 0-5 15,9 0 7-15,-1 0-12 16</inkml:trace>
  <inkml:trace contextRef="#ctx0" brushRef="#br1" timeOffset="206445.8356">10315 11772 70 0,'68'-33'32'0,"-68"33"-1"15,0 0 4-15,0 0-13 16,0 0-17-16,11 25-4 16,-11 15 14-16,4 2-2 15,1 5-5-15,3-1 4 16,3-1-5-16,-7-2-2 16,1 1-4-16,-5-7 0 15,0 1 1-15,4-10-2 16,-4-9 0-16,4-9 0 0,0-7-1 15,-4-3-2-15,0 0 0 16,0 0-5-16,0 0-3 16,0 0-3-16,0 0-5 15,0-17-21-15,0 2-12 16,0-2-32-16</inkml:trace>
  <inkml:trace contextRef="#ctx0" brushRef="#br1" timeOffset="207457.8441">10439 11522 19 0,'0'-6'57'0,"0"3"-39"15,0 3 12-15,0-2 3 16,0 2-11-16,0-3-3 16,0 3 6-16,0-2 0 15,0 2-9-15,4-2-7 16,29-2 13-16,9 2-4 16,3-1-11-16,-2 1-3 15,-2 2-3-15,-4-4 0 16,-3 4 0-16,-13-2-1 15,-1-1 1-15,-7 3 1 0,-7 0-2 16,0 0 0-16,-6 0-2 16,3 0 1-16,-3 0 1 15,0 0-1-15,0 0 1 16,0 0 0-16,0 0 0 16,0 0 0-16,0 3-5 15,0 16 5-15,0 4 3 16,12 5 0-16,-5 7-2 15,-1 3 3-15,1 5-2 16,1 8 0-16,-3 15 0 0,5 11 2 16,-5 9-4-1,3 10 2-15,5 1-2 0,-7-2 1 16,3-8-1-16,-5-12-3 16,7-5 0-16,-7-3 2 15,1-8-2-15,3 0 2 16,3 2-2-16,2-7-2 15,2 0 4-15,-7 0 1 16,1-10-1-16,-5-7 1 16,1-13-3-16,1-9 3 15,-6-8 0-15,4-7 0 16,-4 0 0-16,0 0 0 16,0 0 0-16,0 0-3 15,5 0-2-15,-5 0 2 16,0 0-3-16,0-15-17 0,0-6-5 15,0 4-2-15,0 3 5 16,0-2-10-16,0 7 4 16,0 2 10-16,0 7 3 15,0 0 3-15,0 0 4 16,0 0 10-16,0 0 1 16,0 0 17-16,0 0 1 15,0 0-1-15,0 0 3 16,0 0-3-16,0 0-1 15,0 0-3-15,0 0-9 16,0 11-4-16,0 13-1 16,0 11 1-16,4 12 1 0,4-4 0 15,-8-5 1-15,7-8 8 16,-3-12 4-16,-4-7-8 16,4-5-4-16,-4-6 1 15,5 0-2-15,-5 0 1 16,0 0-2-16,0 0-6 15,0 0-12-15,0 0-11 16,0 2-9-16,0 14-3 16,0 4 10-16,0-1 25 15,0-11 0-15,0-2 6 16,0-6 4-16,0 0-4 16,0 0-4-16</inkml:trace>
  <inkml:trace contextRef="#ctx0" brushRef="#br1" timeOffset="208664.7196">10823 11686 38 0,'0'0'16'15,"0"0"9"-15,0 0 8 16,0 0-13-16,0 0-6 15,0 0 9-15,0 0 3 16,0 0-8-16,0 0-7 16,0 0 1-16,0 0-2 15,0 0-1-15,0 0-4 16,4 0-1-16,24 0-1 16,9 0 14-16,10 0-2 15,4-14-7-15,5-1 4 0,0-1-7 16,-15-1-3-16,1 7-1 15,-14 2 0-15,-8-1-1 16,-10 4 2-16,1 3-2 16,-2 2 0-16,-9 0-2 15,0 0 1-15,0 0-1 16,0 0 1 0,0 0-3-16,0 0 3 0,0 0-1 15,0 0 0-15,6 0 0 16,-4 0-1-16,3 6 3 15,7 10 0-15,-9 4-1 16,3 10 1-16,-4 12 1 0,2 4-1 16,-4 11 1-1,0 6 0-15,0 4 1 0,7 7-1 16,-1 1-1-16,-4-2-1 16,5 1-3-16,-5-7 4 15,2 2-4-15,9-4 3 16,-13 0-1-16,2-6-3 15,5-4-2-15,-1-2 3 16,14 2 1-16,12-3 3 16,-4-3 8-16,12-1 10 15,-12-7-18-15,-4 1 1 16,-5-12 2-16,-15-7-3 16,1-3-2-16,-5-15 2 15,0-3 0-15,0-2 1 16,0 0 2-16,0 0 2 0,0 0 1 15,0-16-6-15,0-15-23 16,0-2 9-16,0 15-19 16,-9 3-69-16</inkml:trace>
  <inkml:trace contextRef="#ctx0" brushRef="#br1" timeOffset="209693.2727">10986 11415 25 0,'0'-1'3'0,"9"-3"22"0,3 2-6 16,-1 2-11-1,-7 0-1-15,1-5 3 0,3 5-5 16,-3 0-4-16,5-2 1 16,3 2-2-16,2-6 2 15,-2 0 10-15,2 1-1 16,-2-3-2-16,6 2 0 15,-6 1 4-15,2-2 5 16,-2 3-2-16,6 1-5 16,9-3 2-16,9 1 4 15,10-3-8-15,-2-1-1 16,2 4-5-16,-10 1 0 16,-5 4 0-16,-13 0-1 15,-2 0-2-15,-6 0 0 16,-11 0 0-16,4 0 0 0,1 0-2 15,-1 0 2-15,0 0 0 16,-4 0 2-16,4 0-2 16,-4 4 1-16,0 0 2 15,0 3 1-15,0 6-1 16,5 6 5-16,1 12 0 16,-2 3-1-16,5 8-2 15,0 3 2-15,6 10-4 16,-7 7 2-16,7 12 1 15,-2 11-2-15,6 9-2 16,-6 7-2-16,-4 7 1 16,2-4-1-16,-3 2 0 0,-1-8-1 15,-7-10-5-15,0-14-2 16,0-15 2-16,0-14 1 16,0-14 4-16,0-12 0 15,0-9 1-15,0-6 0 16,0-4 0-16,0 0 0 15,0 0-3-15,0 0 0 16,0 8-9-16,0 3-6 16,0 2-5-16,0 0 3 15,0-4-15-15,0-9-14 16,0 0-21-16</inkml:trace>
  <inkml:trace contextRef="#ctx0" brushRef="#br1" timeOffset="210683.2057">11451 11071 76 0,'0'-6'34'15,"0"4"-4"-15,0-3 13 16,5 3-9-16,14-5-11 16,9-2-2-16,8 0 10 0,16-7-10 15,-5 5-7-15,-6-3-5 16,-3 2-2-16,-10 7-6 16,-11 3-1-16,1 2 0 15,-3 0-3-15,2 0-2 16,2 2 1-16,0 21-2 15,-1 1 0-15,-1 14 0 16,-11 8 1-16,3 11 3 16,-3 4 2-16,-6 10 2 15,0 12-1-15,7-1 1 16,-7 17-2-16,2 5 0 16,6-1 0-16,3 3 0 15,-5-3-1-15,-6 0-4 0,0-5-2 16,0-12-2-1,0-8 3-15,0-11 3 0,0 1 3 16,0 1 1-16,3-2-1 16,20-1 0-16,9-3 24 15,5-10-20-15,-5-3 0 16,-4-8 2-16,-9-14-5 16,-10-11 8-16,-5-12-8 15,-4-5 1-15,0 0-1 16,0 0-1-16,0 0-3 15,4 0-3-15,-4 0-2 16,0 0-3-16,0 0-5 0,0 0-5 16,0 0-24-1,0-5-20-15,0-7-24 0</inkml:trace>
  <inkml:trace contextRef="#ctx0" brushRef="#br1" timeOffset="211832.5899">11762 10808 6 0,'5'-5'69'0,"-5"2"-41"15,6 3 5-15,-4 0 5 0,3 0-11 16,10 0-9-16,8-6-3 15,18 4 0-15,13-4 6 16,12-5-8-16,-6 3 5 16,4 1-6-16,-8 0-8 15,-9 5-1-15,-6 2 0 16,-11 0-3-16,-13 0 0 16,-4 0-4-1,-4 0 1-15,8 0 0 0,-6 9 2 16,6 4 1-16,-6 11 0 15,-1 4 1-15,-1 12 0 16,-1 3 4-16,-3 15 3 0,-5 4-4 16,13 3 0-1,-11 8 0-15,2 5-3 0,5 10 0 16,-3 1 1-16,3 12 1 16,-5-2-2-16,0 10 1 15,-4 0-2-15,0-6-1 16,0 0 1-16,0-4 2 15,0-7-1-15,0-11-1 16,0-6-4-16,9-6 1 16,6-9 2-16,-2-4 1 15,10-6 4-15,-3-7-3 16,-8-7 1-16,8-12 4 16,-16 1-5-16,-4-5-1 15,0-6 1-15,0-4-1 16,0-4 2-16,0-6-1 0,0 4 1 15,0-4-2-15,0 0-2 16,0 2 0-16,0 0-1 16,0 5 1-16,0-3 2 15,0 5-3-15,0-3 2 16,0-4 0-16,0-2 0 16,0 6-1-16,0 1 1 15,0 8 0-15,0 3 0 16,0 4 1-16,0-3 0 15,0-3 1-15,0-5-1 16,0-7 0-16,0-1 0 16,0-3 1-16,0 0-1 0,0 0-1 15,-4 0-8-15,-5 0-14 16,9-5-49-16,-11-13-52 16</inkml:trace>
  <inkml:trace contextRef="#ctx0" brushRef="#br1" timeOffset="212408.4142">12179 10784 3 0,'0'-9'30'0,"0"-2"-27"15,0 0 12-15,0 2-7 16,0-3-7-16,-5-5-1 0,-5 2 6 15,1-8-6-15,0 3-5 16,-1 0-3-16,10 11-19 16</inkml:trace>
  <inkml:trace contextRef="#ctx0" brushRef="#br1" timeOffset="213172.9457">12136 10524 29 0,'0'0'41'0,"0"0"-10"15,0 0-7-15,0 0-3 16,0 0-2-16,0 0-7 16,15-3 0-16,13 3 6 0,8-4 7 15,7 3-3-15,-2-3-6 16,2 4-2-16,-3 0-6 16,1 0-1-16,0 0-2 15,2 0-3-15,-11 0-2 16,4 0 0-16,1 0 0 15,-9 0 0-15,0 5 1 16,-1 2 1-16,-7-2-2 16,3 4 0-16,-5-5-3 15,1 3 1-15,-2 7 0 16,-2 8 1-16,4 9 0 16,-6 6 1-16,6 10 2 15,-4 6 1-15,-8 13-1 16,-1 8 1-16,1 4-1 15,-5 9 2-15,-2 5 0 0,0 8 2 16,0 8-2-16,0 10-3 16,0-2 0-16,0 7 2 15,0-7-3-15,0 1 0 16,0-5 0-16,0-6 0 16,0 2 1-16,0-6-1 15,9-1 2-15,16-4 9 16,-3-10-11-16,-5-2 2 15,-2-9-2-15,-7-4 3 16,5 2-1-16,-13-11-1 0,0-12 3 16,0-12 23-1,0-17-25-15,0-10 0 0,0-6-1 16,0-6 2-16,0 0-2 16,0 2 0-16,0-2 2 15,0 0-2-15,0 0 1 16,0 0 1-16,0 0 0 15,0 0-2-15,0 0 0 16,0 0 0-16,0 0 0 16,0 0 0-16,0 0 0 15,0 0 3-15,0 0-2 16,0 0 1-16,0 0-3 0,0 0-4 16,0 0-3-1,0 0-2-15,0 0-7 0,0 0-1 16,0 0 6-16,0 0 5 15,0 0-4-15,0-4-10 16,0-7-19-16,0-3-9 16,-13 9-47-16,9 1-48 15</inkml:trace>
  <inkml:trace contextRef="#ctx0" brushRef="#br1" timeOffset="225868.7358">18328 7136 116 0,'0'-5'47'0,"0"-4"-23"16,0-2 20-16,0-2-3 15,0-2-8-15,0-5-8 16,0-4-5-16,0-4-7 15,0-2-3-15,28-7-2 16,4-1 1-16,9-5-3 16,-3-2 0-16,3 5-3 15,0 2 2-15,6 7-1 16,13 6-3-16,4 2-1 16,11 15-1-16,3 8 0 15,-3 0-1-15,-2 18 2 16,-13 18-1-16,-5 9 0 15,-7-3 0-15,-16-3 1 0,-4-13 2 16,-11-4-2-16,-2-11 0 16,-7-6 0-16,-3-5 0 15,-1 0 2-15,2 0 1 16,-1 0 6-16,18 0 3 16,3-21-6-16,21-10-1 15,5 0-2-15,8 1-3 16,4-2 0-16,15 3 0 15,9 11-1-15,9 2 0 16,4 9-1-16,6 0 2 16,4 5 0-16,-10 0 0 15,7 2 0-15,-27 0 0 16,-10 0 0-16,-22 0-4 0,-30 0-1 16,-10 0-10-16,-9 13-42 15,0 12 6-15,-13-11-31 16,-19-3-84-16</inkml:trace>
  <inkml:trace contextRef="#ctx0" brushRef="#br1" timeOffset="226686.4675">18433 8067 73 0,'11'-13'53'0,"-11"4"-7"16,0 0 5-16,0-1 0 15,0 2-13-15,0 4-14 16,0-5-1-16,0 0-7 16,0 2-1-16,-5 1-4 15,-14 3-4-15,-9 3-5 16,-4 0-2-16,-5 16-4 0,-10 33-8 15,11 13-2 1,12 11 8-16,11-5 3 0,13-6 1 16,0-15 1-16,0-11 1 15,5-9-2-15,23-12 1 16,-5-6 1-16,-1-7-1 16,-3-2 0-16,0 0-1 15,-6 0 2-15,6-20 2 16,-6-19 3-16,-4-9-3 15,2-4-2-15,-11 7 0 16,0 9 0-16,0 10 0 16,0 16 0-16,0 8 0 15,0 2 0-15,0 0 0 0,0 0-1 16,0 2-4-16,17 31 0 16,2 6 5-16,5 3 2 15,-1-1 0-15,-6-3-2 16,3-6 0-16,-7 1 0 15,6-9 0-15,-6-2-3 16,2-5-8-16,-11-14-18 16,9-3-17-16,2 0-17 15,-15-7-7-15,4-14 0 16</inkml:trace>
  <inkml:trace contextRef="#ctx0" brushRef="#br1" timeOffset="226947.8092">18581 7639 137 0,'-4'0'41'0,"4"0"-17"16,0 0 2-16,0 36-8 16,0 29 4-16,15 12 14 15,8 8-10-15,-1-1-6 16,1-6-5-16,1-1-5 15,-1-9-4-15,-5-6-3 16,1-11-2-16,0-10-1 16,-6-11 0-16,6-13-9 15,9-14-22-15,4-3-21 16,-23-7-35-16,0-19-34 0</inkml:trace>
  <inkml:trace contextRef="#ctx0" brushRef="#br1" timeOffset="227202.7846">18873 7527 118 0,'-13'-18'90'16,"8"18"-72"-16,5 1-9 0,0 47 13 15,0 15-1 1,28 22-2-16,13-1-3 0,0 0 1 15,2-6-8-15,-3-4-3 16,-3-8-3-16,-9-8-3 16,0-2 0-16,-5-8-4 15,1-11-21-15,-7-3-25 16,-17-34-42-16,0 0-63 16</inkml:trace>
  <inkml:trace contextRef="#ctx0" brushRef="#br1" timeOffset="227819.1046">18845 8189 135 0,'0'-14'22'0,"23"-2"14"0,52-5 16 16,-2-7-15-16,2-1-16 15,-15 4 4-15,-6 5-18 16,-7-1-4-16,-10 6-2 15,-9 1-1-15,-1-3 0 16,-7 6-3-16,-12 5-2 16,-3 6-7-16,-5 0-3 15,0 0 4-15,0 0-5 16,0 28-5-16,0 18 11 16,10 16 10-16,-1 9 2 15,-5-2-1-15,5-10 1 0,6-12 2 16,2-18 0-1,2-10-2-15,1-17-1 0,-8-2 1 16,-3 0 1-16,6 0 13 16,4-21-1-16,-2-21-7 15,-2-14-8-15,-2-3-6 16,-4-1-10-16,2 8-4 16,-7 8-3-16,-4 14 10 15,4 17 5-15,1 11 5 16,-1 2 2-16,7 0 1 15,1 15 0-15,8 15 6 16,-3 8 1-16,2 2-5 16,5-6-1-16,-7 2-1 0,2-12 0 15,-6-8 2 1,-2-7-1-16,-11-8-1 0,4-1 1 16,-4 0 14-16,0 0 19 15,0-10 1-15,0-22-16 16,0-10-15-16,0-1-3 15,0 0-1-15,0 3-1 16,0 2-7-16,0 7-4 16,28 3-11-16,8 11-10 15,12 0-17-15,-31 14-26 16,2 3 41-16</inkml:trace>
  <inkml:trace contextRef="#ctx0" brushRef="#br1" timeOffset="228211.7448">20205 7867 55 0,'0'0'87'0,"0"11"-52"0,-5 9 3 16,-27 6 4-16,4 2-17 15,5 10-5-15,5 1-7 16,3 4-1-16,11-1-4 16,0-3-1-16,0-3-3 15,4-5-3-15,0-13 1 16,0-2-2-16,0-10 0 15,0-6 0-15,0 0-1 16,0 0 1-16,0 0-7 16,12-12 4-16,12-16 3 15,4-14-4-15,0-4-11 0,-7-4-5 16,-1 13-8 0,-5 12 16-16,-11 19 12 0,-4 6 0 15,0 0 10-15,0 12-5 16,4 29-4-16,5 9 8 15,10 6 5-15,-2-1-2 16,7-12 1-16,4-4-4 16,-5-15-7-16,5-6-1 15,-9-7-1-15,14-9-5 16,-6-2-25-16,-14 0-23 16,0-11-131-16</inkml:trace>
  <inkml:trace contextRef="#ctx0" brushRef="#br1" timeOffset="228831.2778">21476 6628 26 0,'-19'0'142'0,"19"0"-129"0,0 0 13 15,0 0-2-15,0-5-2 16,28-1-15-16,4-6 5 16,11 4 2-16,2-6-3 15,7-6-5-15,8 5 0 16,0 3-5-16,-13 7-1 16,-11 2 0-16,-19 3 0 15,-10 0-3-15,-7 0 0 16,0 0 0-16,0 0-6 15,0 0 9-15,0 0 1 16,0 3 3-16,0-3-4 16,0 0 0-16,0 0 0 15,0 0-2-15,0 0-5 0,-15 11-20 16,-2-3-21-16,-7 1-55 16</inkml:trace>
  <inkml:trace contextRef="#ctx0" brushRef="#br1" timeOffset="228968.3733">21476 6628 180 0</inkml:trace>
  <inkml:trace contextRef="#ctx0" brushRef="#br1" timeOffset="229347.9304">21476 6628 180 0,'-107'101'57'0,"107"-125"-16"0,0-6-20 0,32-3-3 15,24 3-4-15,8 1-4 16,12 7-2-16,7 14-3 16,9 8-4-16,9 6 1 15,2 36-1-15,2 21-1 16,2 2 0-16,-10 0 1 16,-5 0-1-16,-17-11 0 15,-23-12 1-15,-11-12-1 16,-18-13 1-16,-10-16-1 15,-9-1 2-15,1 0 0 16,1 0 4-16,-2-16 8 16,13-22-2-16,7-19-11 0,4-8-1 15,4 11-2 1,0 2-3-16,7 17 1 0,-7 9-3 16,9 3 2-16,19 3 2 15,19 8 2-15,22 0-1 16,23 0 2-16,20-2 0 15,23-3 0-15,-1-2 0 16,1-4 2-16,-23 4 0 16,-29-1 0-16,-42 9-2 15,-25-1 0-15,-25 7 0 16,-14 0 0-16,-9 0-4 16,0-2-20-16,0 7-44 15,-15 0-87-15</inkml:trace>
  <inkml:trace contextRef="#ctx0" brushRef="#br1" timeOffset="230497.4666">23029 7597 152 0,'0'-3'38'0,"0"1"17"16,0 2-2-16,0 0-4 15,0 0-28-15,-17 0-3 16,-11 14-8-16,-10 24-10 16,5 11 0-16,12 5 0 15,6-3 2-15,15-1-2 16,0-10 0-16,0-6 1 15,19-16-2-15,9-7 1 16,4-10-2-16,-4-1-5 16,0 0 2-16,0 0 0 15,-7-24 2-15,-1-8-1 16,3-7-5-16,-10-3 2 16,-9-2-5-16,-4 7 2 0,0 4 10 31,0 14 0-31,0 12 8 0,0 7 9 0,0 0 2 15,0 0-5-15,0 0-10 16,0 18-4-16,0 14-3 16,0 7 3-16,0-2 3 15,0-4-3-15,0-7 0 16,15-4 0-16,3-6-2 16,5-1-1-16,5-11-19 15,4-4-16-15,11 0-20 0,-26-4-13 16,7-18-54-1</inkml:trace>
  <inkml:trace contextRef="#ctx0" brushRef="#br1" timeOffset="230818.9021">23561 7583 97 0,'0'-22'127'0,"0"22"-76"16,-36 0-7-16,-5 0-7 15,13 10-13-15,4 9-13 16,9-3-4-16,15 5-7 15,0 7-1-15,0 1 0 16,28 1 1-16,28 0-3 0,0 0 1 16,0-3 0-16,-1-2-2 15,-5-6-3-15,-12-4 4 16,-10-1 3-16,-11-10-1 16,-17 3 1-16,0-4 0 15,0 2 2-15,0 4 3 16,-32-1 4-16,-19 4-3 15,1-8-3-15,-1-4 0 16,4 0-3-16,6 0-3 16,13 0-12-16,11-22-13 15,17-5-58-15,0 13-22 16,0 0-54-16</inkml:trace>
  <inkml:trace contextRef="#ctx0" brushRef="#br1" timeOffset="231200.1536">23913 7736 81 0,'64'-13'63'16,"-36"-4"-22"-16,4 1-3 16,1-6-2-16,-1-1-19 15,-9 3-10-15,1-3-3 16,-11 4-3-16,-3-3 0 16,-5 4-1-16,-5 2-1 15,0-2-1-15,0 3 0 16,0 7 1-16,-20 1 1 15,-3 7 3-15,10 0-1 16,-6 7-2-16,-3 29 0 16,-6 10 1-16,-4 5 9 15,0 3-2-15,4-2 5 0,5-3 9 16,8-8-5-16,15-11 0 16,0-9-3-16,0-9-5 15,0 3-1-15,32-6 4 16,19-1 5-16,9-8 2 15,9 0-12-15,-3 0-3 16,-1 0 0-16,-14-19-4 16,-10-5 0-16,-13-1-19 15,-15-6-23-15,-13-5-10 16,0 21-59-16,0 2-97 16</inkml:trace>
  <inkml:trace contextRef="#ctx0" brushRef="#br1" timeOffset="232459.8842">17444 7801 182 0,'-32'0'27'0,"-5"0"7"0,1 0 10 15,-7 0-14-15,-8 0-11 16,-3 3-7-16,-21 10 3 15,-9 4 2-15,-21 6-5 16,-11 2 2-16,-14 8-5 16,-3 4-3-16,-11 7-1 15,-8 3-2-15,-9 2 0 16,-15 3 7-16,-11-4-1 16,3 2-4-16,-1-1 5 15,-3 0-2-15,-8 6 6 0,-7 7 1 16,-14 15-5-1,5 5-4-15,8 12-3 0,13 8-2 16,17-6-1-16,11 0 2 16,15-1-1-16,9-11 1 15,30 2-1-15,16-5 1 16,18 4 0-16,15-5-2 16,4 6 0-16,5-1 0 15,2-4 0-15,1-1-1 16,8-6 1-16,7-13 0 15,6-8 0-15,3-16 1 16,11-6-2-16,7-7 1 16,1-10-2-16,5 0-2 0,0 1 0 15,0-1 4-15,0 2 0 16,0-2 3-16,0-3-2 16,0-5-1-16,0-4 0 15,0-2-1-15,0 2-2 16,0-2 3-16,0 0 0 15,0 0 0-15,0 0 1 16,0 0-1-16,0 0 0 16,0 0 0-16,0 0 2 15,0 0-2-15,0 0 0 16,0 0 0 0,0 0 3-16,0 0-3 0,0 0 1 15,0 0-1-15,0 0-1 16,0 0 1-16,0 0-3 15,0 0-4-15,0 0-2 16,0 0 0-16,0 0 1 0,0 0-2 16,0 0-2-16,0 0-9 15,0 0-19-15,0 0-15 16,0 0-9-16,0-4-25 16,0-13-50-16</inkml:trace>
  <inkml:trace contextRef="#ctx0" brushRef="#br1" timeOffset="233333.9205">12650 9831 109 0,'0'0'42'0,"0"0"-2"16,0 0-7-16,0 0-6 15,0 0-19-15,0 0-8 16,0 0 1-16,0 0 0 15,0 0 2-15,0 10-3 16,0 20 6-16,5 7-2 16,12 3 4-16,2-2-6 15,0-5 1-15,-6-1-1 16,11-2 1-16,-5 3 2 16,-2-4-3-16,7-2 0 15,4-2 1-15,-5-9-1 0,-1-5 1 16,-1-2-2-1,-1-7 4-15,-12-2 0 0,-1 0 5 16,-7 0 2-16,0 0 7 16,0 0-5-16,0 0-1 15,0 0 0-15,0 0-4 16,0-14 0-16,0-17-4 16,0-2-5-16,0-15 0 15,-7 3 1-15,-21-10-1 16,-6-1-1-16,2 1-1 15,0 12-1-15,12 13 0 16,3 14 3-16,13 10 0 0,-2 6 0 16,6 0-2-1,0 0-1-15,0 0-4 0,0 0-7 16,0 14 3-16,0 5 9 16,15 3 2-16,6 0 0 15,13-1 0-15,7 6 0 16,0-1 1-16,2-1-1 15,2-1 0-15,-13-5 1 16,-8-2-1-16,-9-10 0 16,-7 3 0-16,-8-8 0 15,0 2 1-15,0-4-1 16,0 0 1-16,0 5 0 16,0 1 3-16,-8-3 0 15,-20 6-2-15,-7 0 0 16,-5-2 1-16,-1 1-1 0,11-4 0 15,-5 1-1-15,12-5 0 16,6 0 0-16,10 2 0 16,3-2-1-16,4 0 0 15,0 0-1-15,0 0 1 16,0 4-2-16,0-4-1 16,0 0 1-16,0 0-1 15,0 0 1-15,0 0-1 16,0 0-1-16,0 0 0 15,0 0 2-15,0 0 1 16,0 0 1-16,0 5 0 16,0 9-5-16,0 2-3 0,0 2-12 15,11 2-14-15,-3-1-13 16,-8-17-33-16,0 1-51 16</inkml:trace>
  <inkml:trace contextRef="#ctx0" brushRef="#br1" timeOffset="276183.6093">13352 7872 78 0,'0'-6'63'16,"0"6"-37"0,0 0 14-16,0 0 1 0,-2 0-12 15,2 0-6-15,-7 0 2 16,3 0-2-16,4 0-1 15,0 0-3-15,-4 0-4 16,4 0 0-16,-5 0-4 16,5 0 0-16,0 0-5 15,0 0-1-15,0 0-1 16,0 0-3-16,0 0-1 16,0 0 0-16,-6 0-2 15,6 0-3-15,0 12 0 16,0 20 1-16,0 6 4 15,0 3 3-15,0-4-3 16,0-7 0-16,0 2-1 0,0 1 1 16,0 2 0-16,0-2 1 15,0-2-1-15,0-9 0 16,0-7 1-16,0-5-2 16,0-4 1-16,0-3 0 15,0-3 0-15,0 0 0 16,0 0-3-16,0 0-5 15,0 0-2-15,0 0-9 16,0 0-8-16,0 0-1 16,0 0-10-16,0 0-31 15,0 0-31-15,0 0-31 16</inkml:trace>
  <inkml:trace contextRef="#ctx0" brushRef="#br1" timeOffset="276730.4778">13405 7867 74 0,'0'-7'40'16,"0"7"-11"-16,0 0 13 16,0-3-4-16,0 3-13 15,0 0-1-15,0 0-1 16,0 0-9-16,0 0-7 16,0 0-6-16,0 0-1 15,0 0-1-15,0 0 0 16,0 0 1-16,3 17 0 15,-3 7 2-15,0 11 4 16,4-4 1-16,2 7 4 16,-1 3-2-16,-1 2 0 15,-4 1 1-15,6-1-1 0,-6-5-2 16,2-1-3-16,3-3 0 16,-1-10-1-16,7-2-3 15,-3-4 2-15,1-1-2 16,-3-4 1-16,5-2-1 15,-9-3 2-15,2-5-1 16,1-3-1-16,-5 0 1 16,0 0 0-16,0 0 0 15,0 0 0-15,4 0 1 16,-4 0-2-16,0 0-1 16,0 0-18-16,0 0-9 15,0 0-25-15,0-16-110 16</inkml:trace>
  <inkml:trace contextRef="#ctx0" brushRef="#br1" timeOffset="277998.0562">13937 8117 1 0,'0'-10'93'15,"0"9"-62"-15,0-2-8 16,0 3 11-16,0 0-10 15,0 0-8-15,0 0 5 16,0 0 3-16,0 0 0 16,0 0 0-16,0 0-6 15,-6 0-2-15,6 0-6 16,0 0-5-16,0 0-5 0,0 0-1 16,0 14-3-16,0 15 1 15,0 14 3-15,0 4 2 16,13-1-1-16,-3-3-1 15,1-3 1-15,-4-1-1 16,-7-8 1-16,4-3-1 16,-4-6 0-16,6-5 0 15,-6-3 2-15,5-10-2 16,-5-1 0-16,0-3 0 16,0 0 1-16,0 0-1 15,0 0 2-15,0 0 1 16,6 0 0-16,-6 0 1 15,0 0 2-15,0 0 5 0,0 0-6 16,0 0-2-16,0 0-3 16,0 0 0-16,0 0 0 15,0 0 0-15,0 0-3 16,0 0-1-16,0 0-6 16,0 0-2-16,0 0-14 15,0-10-11-15,-6-1-21 16,1 3-28-16,-1-1-28 15</inkml:trace>
  <inkml:trace contextRef="#ctx0" brushRef="#br1" timeOffset="278658.3001">13811 8036 70 0,'-15'-21'37'0,"10"11"-6"16,1-1 8-16,0 0-1 31,4-1-17-31,0 3-4 0,0-5 2 0,0-1-5 16,0-8-9-16,8 4 1 15,25-5 0-15,-5 11 1 16,-1-7-4-16,6 3-2 16,-6 4-1-16,6-1 0 0,3 6 0 15,-2 0 0 1,1 5 0-16,-7 3-2 0,-9 0 0 16,5 0-2-16,-1 0-1 15,1 11 1-15,-3 5 0 16,-6 7 2-16,-2 4 0 15,-7-1 2-15,-6 4 0 16,0 3 0-16,0-4 2 16,-10 5-1-16,-18-8-1 15,-4 2 1-15,0-4 1 16,-1-5-2-16,1 1 2 16,4-9-2-16,15-9 0 15,-6 0 1-15,17-2 1 16,-4 0 0-16,6 0-2 15,0 0 0-15,0 0-13 0,0 0-20 16,0 0-32-16,0 0-35 16</inkml:trace>
  <inkml:trace contextRef="#ctx0" brushRef="#br1" timeOffset="279055.9524">14480 7723 33 0,'0'-11'95'16,"0"11"-55"-16,0 0-3 15,0 0 6-15,0 0-24 16,11 0-17-16,-3 19-1 16,5 15 2-16,2 7 14 15,-6 7-9-15,1-6 3 16,-1-1-2-16,0-3 3 16,8-6-8-16,-7-3-3 15,8-5 0-15,-12-3 1 16,7-5-2-16,-2-6 0 0,-7 0 0 15,0-9-3 1,5 2-13-16,-9-3-15 0,11 0-17 16,-7 0-2-16,-4 0-8 15,0 0-10-15</inkml:trace>
  <inkml:trace contextRef="#ctx0" brushRef="#br1" timeOffset="279355.777">14787 7621 106 0,'0'0'43'0,"0"0"-4"0,0 0 2 16,0 0-21-16,4 4-14 15,5 26-2-15,6 16 15 16,2 11-2-16,-2 6-1 15,-2-6-2-15,-5-1-3 16,7-4-1-16,-2-6-6 16,2-3-1-16,-2-4-2 15,2-9-1-15,-6-10 1 16,-1 0-1-16,7-6-8 16,-4-9-19-16,2-2-14 15,-9-3-22-15,0 0-36 16</inkml:trace>
  <inkml:trace contextRef="#ctx0" brushRef="#br1" timeOffset="279640.8751">15220 7937 143 0,'-28'4'40'0,"28"-4"-20"16,0 0 26-16,0 0-7 16,0 0-32-16,0 0-5 15,15 0 0-15,13 0 3 0,8 0-3 16,5 0 2-16,6 0 2 16,-6 0-2-16,2 0-3 15,-15 0-1-15,-15 0 0 16,-5 0-4-16,-8 0-29 15,0 0-56-15,0 0-60 16</inkml:trace>
  <inkml:trace contextRef="#ctx0" brushRef="#br1" timeOffset="279965.5397">15220 7937 17 0,'152'-88'105'0,"-128"88"-72"16,4 0 1-16,0 0-5 15,-5 0-9-15,1 5-2 16,4 7-7-16,-7 0-9 16,-2 8 1-16,-6-1-2 15,-6 4 2-15,-7 1 0 16,0 2 2-16,0 2 0 15,-11 4 1-15,-17-4-3 16,0-7-1-16,0-6-2 16,11-8-1-16,2-4 0 0,2-3-8 15,5 0-4 1,1 0-8-16,7-3-18 16,0-11-18-16,0 1-18 0</inkml:trace>
  <inkml:trace contextRef="#ctx0" brushRef="#br1" timeOffset="280436.6792">15960 7606 109 0,'-17'-5'45'15,"10"5"-25"-15,-1 0 16 0,3 16-19 16,-3 24-13-16,-3 7 12 16,7 2-2-16,4-4-1 15,0 2-6-15,0-7-4 16,0-3-2-16,28-11-1 16,4-3 0-16,4-5 0 15,3-7 0-15,-7-9-2 16,0-2-3-16,-4 0-1 15,0-6-4-15,0-21 6 16,-7-8-3-16,-6-3-2 16,-10-1-2-16,-5-1 4 15,0-2 7-15,0 7 2 0,-24-4 3 16,-25 8 2 0,2 6 3-16,-1 7-1 0,3 10 1 15,2 8-5-15,7 0-3 16,4 0-2-16,0 0-1 15,-1 0 1-15,10 11-1 16,6 9-1-16,2 3-1 16,6 13-15-16,5 8-20 15,4-26-23-15,-7-3-28 16</inkml:trace>
  <inkml:trace contextRef="#ctx0" brushRef="#br1" timeOffset="284990.1587">20241 3904 85 0,'6'-7'53'15,"-6"7"-11"1,0 0 7-16,0 0-2 16,0 0-22-16,0 0-7 0,0 0 5 15,0 0-2-15,0 0-3 16,-19 9-3-16,-24 19-4 15,-10 14-8-15,-18 8 0 16,-6 7 0-16,2 9-3 16,6-2 0-16,13-3-1 15,15-11 1-15,7-8 0 16,21-13-5-16,5-5-9 16,3-2-9-16,-1-3-11 15,2-1-31-15,4-18-34 16,0 0-53-16</inkml:trace>
  <inkml:trace contextRef="#ctx0" brushRef="#br1" timeOffset="285280.8525">19567 3991 107 0,'0'-15'93'15,"0"15"-66"-15,0 0-3 16,0 0 26-16,0 0-35 0,18 0-12 16,18 26 20-1,7 11 0-15,2 7-9 0,7 1-4 16,-10 3-5-16,3-2-1 16,-8 0 1-16,2 2-5 15,-3-4 1-15,-8-4-1 16,0-1 0-16,0 0-10 15,4-10-21-15,9-9-20 16,-33-20-29-16,7 0-34 16</inkml:trace>
  <inkml:trace contextRef="#ctx0" brushRef="#br1" timeOffset="285512.4417">20372 4303 56 0,'-24'0'123'0,"9"13"-97"16,11 13 9-16,4 0 15 16,0 4-26-16,0 6-17 15,0-1 2-15,4-7-4 16,16 1-1-16,-1-7-3 16,-11-3 1-16,-3-5-2 15,5-7 0-15,-5 1 0 16,-1 0-33-16,5-5-25 15,-9-3-15-15,0 0-52 16</inkml:trace>
  <inkml:trace contextRef="#ctx0" brushRef="#br1" timeOffset="285700.1893">20241 4206 183 0,'0'-17'55'16,"0"15"-28"-16,0-2 23 16,0 4-32-16,0 0-18 15,0 0-5-15,0 0-21 16,0 0-34-16,0 0-45 16</inkml:trace>
  <inkml:trace contextRef="#ctx0" brushRef="#br1" timeOffset="286872.777">20548 4335 88 0,'-7'-5'57'0,"3"5"-30"15,4-3 11-15,0 0-5 0,0 1-23 16,0 2-7-16,0 0 0 16,0 0 2-16,0 0-5 15,0 0-2-15,0 0-2 16,0 0-5-16,0 0-4 16,0 0-10-16,0 0-5 15,0 0 2-15,0 0 7 16,0 0 5-16,0 0 8 15,0 0 5-15,0 0 1 16,0 0-1-16,0 0 1 0,0 0 0 16,0 0 1-1,0 0 2-15,0 0 0 0,0 0 5 16,0 0 3-16,0-3-5 16,0 3-5-16,0 0-1 15,0 0-5-15,0 0-1 16,0 0 3-16,0 0 3 15,0 0 1-15,0 0 5 16,0 0 6-16,0 0 3 16,0 0-1-16,0 0-3 15,0 0-4-15,0 0-4 16,0 0 1-16,0 0 6 16,0 0 1-16,0 0-6 15,0 0-5-15,0 0-5 16,0 0-19-16,0 0-37 0</inkml:trace>
  <inkml:trace contextRef="#ctx0" brushRef="#br1" timeOffset="287240.9947">20460 4050 143 0,'-5'0'68'0,"5"0"-41"15,0-3 16-15,0-2-18 16,0 0-16-16,18 0 4 15,29-6 1-15,13 0-5 16,-11 1-1-16,7-1-3 16,-5 0 1-16,1 0-5 15,-11 2-1-15,-9 1 0 16,-4 5-1-16,-20 3-4 16,-1 0-12-16,-7 0-28 15,0 0-43-15,0 8 9 0,0 4-36 16</inkml:trace>
  <inkml:trace contextRef="#ctx0" brushRef="#br1" timeOffset="287485.4846">20580 4274 75 0,'4'0'50'16,"33"0"-10"-16,14 0 3 15,5 0-2-15,4-9-3 16,0-2-15-16,-11 0-3 0,-6-1-8 16,-15 5-6-16,-4 2-3 15,-20 5-1-15,0-2-1 16,-4 2-1-16,0 0 0 16,0 0-5-16,0-4-28 15,0 2-45-15,0-2-47 16</inkml:trace>
  <inkml:trace contextRef="#ctx0" brushRef="#br1" timeOffset="288408.1663">21536 3925 135 0,'-4'-8'34'0,"-7"2"-2"16,3 5 14-16,4-3-3 15,-5 4-21-15,5 0-4 16,-3 0-3-16,-1 0-12 16,-12 0-3-16,-1 0-2 15,-3 22 0-15,1 11-2 16,6 6-2-16,-3 3 5 16,16-1 0-16,4-9 1 15,0-1 0-15,0-13 0 16,0 0 0-16,0-7 0 15,4-10-1-15,5-1 0 16,6 0 1-16,-2 0-2 0,6 0 0 16,9 0-8-1,0 0 4-15,8-17 3 0,-4-3-7 16,-8-5-6-16,0 1 4 16,-16-1 8-16,-3 3 4 15,-5-2 0-15,0 2 2 16,0 7 0-16,0 4 6 15,0 5 7-15,0 6 2 16,0 0-2-16,0 0-1 16,0 0-1-16,0 0-1 15,0 0-1-15,0 0-5 16,0 0-4-16,0 0-2 16,0 13-4-16,12 14 4 15,12 9 1-15,-5-1-1 16,-6 3-1-16,2 0-12 0,-6-1-16 15,-1-9-12-15,7-6-7 16,-15-22-11-16,5 0-29 16</inkml:trace>
  <inkml:trace contextRef="#ctx0" brushRef="#br1" timeOffset="290381.0197">22525 3467 13 0,'15'-2'141'15,"-10"2"-106"-15,-1 0-16 16,4 0 1-16,7 0-6 15,3 0-11-15,1 33 12 0,0 10-5 16,-6 8-3 0,-9 3-1-16,-4-4-4 0,0-10 1 15,0-2-1-15,0-13 1 16,0-6-1-16,0-12 0 16,0-2-1-16,0-5 1 15,0 0 0-15,0 0 0 16,0 0 1-16,0 0 2 15,0 0-2-15,0 0-3 16,0 0-2-16,15-5-5 16,18 0-1-16,3 5 1 15,0 0 2-15,12 0-5 16,-12 0 3-16,-4 5-5 16,-4 14 1-16,-9 3-4 0,-10 0 7 15,-9 0 1-15,0-7-5 16,0 2 6-16,-24-5 0 15,-16-1 3-15,-1-7 3 16,-6 3 1-16,0-7 10 16,2 0 3-16,2 0 2 15,6 0 7-15,9 0-12 16,11 0-5-16,6 0 2 16,11-4-5-16,0 1-3 15,0 1-10-15,0-4-12 16,0 0-21-16,11 1-28 15,2 2-65-15</inkml:trace>
  <inkml:trace contextRef="#ctx0" brushRef="#br1" timeOffset="290652.6866">22984 3810 124 0,'0'0'102'0,"0"0"-74"15,5 0-4-15,12 0 15 16,11 0-22-16,6-7-16 16,11 3 0-16,-4-1 1 0,6 0-2 15,-6 4 0 1,-7 1 0-16,-2-3 0 0,-10 3-3 15,1-2-16-15,-23-2-43 16,0 4-43-16</inkml:trace>
  <inkml:trace contextRef="#ctx0" brushRef="#br1" timeOffset="291190.5187">23649 3590 115 0,'9'-25'52'0,"-9"16"-45"16,0 7 26-16,0 2 25 16,0 0-52-16,0 0-6 15,-17 0-1-15,-16 23-2 16,-5 11-3-16,-3 7 4 15,9 4 1-15,8 2 1 16,11-8 1-16,9-8 5 16,4-9-3-16,0-5-2 15,0-7-1-15,0-4 0 16,0-2 0-16,4-4 2 16,9 0 2-16,2 0 3 15,7-4-2-15,-3-15-4 0,5-4-1 16,3-3-4-16,-3-1-5 15,-7-1-5-15,7 0 2 16,-20 3 1-16,-4 5 5 16,0 10 6-16,0 6 2 15,0 4 6-15,0 0 0 16,0 0-1-16,0 0 4 16,0 0-11-16,0 17-1 15,0 7 1-15,9 9 5 16,6-1 7-16,-7 6 1 15,3-3-8-15,-7 0-4 16,5-6 0-16,-5-3-1 0,0 0-1 16,1-8-14-16,-5-1-26 15,0-17-39-15,0 0-65 16</inkml:trace>
  <inkml:trace contextRef="#ctx0" brushRef="#br1" timeOffset="291864.8601">22356 3629 55 0,'13'0'42'16,"-13"0"-35"-16,0 0-1 16,0 11 16-16,0 8-6 0,0 4-6 15,0-5 15-15,0 4-5 16,0-4-1-16,0 7 0 15,0 4-6-15,13 2-3 16,6 7 0-16,4 1-2 16,1-2-5-16,-3 0-1 15,-1-3-2-15,8 2 1 16,-5-4-1-16,9-2 0 16,1-4-2-16,-1-3-14 15,9-7-12-15,1-12-10 16,-29-4-36-16</inkml:trace>
  <inkml:trace contextRef="#ctx0" brushRef="#br1" timeOffset="292434.6794">23844 3312 63 0,'9'0'53'0,"-1"0"-34"16,7 7-6-16,-2 8 11 15,11 7-9-15,8 2 1 16,0 9 3-16,0-2-4 16,-4-2-7-16,-4 1-3 0,-5 3 2 15,-6 8-3-15,-13 8 0 16,0 4-1-16,0 4-1 16,0-4-1-16,0 0 1 15,-19-7 0-15,-7-6 0 16,2-10 3-16,1-5 0 15,10-6 0-15,2-6-4 16,3-2-1-16,-1 0 0 16,3-6 0-16,-3 3-7 15,-4-1-34-15,3-7-39 16</inkml:trace>
  <inkml:trace contextRef="#ctx0" brushRef="#br1" timeOffset="292975.0932">22508 4219 60 0,'-4'3'69'16,"4"-3"-49"-16,0 0 2 15,0 0 18-15,0 0-23 16,0 0-7-16,0 0 11 15,32 0 5-15,9 0-8 16,23-5 0-16,15-6-8 16,14-2-1-16,18-4-5 15,9-2-1-15,13-4-3 16,2 3 1-16,-6 0-1 0,-9 4 0 16,-4-3 0-1,-19 6 0-15,-14-1-1 0,-27 5 1 16,-15 1 0-16,-22 3 1 15,-10 5-1-15,-9-3 1 16,0 3 0-16,0 0 2 16,0 0-3-16,0 0 0 15,0 0-9-15,0 0-7 16,0 0-10-16,0 0-19 16,0 0-14-16,-9 3-2 15,-15 8-46-15</inkml:trace>
  <inkml:trace contextRef="#ctx0" brushRef="#br1" timeOffset="293506.2456">23089 4419 110 0,'0'0'77'15,"0"0"-71"-15,0 6 6 0,11 29 28 16,2 8-13 0,6 6-17-16,-6-2-2 0,2 0-5 15,-2-9 1-15,-4-12-3 16,-3-5-1-16,-2-12 0 15,-4-1 0-15,0-5 1 16,0-3 0-16,5 0 1 16,-5 0 2-16,8-9 9 15,1-26-2-15,6-13-11 16,13-7-3 0,4 1-7-16,0 7-1 15,4 10 2-15,-8 12 1 0,-4 7 5 16,-9 6 3-16,-7 5 0 15,-3 7 0-15,3 0 1 16,3 0 1-16,2 7 4 0,-4 31-3 16,6 10-1-1,-11 5 2-15,0-3-3 0,0 0 0 16,-4-6 0-16,0-7 1 16,0-6-1-16,0-8-1 15,0-5-3-15,0-5-11 16,0-2-21-16,0-11-23 15,5 0-22-15</inkml:trace>
  <inkml:trace contextRef="#ctx0" brushRef="#br1" timeOffset="319262.4833">21757 3838 109 0,'0'0'56'16,"0"-2"-23"-16,0-2 15 15,0 4-15-15,0 0-17 16,0-2 0-16,0 2 4 16,0 0-1-16,0 0 0 15,0 0-3-15,0 0-7 16,0 0-4-16,0 0 0 0,0 0-3 16,0 0-1-1,0 0 0-15,0 0-1 0,0 0-3 16,0 17 3-16,0 13 2 15,7 8 0-15,-3 2 0 16,-4 9 0-16,0 4-1 16,0-7 0-16,0 4-1 15,0-3-3-15,0-9 0 16,0-4-1-16,0-10 0 16,0-6-1-16,0-10-4 15,0-8-8-15,4 0-6 16,5 0-10-16,6-3-25 15,-11-11 0-15,5-4-16 16</inkml:trace>
  <inkml:trace contextRef="#ctx0" brushRef="#br1" timeOffset="319592.6007">21504 4099 86 0,'-23'-5'70'15,"23"1"-38"-15,0-1 14 16,0 3-18-16,0 0-16 16,15-7 0-16,21 2 17 0,-4 1-11 15,9 1 4-15,2-2 0 16,2 7-8-16,7-1-7 15,3 1-3-15,1 0-1 16,-11 0-2-16,-2 0-1 16,-11 0 0-16,-15 0-9 15,-2 0-8-15,-10 0-7 16,-5 0-7-16,0 0-15 16,0 0-16-16,0-7-20 15</inkml:trace>
  <inkml:trace contextRef="#ctx0" brushRef="#br1" timeOffset="320065.2742">22128 3915 123 0,'9'-9'47'15,"-5"9"-19"-15,3 0 2 16,-3 0-20-16,5 0-10 0,3 0 5 16,3 0 3-16,-2 0-2 15,-2 0-1-15,-2 5 4 16,-5 16-5-16,-4 5-3 15,4-1-1-15,-4-1 2 16,0 4 1-16,0-2-2 16,0 3 2-16,0-5-3 15,0 0 0-15,0-5 2 16,0-3-1-16,0-6-1 16,0 0-2-16,0-5 2 15,0-1 0-15,0 0-2 16,11-3 1-16,-2-1 2 15,10 4-1-15,-6-4 1 16,6 0 0-16,-6 0-1 16,2 0-10-16,-7 0-15 0,1 0-20 15,-9-5-21-15,0-3-66 16</inkml:trace>
  <inkml:trace contextRef="#ctx0" brushRef="#br1" timeOffset="320682.3001">22141 3604 40 0,'0'-12'86'15,"0"12"-57"-15,0 0 5 16,0-2-10-16,0 2-20 31,0 0-3-31,0 0 0 0,0 0 0 0,0 0-1 16,0 5 0-16,0 5-12 15,0 2 4-15,0-3 8 16,0-9 2-16,0 0 1 0,0 0 5 16,0 0 6-1,-4 0-3-15,4-7 10 0,0-4-2 16,0-2-8-16,0-1-11 16,4-2-1-16,35 5-1 15,-3 5 0-15,-8 4 0 16,-11 2 1-16,-6 0-2 15,-11 0-5-15,0 8-15 16,0 17 7-16,0 1 5 16,-38-2 2-16,1-5 1 15,5-4 5-15,4-9 3 16,11-6 2-16,-2 0 3 0,4 0 5 16,6-6 13-1,5-11-4-15,4-3-4 0,0-1-8 16,0 2-1-16,0 3-5 15,0 5 4-15,0 6 1 16,4 3-6-16,-4-2 0 16,0 4-7-16,0 0-23 15,0 0-62-15</inkml:trace>
  <inkml:trace contextRef="#ctx0" brushRef="#br1" timeOffset="407979.7391">22221 7369 67 0,'0'-21'47'15,"0"8"-11"-15,0-1 14 16,-5-2-16-16,1 2 1 0,4 3-12 16,-4 2-4-16,-3 2 3 15,3 1-4-15,0 4-1 16,4 2-6-16,-5 0-11 16,5 0 0-16,0 0-5 15,0 6-3-15,0 30 0 16,9 25 5-16,15 13 3 15,-5 3 0-15,-6 3-1 16,-5-9-4-16,-1-14-1 16,-3-11-7-16,0-14 10 15,-4-11 1-15,5-6 1 16,-5-11 1-16,0-1 0 16,0-3 2-16,0 0 2 0,4 0-2 15,7 0 1-15,-7 0 1 16,5-16-3-16,-5 3-1 15,4 1 0-15,-1 7 0 16,6-2-1-16,10 6-4 16,10-5 2-16,12 2-1 15,2 4 1-15,4 0-2 16,-6 0-2-16,-2 0 4 16,-2 11-2-16,-5 13-1 15,-8-2-5-15,-4 3 3 16,-5 3 0-16,-15-3 2 15,-4-1 1-15,0-7 0 0,0-4 3 16,-4-6 2 0,-39 2 2-16,-12-6 16 0,-10 3-3 15,-12-6 0-15,-7 0-4 16,-4 0-7-16,5 0 5 16,3 0-4-16,7 0-4 15,18 0 4-15,14 0-2 16,9 0 1-16,12-3 2 15,12-3-1-15,-3-3 0 16,11 4 0-16,-4-3-1 16,-5 2-3-16,1 0 0 15,-3 0 0-15,2 0-1 16,5 5 0-16,4-4-10 16,0 5-17-16,0 0-12 15,0 0-23-15,0 0-66 0</inkml:trace>
  <inkml:trace contextRef="#ctx0" brushRef="#br2" timeOffset="505118.7132">15767 1428 85 0,'0'9'54'0,"0"-9"-36"16,0 0 15-16,0 0-3 16,0 0-5-16,0 0-2 15,0 0-7-15,0 0-1 16,0 3 6-16,-7 0 4 16,3-1-4-16,0 5-3 15,0 4-11-15,-16 8-7 16,-12 21 5-16,-11 17-5 15,-10 15 0-15,-12 13-4 16,1 7 0-16,-3 0 4 0,-1 0-2 16,3-7 1-1,10-11 1-15,10-13 0 0,10-12 0 16,14-13-1-16,6-15 1 16,11-10-12-16,4-11-21 15,-3 0-35-15,3 0-41 16,-10-21-36-16</inkml:trace>
  <inkml:trace contextRef="#ctx0" brushRef="#br2" timeOffset="505479.4428">14875 1914 28 0,'0'-8'121'0,"0"8"-87"16,0 0-17-16,12 19-12 15,8 34-1-15,1 8 5 16,3 8 4-16,-5-5-3 16,-2-6-4-16,7-3-2 15,2-12 2-15,-9-5-1 16,0 0-2-16,4-4 1 16,-10-1-3-16,4-6 1 15,-2-13-2-15,2-5-2 16,9-8 0-16,8-1 2 15,9 0 3-15,14 0 11 16,14 0 4-16,6-18-7 16,2-15-5-16,7-2-1 0,-5-1 0 15,-6-1-5-15,-2-1 0 16,-11 2-2-16,4-2-14 16,-4 3-23-16,-45 24-14 15,-12 3-28-15</inkml:trace>
  <inkml:trace contextRef="#ctx0" brushRef="#br2" timeOffset="506189.9219">16344 675 110 0,'0'-4'42'0,"0"4"-28"16,0 0 21-16,0 0-7 15,0 0-26-15,8 6-2 16,12 31 0-16,3 11 12 16,1 8 5-16,4 4-4 15,-2 3-4-15,-3 1 2 16,-4 2 2-16,-1-6-10 15,-3-6-1-15,4-5-2 16,-6-3 0-16,0-6 0 16,2-1-18-16,-7-9-18 0,-3-9-8 15,-5-21-25-15,0 0-40 16</inkml:trace>
  <inkml:trace contextRef="#ctx0" brushRef="#br2" timeOffset="506602.1179">16736 1117 122 0,'20'0'10'0,"-12"3"-10"16,16 33 29-16,-1 6-2 0,10 4-14 15,-6-4-5 1,1-9 0-16,-11-7-5 0,-6-9 1 15,-2-8 0-15,-9-8 0 16,0-1 2-16,0 0 0 16,0 0 6-16,0-1 11 15,0-34 13-15,0-7-35 16,0-13-1-16,0 7-2 16,4 1-3-16,15 17 2 15,-6 11 1-15,-2 14 1 16,-7 5-3-16,5 0 4 15,6 0 2-15,6 33-2 16,11 7 0-16,7 9 3 16,2 0-1-16,-5-2 2 15,-4-14-4-15,1-8-5 0,-10-5-9 16,1-16-15-16,-1-4-14 16,-5 0-2-16,-12-1-30 15,-6-22-24-15</inkml:trace>
  <inkml:trace contextRef="#ctx0" brushRef="#br2" timeOffset="506789.7182">17348 714 155 0,'0'0'11'0,"4"53"16"15,24 15 18-15,4-4-11 0,4 7-19 16,3-3-7-16,-3-2-6 15,-3-7-2-15,-5-2-4 16,-16-5-39-16,-12-44-26 16,0-8-39-16</inkml:trace>
  <inkml:trace contextRef="#ctx0" brushRef="#br2" timeOffset="506961.9407">17343 1123 159 0,'0'-19'100'0,"0"10"-90"16,0-4-5-16,28-1 24 0,22 1-2 15,10-4-19-15,6 3-8 16,3 6-10-16,-5 6-36 16,-49 2-57-16</inkml:trace>
  <inkml:trace contextRef="#ctx0" brushRef="#br2" timeOffset="507108.9197">17819 1320 64 0,'0'31'0'16,"0"-31"-30"-16</inkml:trace>
  <inkml:trace contextRef="#ctx0" brushRef="#br2" timeOffset="507781.0296">18637 1059 189 0,'-78'-47'16'0,"18"11"-6"16,13 6-1-16,15 8 17 15,8 11-2-15,7 11 0 16,7 0-11-16,-3 0 0 0,4 17-13 16,-10 31-5-1,10 14 1-15,-2 4 3 0,11-3 0 16,0-5 1 0,0-13-1-16,11-9 1 0,21-13-1 15,5-9 0-15,-5-8 0 16,4-6-8-16,-3 0-7 15,-5-10 10-15,-1-27 4 16,-12-12-2-16,-10-19-4 16,-5-13 2-16,0-16-1 15,-9-13 3-15,-29 5-2 16,1 20-4-16,9 34-1 16,9 27 11-16,10 24 11 15,9 0-11-15,0 21-8 0,0 40 3 16,0 17 5-16,9 10 2 15,29-7-1-15,8-9 0 16,-4-12 4-16,8-11-4 16,-3-13-1-16,-6-7 0 15,6-11 0-15,-6-8-2 16,-3-10-6-16,-1 0-17 16,-9-17 13-16,-5-25-1 15,-6-8-14-15,-2-2-10 16,-15 11-19-16,0 15 50 15,0 15 6-15,0 11 47 16,0 0 1-16,0 0 2 16,-10 3-6-16,-3 18-6 0,-2 9-12 15,6 0-3-15,9 0-6 16,0 2-11-16,0 2-3 16,15 0 0-16,22-2-2 15,8-2 0-15,6-6-1 16,-4-3-8-16,7-9-9 15,2-7-19-15,10-5-32 16,-49 0-4-16,11-5 39 16</inkml:trace>
  <inkml:trace contextRef="#ctx0" brushRef="#br2" timeOffset="508342.1377">19561 650 89 0,'0'-22'62'0,"0"22"-62"16,0 22 0-16,11 35 10 16,17 17 5-16,4 4-3 15,4 1 0-15,-12-3-8 16,-16-11-2-16,-8-12-1 16,0-11 1-16,0-20 8 15,0-9 5-15,0-13 2 16,0 0 4-16,0-7 0 15,0-46-8-15,-23-25-13 16,-5-23-1-16,11-13-1 16,2-3-8-16,15 18-9 15,0 19 5-15,0 27 10 0,23 23 2 16,10 16 1-16,-1 9 1 16,6 5 3-16,3 0 6 15,-4 0-1-15,-1 5 3 16,-8 22-7-16,-9 4-4 15,-14 4-2-15,-5 4-9 16,0 0-10-16,0-4 7 16,0-2 2-16,-24-2 4 15,-4-2 5-15,7-4 3 16,1-5 6-16,12-3 5 16,3 2-1-16,5 3 3 15,0 2 0-15,0 7-1 0,18 1 3 16,14 0 4-16,0 0-5 15,0-3 0-15,2-3-1 16,-8-4-1-16,2-1-7 16,-9-7-3-16,5-4-2 15,-11-1 0-15,-2-9-17 16,6 0-21-16,-2 0-30 31,-11 0-18-31,5-10-33 0</inkml:trace>
  <inkml:trace contextRef="#ctx0" brushRef="#br2" timeOffset="508650.2975">20284 946 208 0,'0'0'12'16,"0"14"-10"-16,0 13 21 15,17 8 13-15,11 7-14 16,0-2-7-16,-5-6-1 15,1 2-12-15,-11-14 0 16,-2-6 0-16,-7-8-1 16,0-5 0-16,-4-3-1 15,0 0 4-15,0 0-4 16,0-5 7-16,0-26 2 16,0-12-9-16,-8-11 0 15,-16-12 0-15,-8 5-1 0,8 7-8 16,5 12-2-16,10 16-5 15,9 6-12-15,0 20-29 16,0 0-57-16</inkml:trace>
  <inkml:trace contextRef="#ctx0" brushRef="#br2" timeOffset="508830.4725">20284 946 37 0</inkml:trace>
  <inkml:trace contextRef="#ctx0" brushRef="#br2" timeOffset="509582.7598">20284 946 37 0,'345'180'10'0,"-317"-175"21"0,0-4 5 0,-4-1-6 15,-1 0 8-15,-6 0-6 16,-6 0-15-16,-2 0 6 15,-1-6-7-15,3-16-3 16,-7-7-6-16,-4-6-4 16,0-4-3-16,0 1 0 15,0 5-4-15,-19 12-4 16,-5 10-3-16,7 11 8 16,2 0 0-16,7 7-2 15,-1 29-1-15,5 7 4 0,4 7 2 16,0-2 3-16,0-4 0 15,0-3 4-15,4-10-6 16,24-2 3-16,4-12-2 16,4-2-2-16,12-11-1 15,-3-4-5-15,2 0-3 16,-2-4-2-16,-2-32-10 16,-7-5-4-16,1-3-5 15,-14-1 11-15,1 1 9 16,-11 11 10-16,-2 8 0 15,-7 12-3-15,0 13 3 16,-4 0 6-16,4 0 6 16,9 9-3-16,2 24-3 0,5 6 7 15,-8 3 3 1,8-1-7-16,-3-5 1 0,2-12-5 16,-6-8 22-16,-2-14-25 15,-7-2 0-15,-4 0 0 16,0 0 3-16,0 0 10 15,0-14 16-15,0-23-30 16,0-12-1-16,0-3-7 16,9 11-6-16,6 17 3 15,-2 8 6-15,2 13 1 16,-11 3-3-16,9 0-1 16,2 0 6-16,-2 6 0 15,6 16 1-15,-6 6-2 16,-5 3 2-16,-8-3 0 0,0-7-2 15,0-10 1-15,0-10 1 16,0 4 1-16,0-5 3 16,0 0 6-16,0 0 3 15,0-6-5-15,0-26-8 16,20-8-1-16,8 1-8 16,-1 3 3-16,1 12-5 15,-8 10 8-15,-7 10 3 16,-5 4 0-16,7 0 6 15,-2 6 0-15,11 22 1 16,3 1-4-16,-3 6 0 16,0 4-3-16,-3-4 0 15,3 0-17-15,12 1-21 0,11-15-36 16,-30-18 48-16,7-3-16 16</inkml:trace>
  <inkml:trace contextRef="#ctx0" brushRef="#br2" timeOffset="509986.6363">22148 941 37 0,'-28'-46'17'15,"-11"29"-12"-15,7 6 15 16,0 5 16-16,4 6 0 16,0 0-5-16,7 0-11 15,-7 0-8-15,4 17-5 0,-4 15 3 16,5 6 2-16,3 5 1 15,8 1-2-15,3-3-4 16,5-9 1-16,4-8-4 16,0-7-4-16,0-10 0 15,0-7 0-15,0 0-2 16,0 0-6-16,21 0 1 16,7-19 6-16,0-14 0 15,0 4-5-15,-5 6 5 16,-10 11 1-16,-6 12 0 15,-7 0 4-15,0 0 15 16,0 0-5-16,8 25-14 16,5 9 9-16,6-1 1 15,1 2-6-15,-3-9-4 0,6-4 1 16,1-7-1-16,-7-4-11 16,3-8-17-16,-1-3-11 15,-19 0-49-15,4 0-31 16</inkml:trace>
  <inkml:trace contextRef="#ctx0" brushRef="#br2" timeOffset="510359.0763">22201 891 7 0,'20'-2'19'16,"-1"2"-5"-16,-6 38 24 0,2 8-4 15,2 1-10-15,-2-2-3 16,-6-4-1-16,-1-5-15 15,-8-11-2-15,0-12 1 16,0-8-3-16,0-5 1 16,0 0 6-16,0 0 6 15,4-11 10-15,-4-25-20 16,0-14-4-16,7-3-11 16,1 2 7-16,5 5-2 15,2 17 5-15,-6 9 0 16,0 13 1-16,-3 3 0 15,-2 4 4-15,1 0 2 16,-1 0 6-16,15 4 3 16,-2 16 0-16,11 11-8 15,0 1-2-15,-4 6 0 0,-1-3-2 16,-10 3-3 0,-2 0 0-16,-3 1-7 15,1-10-33-15,-9-24-32 0,0-5-45 16</inkml:trace>
  <inkml:trace contextRef="#ctx0" brushRef="#br2" timeOffset="510823.2279">22693 821 20 0,'0'-11'77'16,"8"11"-60"-16,3 0-5 15,6 31 21-15,-2 12-4 16,2 8-16-16,2 4 1 16,-6 1-3-16,7-1-1 15,-8-9-5-15,4-8-3 16,-8-14-2-16,-8-13 1 16,4-8 0-16,3-3 0 15,-3 0 4-15,0-11 14 16,1-30-6-16,3-13-13 15,3-11 0-15,6 0-5 16,2 2-12-16,5 12 0 16,4 13 4-16,-7 10 5 0,-1 15 5 15,-12 6 2-15,-8 7 1 16,5 0 5-16,5 5 11 16,3 24-8-16,11 6 0 15,-5 11-2-15,-2 0 5 16,-6 4 2-16,-3-3-1 15,1-9-5-15,-5-4 0 16,-4-7-1-16,0-2-3 16,0-9-1-16,0-5-1 15,0-3-1-15,0-6-25 16,0-2-46-16,0 0-57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43:36.81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2259 1507 155 0,'0'0'39'0,"0"0"-14"0,0 0 15 15,0 0-1-15,-13 0-11 16,-9 0-8-16,-5 0-5 16,5 15-3-16,-12 0-11 15,4 7 0-15,2 5-2 16,-6 3 1-16,21 5-1 15,-5 6-4-15,10 0 0 16,8 3-8-16,0 4 1 16,0-1 1-16,45-2-1 15,11-1 1-15,8-6 0 16,3-2 6-16,8-4 1 16,-7-1 1-16,-3-2-1 15,-12-8 2-15,-16-7 1 0,-18-4 1 16,-17 0-1-16,-2-6-3 15,0 7 3-15,0 8 1 16,-49 8 19-16,-16 6-9 16,-16-1-3-16,-11-5 3 15,8 1-6-15,5-7-3 16,4-5 0-16,12-5 3 16,27-8-4-16,17-3-1 15,19 0-5-15,0 0-14 16,0-30-17-16,0-19-10 0,25 20-40 15,3-1-33 1</inkml:trace>
  <inkml:trace contextRef="#ctx0" brushRef="#br0" timeOffset="269.5107">2505 1559 110 0,'0'-7'56'16,"0"3"-28"-16,7 4 12 15,1 0-15-15,14 4-25 16,12 44 5-16,13 23 1 16,3 12 7-16,1 11-8 15,3-8 4-15,-3-8-1 0,-10-7-7 16,2-6 0-16,-22-8-1 15,-1-6-2-15,-1-6-31 16,-10-14-24-16,-9-31-36 16</inkml:trace>
  <inkml:trace contextRef="#ctx0" brushRef="#br0" timeOffset="484.1341">2441 2202 145 0,'-4'-8'26'16,"4"-3"-9"-16,32-1 26 0,30-8 10 15,-4 2-19-15,4-2-12 16,-4 5-18-16,-2 7-4 16,13-2-5-16,8 4-29 15,-6 4-44-15,-48 2-25 16,-10 0-21-16</inkml:trace>
  <inkml:trace contextRef="#ctx0" brushRef="#br0" timeOffset="755.7825">3346 2140 56 0,'41'42'31'16,"-26"-13"-22"-16,4-2 31 15,-2 2-4-15,-2 1-24 0,5 1-11 16,-7-3 2-16,2 2-2 15,-3-7-1-15,-3-10-10 16,-3-11-1-16,-1-2-6 16,-5 0 15-16,0 0 2 15,0-20 17-15,0-10-2 16,-5-12-2-16,-29-9 4 16,-2-5 0-16,-1-7-3 15,5 3-2-15,4 4-9 16,9 3-3-16,8 7-9 15,11 3-20-15,0 36-21 16,0 3-53-16</inkml:trace>
  <inkml:trace contextRef="#ctx0" brushRef="#br0" timeOffset="1155.8523">3773 2186 14 0,'49'16'95'0,"-34"-16"-86"15,11 0 9-15,-11 0-1 16,7-16-4-16,-3-11-3 16,-8 1-4-16,1-3-1 0,-12-1-4 15,0 4 1-15,0-1-2 16,0 5-1-16,-8 5-1 15,-26 7-4-15,-3 10 4 16,3 0-3-16,-1 3 3 16,12 34-1-16,6 15 2 15,15 8 1-15,2-2 4 16,0-8 6-16,0-8 2 16,19-10 0-16,4-8-4 15,5-13-2-15,4 0 0 16,5-8 3-16,2-3 1 15,-3 0-8-15,7 0-2 0,-7 0-16 16,1-27-20 0,-31 7-24-16,-4-2-42 0</inkml:trace>
  <inkml:trace contextRef="#ctx0" brushRef="#br0" timeOffset="1395.4587">3970 1581 70 0,'-28'-49'37'16,"28"49"-12"-16,0 0 6 16,0 0-6-16,7 8-10 15,34 31 17-15,14 15-20 16,1 13-6-16,0 10-3 0,-2 7 1 16,-7 2-4-1,0-7 1-15,-4-7-1 0,-13-8-2 16,-2-15-13-16,0-14-8 15,-3-17-9-15,-10-11-14 16,-15-7-6-16,0-4-31 16</inkml:trace>
  <inkml:trace contextRef="#ctx0" brushRef="#br0" timeOffset="1620.765">4350 1454 112 0,'-17'-46'63'16,"17"46"-63"-16,0 0-3 0,0 11 0 16,0 28 4-16,36 19-1 15,14 12 9-15,-3 4 1 16,4-1 9-16,-1 6-6 16,-12-5-5-16,-1-6-6 15,-3-5 1-15,-6-1-3 16,-11-13-2-16,-6-2-30 15,-11-40-50-15</inkml:trace>
  <inkml:trace contextRef="#ctx0" brushRef="#br0" timeOffset="1814.0103">4378 2067 84 0,'28'-17'13'15,"40"3"2"-15,7-7 17 16,5-5-11-16,-12-5 2 16,3 7-11-16,-15 2-11 15,-17 9-1-15,-1 5-38 16,-38 8-18-16,0 0-38 16</inkml:trace>
  <inkml:trace contextRef="#ctx0" brushRef="#br0" timeOffset="2031.2529">4991 1940 102 0,'30'42'26'0,"11"5"-16"16,6 3 4-16,5 4 18 15,6 2-1-15,8 9-8 16,-12 9-12-16,19-2-5 16,-15 6-2-16,-13-6-4 15,-7-9 1-15,-29-10 1 16,-9-12-2-16,0-8-2 15,0-15-14-15,-37-12-13 16,-6-6 1-16,-6-9-10 16,21-17-1-16,0-9-4 15</inkml:trace>
  <inkml:trace contextRef="#ctx0" brushRef="#br0" timeOffset="2205.3102">4882 1695 132 0,'0'-16'52'0,"0"13"-52"15,0-2 11-15,17 2-4 16,7 3-7-16,16 0-19 16,-25 0-25-16,-2 0-52 15</inkml:trace>
  <inkml:trace contextRef="#ctx0" brushRef="#br0" timeOffset="2595.1824">5450 2021 91 0,'28'0'41'15,"-19"0"-40"-15,1-16 9 16,-1-14 12-16,0-2-18 15,1-2-3-15,-5 5-1 16,-5 4 6-16,0 3 5 16,0 6 0-16,0 6-1 15,0 10 3-15,-7 0-2 16,-10 0-2-16,8 0-3 16,-1 2 0-16,1 28-6 0,-2 11-2 15,5 2 0 1,6 1 2-16,-6-6 5 0,6-11 5 15,0-5-3-15,0-2-1 16,0-4-1-16,27-4-1 16,14-4-2-16,-7-2 5 15,18-5-7-15,-3-1 0 16,7 0-8-16,6-1-14 16,-12-24-9-16,-5-12-20 15,-35 18-14-15,-3-4-39 16</inkml:trace>
  <inkml:trace contextRef="#ctx0" brushRef="#br0" timeOffset="2886.4237">5991 1758 24 0,'0'-17'94'15,"0"17"-58"-15,0 0 8 16,0 0-11-16,-5 6-13 16,1 12-2-16,4 0-12 15,0 0-2-15,0 1-4 16,0-2 0-16,9 1-1 15,29 2 1-15,7 2-1 16,3 1 1-16,-12 4 1 16,3-2-1-16,-18-1 0 15,-6-3 1-15,-11-2 1 16,-4 2-1-16,0-4 3 0,0 3 15 16,0-1-5-1,-32 1-7-15,-11-5-3 0,-8-1-4 16,4-4-10-16,-9-4-18 15,0-2-11-15,35-4-37 16,8 0-31-16</inkml:trace>
  <inkml:trace contextRef="#ctx0" brushRef="#br0" timeOffset="3303.9142">6478 1715 59 0,'27'-10'17'0,"-14"9"-16"15,2-3 1-15,-2 4 13 16,9 0 3-16,-7 0-4 15,4 0-8-15,-15 0-1 16,1 10 4-16,-5 16-9 16,0-2 2-16,0 4 2 15,0-7 1-15,-13-5-3 16,-2-4 6-16,10-10 5 16,1-2 2-16,4 0 5 0,-4 0 2 15,4 0-9-15,0-14-2 16,0 1 3-16,0-3-13 15,0 3-1-15,0 4-1 16,0 7-1-16,0 2 1 16,0 0-2-16,0 0-23 15,0 0-28-15,0 0-58 16</inkml:trace>
  <inkml:trace contextRef="#ctx0" brushRef="#br0" timeOffset="3892.004">6623 2281 92 0,'-8'0'36'15,"8"0"-22"-15,0 0 7 16,0 0 3-16,28-10-6 16,0 3-5-16,4 6-3 15,-9 1-3-15,5 0-5 16,-8 0-1-16,-1 0 2 16,-6 8-3-16,-9 2-4 15,0 10 3-15,-4-10 1 0,0 1-1 16,0-5 1-16,0-6 0 15,0 0 0-15,0 0 0 16,7 0 0-16,-5 0-6 16,9-3-6-16,-5-9 11 15,3 5 1-15,-1 2 0 16,3 1 1-16,0 4 4 16,6 0 2-16,-6-2 0 15,6-1-2-15,-7 0 2 16,-3 3-1-16,-7 0-3 0,0 0 2 15,0 0 11 1,0 0 1-16,0 0-17 0,-9 6 0 16,-19 10-7-16,-6 3-13 15,4-3 16-15,0-6 1 16,2-6 1-16,11-4-1 16,-2 0 2-16,4 0-6 15,10 0 7-15,5-8 1 16,0 0-1-16,0-4-3 15,0 2-1-15,0 1-15 16,0 7-17-16,0-1-57 16</inkml:trace>
  <inkml:trace contextRef="#ctx0" brushRef="#br0" timeOffset="16342.7381">4258 3487 24 0,'0'-5'65'0,"0"5"-30"15,0-1 4-15,0-2-4 16,0 0-9-16,0 3-4 16,0 0-1-16,0 0 0 15,0 0 1-15,0 0 0 16,0 0-6-16,0 0-1 15,0 0-5-15,0 0-1 16,0 0-3-16,0 0-4 16,0 0-1-16,0 0 0 15,0 0-1-15,-2 0-1 16,-7 0-1-16,-8 0 0 16,-2 6-1-16,-1 5 0 0,-6 2 0 15,7 4 0 1,8-2 1-16,-6 7 0 0,7 5 1 15,-8 4-1-15,16 6 0 16,-4 6 1-16,2 6 1 16,4 4-1-16,0 10 1 15,0 0-1-15,0 5 1 16,0 9 0-16,0-8 0 16,23 5 0-16,1 5 0 15,-3 6-2-15,7 2 2 16,-2 5 2-16,-5 0-2 15,-4-2 0-15,3-5 0 16,-5-6 0-16,-5-5 0 16,-10-12 0-16,0-7 0 0,0 0 0 15,0-11 1-15,0-5-1 16,-6-5 0-16,-13-11 1 16,-9 2 0-16,-2-4 1 15,-7-1 0-15,-10-2 0 16,0-4 0-16,-5-3 3 15,-8-7 0-15,3 0-1 16,-8-4 0-16,1 0 0 16,8 0-2-16,9 0-1 15,19-14-1-15,9-2-3 16,10-1-14-16,9-4-6 16,0-3-10-16,0-5-22 15,0 16-22-15,0 0-13 0</inkml:trace>
  <inkml:trace contextRef="#ctx0" brushRef="#br0" timeOffset="17285.1857">5038 4279 59 0,'-27'-14'54'0,"9"6"-35"16,3 2 27-16,7 1-10 15,-5 5-15-15,2-3 4 16,7 3-1-16,-3 0-9 16,-5 0-7-16,-3 0-8 15,-5 22 0-15,-5 21-2 16,5 20 2-16,3 1-2 15,15 2 0-15,2-6 1 16,0-11-1-16,0-9-1 0,0-12-2 16,11-10-7-16,8-7 1 15,0-8 0-15,7-3-2 16,-7 0 5-16,5-16 8 16,-1-22 1-16,3-3-1 15,-15-4-5-15,-2-2 1 16,-1 13 1-16,-8 3 3 15,0 18 0-15,0 9 4 16,0 2 4-16,0 2-1 16,0 0-7-16,7 21-8 15,16 27 4-15,5 14 4 16,4 3 0-16,0 2 1 16,-4 4-1-16,0 2 0 15,-15 1-1-15,-7-6 1 0,-6-2-2 16,0-9 2-16,0-7 2 15,-25-4 3-15,-5-13 1 16,-5-8 2-16,7-16 6 16,-4-6 1-16,0-3 4 15,-4 0-5-15,-5-15-6 16,-6-19 5-16,-3-3-7 16,7-1-6-16,22 2-1 15,12 3-2-15,9 3 1 16,0-1-4-16,37-4-1 15,27-2-3-15,-2 0-3 16,7 0-3-16,-17 7-9 0,-10 5-18 16,-33 19-28-16,-9 0-32 15</inkml:trace>
  <inkml:trace contextRef="#ctx0" brushRef="#br0" timeOffset="17623.8334">5450 4037 122 0,'0'-2'57'16,"-2"2"-46"-16,-24 0 7 0,3 35-6 15,-1 10-4-15,-4 4 4 16,9 6 3-16,0-6-2 16,12 2 1-16,7 1-5 15,0 5-3-15,0-1-3 16,11-3-1-16,25-8-1 16,1-9-1-16,-1-8 1 15,9-7-1-15,-8-10-7 16,6-9-17-16,0-2-14 15,8 0-8-15,-38-10-28 0</inkml:trace>
  <inkml:trace contextRef="#ctx0" brushRef="#br0" timeOffset="17843.9052">5924 4207 102 0,'0'0'64'15,"0"0"-36"-15,0 6-2 16,-15 27-6-16,-6 11-13 16,-14 8 1-16,-1 1-3 15,-3 5-5-15,3-3 0 16,4-7 0-16,8-12-5 16,7-10-19-16,2-9-17 15,15-17-23-15,0 0-36 0</inkml:trace>
  <inkml:trace contextRef="#ctx0" brushRef="#br0" timeOffset="18045.7807">5613 4379 122 0,'0'0'21'0,"0"0"4"15,17 25 13-15,35-4-3 16,8 3-11-16,2 1-5 15,-6-2-13-15,-7 3-6 16,-4-1 0-16,-8-3-22 0,1-7 0 16,-10-4-18-16,0-8-27 15,-21-3 13-15</inkml:trace>
  <inkml:trace contextRef="#ctx0" brushRef="#br0" timeOffset="18352.2304">6177 4108 6 0,'20'-5'39'16,"1"5"-4"-16,7 11-3 16,8 14-4-16,7 6-7 15,7 6 6-15,-3 6-11 0,-2-3-3 16,-7 5 6-16,-20 2-9 15,-1-1-2-15,-17 8 3 16,0 1 0-16,0 0 2 16,-50-1-10-16,10-15 2 15,-1-6-3-15,7-11 0 16,6-11-1-16,0-8 1 16,2-3-2-16,3 0-2 15,-1-20-32-15,15-2-40 16,9 1-57-16</inkml:trace>
  <inkml:trace contextRef="#ctx0" brushRef="#br0" timeOffset="19379.9941">6960 4241 88 0,'-34'-15'77'16,"12"8"-51"-16,-3 1 32 15,8 4-14-15,-3 2-26 16,1 0-9-16,2 0 4 16,-7 0-8-16,-4 6-5 15,-4 28 0-15,4 15-3 16,0 11 2-16,13 5-1 16,-2 0 2-16,13-3 0 0,4-10-1 15,0-6 0 1,0-11-1-16,0-8-2 0,13-8 0 15,15-8 0-15,4-8 1 16,2-3 2-16,-2 0 1 16,5-5 3-16,-3-25 2 15,-4-13-4-15,-2-6-1 16,-2-11-3-16,-16-5-3 16,-3 0-3-16,-7-3-2 15,0 0 1-15,-28-2 0 16,-17 1 0-16,-9 7-2 15,9 6 5-15,13 12-2 0,9 18 4 16,12 11 5 0,7 12 0-16,-1 3 0 0,5 0-1 15,0 0 0-15,0 0-5 16,0 0 3-16,-4 0 0 16,4 0 1-16,0 8 2 15,0 17 1-15,0 12 1 16,19 11 1-16,13 6 1 15,-4 3 1-15,4 2 1 16,-4 4 2-16,-6-4-3 16,4 0 4-16,-7-1-4 15,-2-5-1-15,2 1 1 16,1-12-3-16,-3-3-1 16,2-10-1-16,0-5 0 15,-8-1 0-15,2-6 0 0,0 1-5 16,-2-6-14-16,-1-5-12 15,-10-7-12-15,7 0-29 16</inkml:trace>
  <inkml:trace contextRef="#ctx0" brushRef="#br0" timeOffset="19925.3084">7520 3875 35 0,'-9'11'93'0,"9"-4"-66"15,0 11 1-15,0 16-11 16,0 12 3-16,18 10-3 16,12 11-3-16,2 1 3 15,-4 1 0-15,-5 2-3 16,1-1-2-16,-16-6-4 16,7-8-4-16,-10-5-2 15,3-7-1-15,-3-5-1 16,-1-7 0-16,7-8 1 15,-11-8-1-15,0-5-1 0,0-9-6 16,4-2-5 0,-4 0-2-16,0 0-6 0,0-16-17 15,0-25-28-15,0 15-18 16</inkml:trace>
  <inkml:trace contextRef="#ctx0" brushRef="#br0" timeOffset="20301.4892">7007 3891 94 0,'-17'0'50'0,"17"0"-14"0,0-3 6 16,0 3-18-16,0 0-15 16,7 0-5-16,40 0-1 15,15 0 17-15,22 0 0 16,12 0-2-16,11-2-5 16,1-3-5-16,3 1-4 15,-6 0-2-15,-12-6 0 16,-6 4-1-16,-16 2-1 15,-21-2 0-15,-14 3 0 16,-19 1-3-16,-6 2-9 0,-11 0-13 16,0 0-24-1,0 0-10-15,0 0 2 0,0 0-50 16</inkml:trace>
  <inkml:trace contextRef="#ctx0" brushRef="#br0" timeOffset="20631.7301">7417 4296 30 0,'0'15'40'0,"30"-15"-6"16,9 3 3-16,10-3 9 16,7 0-9-16,8 0 1 15,7 0-5-15,-2-6-9 16,1-6-7-16,-5-3-4 16,-5 2-4-16,-9 2-3 15,-12 5-6-15,-20 5 0 16,-2 1-1-16,-15-4-16 15,3 4-31-15,-5 0-29 0,0 0-16 16</inkml:trace>
  <inkml:trace contextRef="#ctx0" brushRef="#br0" timeOffset="20969.6957">8314 4128 122 0,'0'-1'79'0,"0"1"-66"15,0 0 9-15,-7 0-8 0,-10 22-14 16,-2 16 0-16,6 5 0 15,2 2 3-15,7 2-1 16,-1-3 2-16,1 0 1 16,4-1-1-16,0-6-1 15,0 0-3-15,0-1 0 16,9-6 0-16,14-5-10 16,10-6-8-16,-1-8-30 15,11-9 3-15,-35-2-5 16</inkml:trace>
  <inkml:trace contextRef="#ctx0" brushRef="#br0" timeOffset="21202.8576">8732 4235 123 0,'2'-16'53'15,"-2"16"-20"-15,0 0-7 16,0 0-11-16,0 16-12 15,-15 17-3-15,-17 7 2 16,-5 7-1-16,7 8-1 16,-6-5 1-16,8 2-1 15,0-6-1-15,9-5 1 16,-7-3-15-16,13-8-18 16,9-30-36-16,4 0-56 0</inkml:trace>
  <inkml:trace contextRef="#ctx0" brushRef="#br0" timeOffset="21434.4145">8438 4338 100 0,'0'-8'93'15,"0"8"-65"-15,0 0-4 16,0 0-23-16,4 0 2 15,37 16-3-15,13 9 1 0,-5-1-1 16,0 0-1-16,-6-2-10 16,-6-5-8-16,-5-6-2 15,0-11-9-15,-21 0-11 16,-7 0-40-16</inkml:trace>
  <inkml:trace contextRef="#ctx0" brushRef="#br0" timeOffset="21807.6294">8974 4138 16 0,'0'-11'57'16,"0"11"-41"-16,4 0 9 16,16 0 5-16,3 7-7 15,10 12-2-15,-1 5 1 16,0 6-3-16,2 6-8 15,-12 6-4-15,-1 8 0 16,-6 7-3-16,-2 15 0 16,-9 6 2-16,-4-8-2 15,0-4-4-15,0-13 10 16,-32-11-5-16,4-11 0 16,7-1 2-16,-1-7-1 15,12-10 0-15,-5-2-2 16,12-4 2-16,-3-6 0 0,6-1 1 15,0 0 2 1,0 0-4-16,-4 0-5 0,-3 0-2 16,-1 0-12-16,-1 0-8 15,-4-8-20-15,5 4-24 16,-3 4-46-16</inkml:trace>
  <inkml:trace contextRef="#ctx0" brushRef="#br0" timeOffset="23008.4553">4770 5655 4 0,'0'-4'223'0,"-10"4"-202"16,-8 0-20-16,10 0 11 15,-1 0-2-15,-4 0-10 16,-6 0 1-16,-5 17-1 0,-3 13 1 16,-10 5 0-16,9 2 1 15,-4 0 1 1,9-1 1-16,7 3-3 0,8 2-1 15,8 0 0-15,0-2-1 16,0-10 0-16,4-10-11 16,16-12-5-16,3-3 5 15,-4-4 3-15,-1 0 9 16,5-9 2-16,5-29 10 16,0-5-7-16,4-6-5 15,0 0-3-15,-4 3-3 16,-13 8-5-16,-2 11 11 15,-7 11 0-15,-6 13 1 16,0 3 13-16,0 0 7 16,0 0-3-16,0 0 1 0,0 0-10 15,0 22-9-15,0 11-3 16,0 6 3-16,0 8 1 16,0-3 0-16,0-7-1 15,0-3 0-15,0-7 0 16,0-3-1-16,0-10 0 15,0-4-27-15,0-8-22 16,0-2-28-16</inkml:trace>
  <inkml:trace contextRef="#ctx0" brushRef="#br0" timeOffset="24126.6364">4537 2829 67 0,'17'0'55'0,"-17"0"-49"16,0 0 6-16,0 0-1 15,0 17-9-15,4 18-1 16,2 5 3-16,-3 12 0 15,-3 5 0-15,6 7 1 16,-2 3 1-16,-4-1-5 16,0-10-1-16,0-7 1 15,0-10-1-15,0-10 0 0,5-10 0 16,-5-12 0 0,4-4 0-16,-4-3 0 0,0 0 0 15,6 0 5 1,-6-8 3-16,0-18-5 0,2-2-3 15,9 1 0-15,-2 8 0 16,-1 6 0-16,7 6-1 16,-4 7 1-16,2 0-3 15,15 0 0-15,4 4 3 16,7 17 0-16,-3 6 5 16,-6 0-3-16,-2-3-2 15,-9 4 0-15,-12-4 0 16,-7 1 0-16,0-3 1 15,-7 2 1-15,-31-5 2 16,-1-6-3-16,-4-2-1 0,-4-4 0 16,2-7 2-16,-2 0 4 15,0 0 6-15,6-7 3 16,4-15 1-16,9 1-1 16,13 1-9-16,11 5 0 15,4-2-6-15,0 4-5 16,0 2-10-16,17-1-29 15,-2 10-24-15,9 2-67 16</inkml:trace>
  <inkml:trace contextRef="#ctx0" brushRef="#br0" timeOffset="24958.6066">9133 4389 130 0,'-15'6'65'0,"15"-6"-43"16,0 0 8-16,0 0-15 15,0 0-10-15,36 0 9 16,5 0 9-16,2 0-12 16,-7-3-1-16,-3-1-5 15,-1-2-3-15,-4 1-2 16,-5 2 0-16,-3 0-9 0,-8 3-26 16,-12 0-37-16,0 0-44 15</inkml:trace>
  <inkml:trace contextRef="#ctx0" brushRef="#br0" timeOffset="25169.8919">9163 4691 97 0,'0'16'35'16,"0"-16"-13"-16,17 0 28 15,20 0-10-15,-3 0-9 0,2 0-3 16,3 0-15-16,-7 0-13 16,0 0-5-16,-23 0-38 15,2 0-62-15</inkml:trace>
  <inkml:trace contextRef="#ctx0" brushRef="#br0" timeOffset="25875.5927">10416 4585 70 0,'0'0'78'0,"19"-3"-57"15,0-34 12-15,9-15 13 16,0-7-22-16,0-4-4 16,4-3-1-16,-4-4 1 15,-7-3-3-15,-1-6-5 16,-12-8-9-16,-8-5-3 15,0-2 0-15,0-5 0 16,-28 21-5-16,-2 22-2 16,0 25 4-16,13 22 3 15,13 9 1-15,-7 0-1 16,2 30-8-16,1 22-1 0,-11 14 8 16,4 4 1-1,2 2 0-15,8 0 0 0,5-2 0 16,0-2 0-16,0-6 0 15,0 1 0-15,13-3 2 16,15-1 0-16,4 2-2 16,-4-8 4-16,4-7-2 15,-4-5 0-15,7-8 0 16,-8-6-1-16,1-6 0 16,0-2-1-16,0-8 0 15,0-4-1-15,-7-3-7 16,7-4-13-16,-2 0-26 15,-24 0-28-15,-2-4-21 0</inkml:trace>
  <inkml:trace contextRef="#ctx0" brushRef="#br0" timeOffset="26124.6736">10947 4231 89 0,'0'0'44'16,"0"0"-23"-16,0 15 18 16,0 14-14-16,11 12 2 15,-2 9-8-15,-9-5-5 0,4 4-5 16,0-1-7 0,1-6-1-16,-5-7-1 0,10-10-1 15,-1-9-17-15,-1-7-27 16,7-9-7-16,-6 0 3 15,-9 0-10-15</inkml:trace>
  <inkml:trace contextRef="#ctx0" brushRef="#br0" timeOffset="26667.5547">11083 4333 28 0,'8'-41'56'16,"-4"41"-39"-16,11 0 8 0,-2 0-11 15,7 0-1-15,3 27 18 16,-4 7-7-16,-1 5-11 0,1 8-3 15,-8-4-5 1,-1-5 3-16,1-8-5 0,-4-10 3 16,-5-9-2-16,-2-10-3 15,6 2-1-15,-6-3 3 16,2 0 5-16,9 0 6 16,4-35-9-16,6-18-5 15,7-9-5-15,0 1-4 16,-6 11-1-16,-3 22-3 15,-4 11 10-15,-11 13 0 16,1 4 0-16,-1 0-2 16,4 6 0-16,3 16 5 15,-2 8 3-15,4 1-2 16,-3-7 0-16,-1-2 0 0,6-9-1 16,-6-5 0-16,-1-4 0 15,-4-4 2-15,1 0-2 16,1 0 0-16,7 0-3 15,11-19 3-15,3-8-2 16,1 2-12-16,-6 4 0 16,4 11 10-16,-14 7-1 15,-3 3-3-15,0 0 8 16,1 30 3-16,-1 5 8 16,6 5 3-16,-2 3 8 15,0-3-15-15,8-2 15 16,-10-12-18-16,6-8 6 15,-15-8-6-15,2-8-3 0,1 1 0 16,-5-3-1-16,0 0-4 16,0 0-32-16,0-3 3 15,0-13-97-15</inkml:trace>
  <inkml:trace contextRef="#ctx0" brushRef="#br0" timeOffset="26900.5212">10467 3978 200 0,'-13'-11'105'0,"13"5"-93"15,0 3 18-15,0 3 2 16,0 0-32-16,0 0-2 15,0 0-16-15,13 0-22 16,-4 0-34-16,1 0-52 16</inkml:trace>
  <inkml:trace contextRef="#ctx0" brushRef="#br0" timeOffset="27658.4173">10259 5109 118 0,'0'0'51'15,"0"33"-46"-15,9 17 21 0,25 11-10 16,0-1-8 0,-6-7 0-16,2-3 5 0,-8-13-10 15,-3-12-1-15,-11-10 1 16,-1-5-3-16,-3-9 1 16,-4-1 1-16,4 0 2 15,-4 0 5-15,9-12-6 16,0-24 2-16,6-12-5 15,-3-6-3-15,12-1-4 16,-5 12 1-16,-2 9 2 16,3 16 3-16,-12 10 1 15,-1 4 6-15,-7 4 8 16,0 0 1-16,0 0 0 16,4 12-9-16,11 18-2 0,7 5 1 15,-3 6-2-15,4-1-2 16,-1-2 0-16,-3-2 0 15,-2-7-1-15,3-4-8 16,-7-6-13-16,2-5-19 16,4-7-12-16,-13-7-31 15</inkml:trace>
  <inkml:trace contextRef="#ctx0" brushRef="#br0" timeOffset="27910.327">10975 5319 87 0,'0'-3'69'0,"0"0"-22"16,0 0-18-16,20-6-18 16,20 4 16-16,-1-1 4 15,-3 4-14-15,-3-2-2 16,-10 4-13-16,5 0-2 15,-6 0-3-15,-3 0-8 16,0 0-13-16,-12 0-23 16,-7 0-28-16,0-1-19 15</inkml:trace>
  <inkml:trace contextRef="#ctx0" brushRef="#br0" timeOffset="28252.1754">10975 5319 132 0,'-36'-186'57'16,"36"186"-25"-16,0 0 29 15,0-3-41-15,0 3-17 16,0 0 4-16,19 0-5 16,26 0 7-16,7 6 4 15,3 8-1-15,5 4-5 16,-8 5-3-16,-11 2-4 15,-5 4 0-15,-8 0-8 0,-19-2 1 16,-9 4-2-16,0-2 0 16,0-2 1-16,-9 1 4 15,-21-7 4-15,2-5-1 16,2-5 1 0,5-6 0-16,6 1 0 0,2-6-2 15,7 0-7-15,6 0-14 16,0 0-15-16,0 0-26 15,0 0-4-15,0 0-19 16</inkml:trace>
  <inkml:trace contextRef="#ctx0" brushRef="#br0" timeOffset="29093.8017">11934 5106 89 0,'13'-2'43'0,"-13"2"-10"15,0 0 9-15,0 0-18 0,0 0-13 16,0 2-9-1,0 18-1-15,0 4 1 16,0 3-1-16,-4 0 0 0,-20 3 4 16,-8 1 5-1,2-6-6-15,2-2-1 0,0-6-3 16,7-6 4-16,3-4-3 16,3-7 5-16,3 0 5 15,-3 0 7-15,2 0-6 16,-4-5-4-16,6-12-6 15,-4-1 1-15,13-6 1 16,-5 2-4-16,7-2 0 16,0 2-2-16,0 2-2 15,7 3 2-15,10 6 0 16,6 4 2-16,1 0-2 0,-5 7-1 16,3 0 2-16,6 0 0 15,-5 0-2-15,7 0 2 16,-2 7-3-16,-4 14-4 15,-1 6-12-15,5 4 11 16,-4-2 2-16,-1-2 3 16,-1 1 2-16,-3-7 2 15,0-2 0-15,-1 0 0 16,1-5 0-16,0-3 0 16,-2-3-1-16,3-2 1 15,-3-6-17-15,2 0-4 16,0 0 10-16,-1 0 9 0,1 0-1 15,-4-11 3 1,-2-14-7-16,-5 0 6 0,3-6 1 16,-2 0 0-16,-9-3 0 15,0 7 0-15,0-4 1 16,0 6 0-16,-9 4 2 16,-23 10 9-16,-7-3 1 15,3 2-2-15,-5-1 1 16,2 0 2-16,3 2 1 15,4 4-1-15,8 7 7 16,7 0-13-16,-2 0-8 16,-5 0-1-16,1 7-1 15,-5 15 1-15,4-1-1 16,-2 2 1-16,-1-4-3 16,5 1-5-16,-4 4-16 0,24-22-34 15,-4 0-41-15</inkml:trace>
  <inkml:trace contextRef="#ctx0" brushRef="#br0" timeOffset="30220.4156">13019 3285 125 0,'-8'6'47'16,"8"-6"-10"-16,0 0 8 16,0 0-27-16,0 0-7 15,0 0 11-15,0 0 4 16,0 0-8-16,0 0-2 16,0 0-3-16,32 0-6 15,47 0-2-15,22 0 6 0,26-6-2 16,-9 4-4-16,6-2-1 15,-8 0-2-15,-5-2-1 16,-18 1 0-16,-12-4-1 16,-19 1 0-16,-12 1 0 15,-12-10 0-15,-1 3-1 16,-1-4-9-16,-8-1-13 16,-4 0-15-16,-9 3-6 15,-15 10-41-15,0 6-75 16</inkml:trace>
  <inkml:trace contextRef="#ctx0" brushRef="#br0" timeOffset="31292.0178">12949 3424 40 0,'0'8'54'0,"2"-8"-39"16,6 0 8-16,-3 0-1 16,-1 0 2-16,11 2-6 15,6 3-6-15,3 5 2 16,15-3 1-16,6 2 1 16,2-5 0-16,9 2 0 15,-11-3-10-15,2 1-4 16,-11 3 0-16,1-4 0 15,-5 3-2-15,-4 1 0 16,0-1-2-16,-1-1 2 16,-12 3 0-16,-2-2 0 0,-13 0 2 15,0-5 5-15,0 3 2 16,0-4-1-16,0 2 1 16,0 3-4-16,0 6-2 15,0 9 0-15,-4 6 0 16,-15 15-2-16,-9 9 1 15,-11 6-2-15,-4 6 1 16,-8 1-1-16,4 2 1 16,6 0-1-16,5-4 0 15,3-2 0-15,5-10 0 0,9-3-1 16,6-11 1 0,3-11 0-16,10-2 0 0,0-11-1 15,0-6 1-15,0-2 0 16,0-3 0-16,0 0-2 15,0 0 1-15,0 2 1 16,0-2 0-16,0 3 0 16,0-3 0-16,0 0-1 15,0 3-2-15,0 0 3 16,10-1-1-16,22 1 1 16,13-3-1-16,16 0 1 15,14 0 1-15,13 0 2 16,8 0-3-16,11-14 0 15,18-5 0-15,8-1 1 16,6-4 0-16,5-2 1 0,-7 2-1 16,-17 2 0-16,-17 1 1 15,-19 2-1-15,-24 2 1 16,-19 6-1-16,-14 4 1 16,-3-4-1-16,-7 7 0 15,3-1-1-15,-5 2-1 16,-3 2-6-16,1 1 2 15,-6 0-6-15,-3 0 0 16,0 0 3-16,-4 0 4 16,0 0 3-16,0 0 1 15,0 0 0-15,0 0 0 16,0 0 3-16,0 0 10 16,0 0 1-16,0-7 1 15,0-4-7-15,-19 0 0 0,2 0 2 16,-2-4-3-16,-5-3-4 15,2 1-3-15,-5 0-1 16,3 6-14-16,0 4-5 16,1 7-9-16,-5 0-25 15,15 0-51-15</inkml:trace>
  <inkml:trace contextRef="#ctx0" brushRef="#br0" timeOffset="32499.8912">13894 4992 115 0,'0'0'72'0,"0"-8"-66"16,0 0 27-16,45-2 6 16,-2-1-17-16,2 2-16 15,-8 7-6-15,-5 0-1 16,-4-2-13-16,-13 4-37 0,-15 0-30 15,0 0-61 1</inkml:trace>
  <inkml:trace contextRef="#ctx0" brushRef="#br0" timeOffset="32701.9128">13890 5202 136 0,'-15'16'73'0,"15"-16"-45"15,0 0 12-15,9 0-19 16,34-9 11-16,2-2-1 16,-9 4-7-16,-2 1-18 15,-12 0-6-15,10 0-4 16,-4-1-17-16,11 0-19 0,-31 1-42 16,1 1-46-16</inkml:trace>
  <inkml:trace contextRef="#ctx0" brushRef="#br0" timeOffset="34111.7481">14684 4794 45 0,'0'0'92'15,"0"0"-53"-15,0 0 1 16,0 0-6-16,0-2-9 16,0 2-7-16,0 0-4 0,0 0-8 15,0 0-2-15,0 0 4 16,0 0-3-16,0 0-1 15,0 0 5-15,0 0 3 16,0 0 1-16,0 0-2 16,0 0 2-16,0 0-4 15,0 0-4-15,0 0-2 16,0 0-3-16,0 0-1 16,0 0 1-16,0 0 0 15,0 0 1-15,0 0 1 16,0 0-2-16,0 0 0 15,0 0-3-15,0 18-2 16,8 16 5-16,3-1 1 0,-2 4 0 16,-1-7-1-16,-1-5 1 15,1-6-1-15,-4-1 0 16,1-5 0-16,-1-2 0 16,-4-3-2-16,6-2-5 15,-6 2-1-15,0 1-2 16,0-1 1-16,0 3 4 15,0-7 3-15,0 2 2 16,0-3 0-16,0-3 1 16,0 0 0-16,0 0 5 15,0 0 2-15,0 0 3 16,0 0-3-16,0 0-2 0,0 0 0 16,0 0-1-16,0 0-1 15,0 0-1-15,0 0-1 16,0 0-2-16,0 0 1 15,0 0-1-15,0 0 0 16,0 0 1-16,0 0 0 16,0 0 2-16,0 0 1 15,0 0 1-15,0 0-2 16,0 0-1-16,0 0-2 16,0 0 0-16,0 0 0 15,0 0-1-15,0 0 1 16,0 0-1-16,0 0 0 15,0 0 1-15,0 0 0 0,0 0 1 16,0 0-1 0,0 0 1-16,0 0 0 0,0 0 0 15,0 0-1-15,0 0 1 16,0 0-1-16,0 0 0 16,0 0 0-16,0 0 0 15,0 0 0-15,0 0 1 16,0 0-1-16,0 0 1 15,0 0-1-15,0 0 1 16,0 0-1-16,0 0 0 16,0 0-1-16,0 0 1 15,0 0-2-15,0 0 0 0,0 0 0 16,0 0 0 0,0 0 2-16,0 0-1 0,0 0 1 15,0 0 0-15,0 0 0 16,0 0-1-16,0 0-1 15,0 0 0-15,0 0 1 16,0 0 0-16,0 0 0 16,0 0 1-16,0 0 0 15,0 0 0-15,0 0 0 16,0 0 0-16,0 0 1 16,0 0-1-16,0 0 1 15,0 0-1-15,0 0 0 16,0 0 0-16,0 0 0 15,0 0 1-15,0 0-1 16,0 0-1-16,0 0 0 0,0 0 0 16,0 0-1-16,0 0-1 15,0 0-1-15,0 0-2 16,0 0-3-16,0 0-2 16,0 0-4-16,0 0-1 15,0 0-5-15,0 0-26 16,0-3-42-16,-6-3-20 15</inkml:trace>
  <inkml:trace contextRef="#ctx0" brushRef="#br0" timeOffset="38004.0111">13335 2588 184 0,'4'-8'53'0,"0"5"-13"15,-4 0 11-15,0 0-18 16,0 3-17-16,0 0-1 15,0 0-4-15,0 0-11 16,7 0-4-16,-1 22 2 16,9 16-4-16,9 8 5 15,-1 2-1-15,-1-9-2 16,-1-6-2-16,-10-12 2 16,0-4-1-16,-3-11-1 15,-4-4 3-15,-4-2 1 16,5 0 0-16,-1 0-4 15,-4 0-2-15,6-2 6 16,1-27 2-16,-5-3 2 0,7-11-1 16,-5 5-1-16,7 2 0 15,-3 8 0-15,12 6 0 16,-3-1-1-16,6 7 0 16,1 3 0-16,-7 4 0 15,2 9 1-15,5 0-5 16,4 0 1-16,8 15 1 15,5 17 3-15,6 4 8 16,-10 1-3-16,-3 1-1 16,-13-4 0-16,-1 0 1 15,-12-4 0-15,-3-3 0 16,5 1-4-16,-5 4 1 0,1 0-2 16,-6 3 2-16,0 1-2 15,0-1-7-15,0 0-9 16,0 1-14-16,0-1-23 15,0-31-33-15,0-4-84 16</inkml:trace>
  <inkml:trace contextRef="#ctx0" brushRef="#br0" timeOffset="44164.5915">12968 4970 149 0,'-9'0'43'15,"9"0"-27"-15,0 0 14 16,0 0-14-16,0 0-8 16,0 0 4-16,0-1 1 15,0-2-1-15,0 3-2 0,5-6 1 16,-1 6 3-16,11-2-4 15,-2-5 1-15,2 7-7 16,-7 0-3-16,7 0 0 16,-6 0-1-16,-5 0-1 15,5 0-1-15,-9 0 0 16,6 0 0-16,-6 9-3 16,0 12 4-16,0 4-1 15,0 3 2-15,0-1-1 16,0-1-1-16,0 2 2 15,-6 1 0-15,-3-1 0 16,5 2 1-16,4-5 0 0,0-6-1 16,0 0 2-16,0-4 1 15,0-5 2-15,0 1-1 16,4-2 1-16,16-6 1 16,-8 0-2-16,3 0-2 15,-2-3 0-15,-4 0 0 16,-3 0 0-16,3 0 0 15,-1 0-2-15,7 0-4 16,7-18-4-16,1 0-8 16,-3-3-20-16,-16 10-38 15,-4 5-54-15</inkml:trace>
  <inkml:trace contextRef="#ctx0" brushRef="#br0" timeOffset="44685.0922">12955 4631 33 0,'0'-11'95'0,"0"9"-72"0,0 2 7 15,0 0-8-15,0 0-22 16,0 0-3-16,0 0-1 16,0 0 3-16,0 0 1 15,0 0 1-15,0 0 5 16,0 0 2-16,0 0 9 15,0-8 7-15,0 2-3 16,0 1-11-16,0 2-9 16,0 3-1-16,0-3-4 15,24 3 4-15,3 0 2 16,6 0-1-16,-10 0 2 16,-6 0 1-16,-8 0-3 15,-9 3-1-15,0 8 1 0,0 0 5 16,0-3-1-16,0 1 7 15,0-4-7-15,-17 1 0 16,-7-6 1-16,1 0-3 16,3 0-3-16,-8 2-7 15,3 0-26-15,14-2-39 16,2 3-109-16</inkml:trace>
  <inkml:trace contextRef="#ctx0" brushRef="#br0" timeOffset="45379.6214">10392 6000 151 0,'11'0'119'0,"-7"0"-103"15,5 0 18-15,1 0-8 16,3 0-26-16,11 0 0 16,4 27 3-16,4 2 7 15,-4 10 3-15,4 1-5 16,-4 3 0-16,-5-2-6 16,-3-4-2-16,-1-3 0 0,-8-8-1 15,6-1-14-15,-9-6-12 16,1-8-23-16,2-5-28 15,-11-6-21-15</inkml:trace>
  <inkml:trace contextRef="#ctx0" brushRef="#br0" timeOffset="45627.5662">10739 5874 40 0,'11'-13'118'16,"-11"13"-89"-16,9 0 5 0,4 1 4 16,14 34-12-16,6 9 4 15,5 9-21-15,-6-4-7 16,1 0 2-16,-10-6-4 16,-1 0 1-16,-3-4-1 15,0-5 0-15,-6-5-6 16,2-6-16-16,-2-10-32 15,-9-13-30-15,1 0-32 16</inkml:trace>
  <inkml:trace contextRef="#ctx0" brushRef="#br0" timeOffset="46115.4667">11261 6032 62 0,'8'0'55'0,"-6"0"-45"15,9 21 28-15,4 15-16 16,-2 3-16-16,2 1 2 16,-9-6 5-16,7-4-5 15,-11-8-4-15,5-8 1 16,-7-9 4-16,0-5-3 16,0 0 3-16,0 0-2 15,0 0 2-15,0-8 11 16,0-22-12-16,0-3-6 15,-9-12-1-15,-17-6-2 16,7-2 1-16,11 3 0 16,5 2-3-16,3 15-2 0,0 2 4 15,0 6 1-15,0 7-3 16,22 1 3-16,-5 4 1 16,2 2 4-16,-1 3 1 15,1 5 5-15,0 3-3 16,-6 0-8-16,2 0-1 15,-6 4 0-15,3 21 1 16,-7-1 2-16,-5 7 1 16,0 2-1-16,0 1 0 15,-13 2 1-15,-19-4-3 16,4-7-9-16,4-9 6 16,11-7-12-16,3-9-1 15,10 0-7-15,0 0-5 0,0 0-36 16,0 0 4-16,0-12-48 15</inkml:trace>
  <inkml:trace contextRef="#ctx0" brushRef="#br0" timeOffset="46409.345">11604 5779 70 0,'6'0'104'0,"-6"0"-86"16,4 0 8-16,1 0-10 15,10 24-12-15,-2 16 22 16,-5 5-7-16,-1 2-10 16,-5 3-3-16,9 0-4 15,-7-8-1-15,7-2 0 16,-9-12-1-16,8-9-7 15,-1-8-19-15,0-5-24 16,1-6-18-16,-5 0-4 16,-1-6-3-16</inkml:trace>
  <inkml:trace contextRef="#ctx0" brushRef="#br0" timeOffset="46619.0975">11823 5711 115 0,'6'-4'48'16,"-4"4"-19"-16,2 18-4 15,9 26 0-15,-2 8-12 16,-7 1-3-16,9 2-4 16,-11-3-5-16,-2-4-1 15,7-7-2-15,-5-5-7 16,2-10-18-16,-4-26-20 15,4 0-26-15</inkml:trace>
  <inkml:trace contextRef="#ctx0" brushRef="#br0" timeOffset="46842.1237">12011 6056 47 0,'20'-3'88'0,"3"-5"-77"16,9-2 49-16,13 0-11 16,3-8-22-16,3 5-12 15,-4 4-10-15,-10 2-5 16,-9 1 0-16,-20 6-11 16,-4 0-20-16,-4 0-14 15,0 0-15-15,0 0-37 0</inkml:trace>
  <inkml:trace contextRef="#ctx0" brushRef="#br0" timeOffset="47147.4022">12155 5915 116 0,'-4'7'47'0,"4"-7"-33"16,0 0 26-16,17 0-3 0,30 0-6 15,0 0-19 1,-10 0-4-16,-1 0 2 0,-8 4-7 16,-9 3-2-16,-6-5-1 15,-4 7 2-15,4 0 0 16,-13-2-2-16,0 8 0 16,0 1 1-16,0 7-1 15,0 3-6-15,-26 4-3 16,-4-8-10-16,4-1 3 15,5-10-7-15,12-3-6 16,3-5-3-16,6-3-8 16,0 0-21-16</inkml:trace>
  <inkml:trace contextRef="#ctx0" brushRef="#br0" timeOffset="47561.8503">12672 5821 79 0,'-9'16'32'16,"9"8"-31"-16,-4 6 24 16,4 5-11-16,0 3-8 15,0 1 9-15,0 1-5 16,0-8-8-16,0 0 3 15,0-12-2-15,0-8-2 0,9-3 1 16,14-9 1-16,-4 0 10 16,9 0 0-16,0-21 0 15,-4-7-5-15,-3-1-7 16,-6-5-1-16,-6 5 1 16,-9 0-1-16,0 2 1 15,0 2 6-15,-4-2 9 16,-35 5-1-16,3 3 2 15,-5 10 3-15,4 8-3 16,9 1-9-16,1 0-2 16,12 0-6-16,-3 0-11 15,-1 13-15-15,0 8-26 0,14-11-44 16,1 0-53-16</inkml:trace>
  <inkml:trace contextRef="#ctx0" brushRef="#br0" timeOffset="55016.5762">15696 3347 106 0,'11'-6'31'0,"-11"5"-10"16,4-2 19-16,0 0-14 15,-4 1-12-15,5-7 6 16,-5-2 10-16,0 0-3 15,0 1-8-15,0-2 3 16,0 5-5-16,0-1-4 16,0-1-8-16,0 1-3 15,0 3-1-15,-5 1-1 16,-18-3-2-16,-5 3-4 16,4 0 0-16,3 1 4 15,-3 3-2-15,5 0-1 16,-5 0 0-16,3 11 4 0,-11 24-2 15,0 18 2-15,-7 8-4 16,15 4 0-16,7-3-1 16,9-4 3-16,8-12-4 15,0-5 5-15,0-14 1 16,0-3-2-16,21-9 2 16,7-8 0-16,0-4-1 15,8-3 2-15,-1 0 0 16,-3 0 2-16,0-13 1 15,2-12-1-15,-4-8-2 16,-2 2 0-16,0-9-5 16,4-3 1-16,-8 3 1 15,-7-5-1-15,-2 8 4 0,-6 5 0 16,-5 1 2-16,-4 13 5 16,0 4 1-16,0 9 3 15,0 3 3-15,0 2-4 16,0 0-5-16,0 0-5 15,0 0-2-15,0 13-4 16,4 25 2-16,15 13 4 16,5 10 2-16,4 13-2 15,0 3 0-15,8 5 2 16,-4 2-2-16,1-2 0 16,-10-5 0-16,-8-12-5 15,-15-5-12-15,0-11 4 0,0-8 5 16,-6-12 8-16,-22-7 1 15,11-11-1-15,-7-3 6 16,-4-8 1-16,0 0 12 16,-8 0 2-16,-11 0-13 15,2-24 4-15,-7-6 0 16,9 0-5-16,7-2-5 16,19-4 3-16,2 2-5 15,15-2-4-15,0-2 0 16,0 0-4-16,8 3-15 15,35-6-17-15,-2-1-22 16,-22 33-25-16,-6-2-43 16</inkml:trace>
  <inkml:trace contextRef="#ctx0" brushRef="#br0" timeOffset="55457.7">16275 2920 99 0,'9'-23'89'15,"-9"23"-69"-15,0 0 26 16,0 0 1-16,0 0-31 16,0 0-3-16,0 0 1 15,0 3 2-15,0 30-6 16,0 15 0-16,-13 16 1 16,-2 8-3-16,6 2-2 15,5-1-2-15,2-7-2 16,2-10-1-16,0-5-1 15,0-7-1-15,0-3 1 16,11-9 0-16,12-5-1 0,9-4 0 16,1-5 0-16,-1-4-5 15,4-6-9-15,3-8-7 16,2 0-10-16,4-4-14 16,-30-14-22-16,4-7-44 15</inkml:trace>
  <inkml:trace contextRef="#ctx0" brushRef="#br0" timeOffset="55750.3056">16904 2992 118 0,'8'-21'77'15,"-8"21"-26"-15,0 0 7 16,0 0-32-16,0 0-25 0,0 24-1 15,0 17 0-15,0 10 9 16,0 5-3-16,-13 6 5 16,-23-1 0-16,2-1-6 15,1 3 0-15,1-8-4 16,4-6-1-16,7-5 0 16,6-8-6-16,6-12-7 15,5-6-8-15,-2-14-21 16,1-4-19-16,5 0-4 15,-4 0 13-15,4-8-63 16</inkml:trace>
  <inkml:trace contextRef="#ctx0" brushRef="#br0" timeOffset="56013.9898">16539 3060 124 0,'-6'-13'74'15,"6"13"-52"-15,0 0 30 16,0 0-19-16,34 27-8 16,15 8 6-16,7-1-7 15,-5 6-10-15,-6 0-6 16,-2 1-4-16,-6 3-1 16,-5-2-2-16,-4 3-1 0,-9-6 0 15,3 2-7-15,-3-5-16 16,5-6-4-1,-1-10-16-15,-1-4-27 0,-12-16-12 16,-5 0-39-16</inkml:trace>
  <inkml:trace contextRef="#ctx0" brushRef="#br0" timeOffset="56290.1474">17352 3516 155 0,'-13'0'81'16,"13"0"-57"-16,0 11 18 15,0 8-34-15,0 12-8 0,0 0 5 16,0 1 4 0,0 4-1-16,0-5 0 0,0-5 0 15,0-1 0-15,0-6-8 16,0-2 0-16,4-8 0 15,9-5-5-15,-2-1-11 16,-3-3-8-16,5 0-18 16,7 0-7-16,-16-14-10 15,5-3-35-15</inkml:trace>
  <inkml:trace contextRef="#ctx0" brushRef="#br0" timeOffset="56636.811">17219 3277 77 0,'-19'-19'102'0,"14"16"-79"16,5 1 13-16,0 2 4 16,0 0-27-16,0 0-5 15,0 0 8-15,0 0-3 16,0 0-11-16,5 0-2 15,3 0 0-15,-4 2-5 16,-4 3-8-16,0 1 2 16,0-6 3-16,0 0 6 0,0 0 2 15,0 0 13 1,0 0 7-16,0 0-11 0,0-2 2 16,-4-9-2-16,-4 3-4 15,8 3-3-15,0 3-2 16,0-2-10-16,0 1-19 15,0-5-22-15,0 2-28 16,0-2-53-16</inkml:trace>
  <inkml:trace contextRef="#ctx0" brushRef="#br0" timeOffset="57107.5645">17513 2797 122 0,'0'-2'74'0,"0"2"-41"15,0 0 25-15,0 0-29 16,0 0-25-16,0 0 0 15,34 0 15-15,3 13 1 16,-1 20-8-16,-4 12-7 0,5 13 0 16,-14 12-4-1,-3 15-1-15,-16 7-2 0,-4 2-10 16,0-2-2-16,0-4-3 16,-15-16 1-16,-7-5 2 15,-1-17 10-15,3-11 3 16,3-14 1-16,7-10 1 15,5-10 3-15,5 1 0 16,0-6-2-16,0 0-2 16,0 0 1-16,0 0 1 15,0 0-2-15,0 0 3 16,-4 0-1-16,0 0-2 16,-1 0 0-16,1 0-6 15,-2 0-12-15,-3 0-29 0,5 0-16 16,0 0-35-16</inkml:trace>
  <inkml:trace contextRef="#ctx0" brushRef="#br0" timeOffset="69367.1503">18276 2563 40 0,'-4'0'59'0,"4"0"-40"15,0 4 19-15,0-4 2 16,0 0-17-16,0 0-10 0,0 3 2 16,0 4-3-16,0 6 1 15,0 8-1-15,-13 7 1 16,-6 15-6 0,-9 6 1-16,4 15 0 0,-4 11 2 15,1 10-1-15,14 5-4 16,-2 4 0-16,15-2-1 15,0-2 2-15,0-7-2 16,19-5 2-16,33-4-3 16,-3-8 0-16,2-15 2 15,5-9 3-15,-15-11-5 16,6-8-2-16,-11-9-1 16,3-3 0-16,-7-6-1 15,0-5-18-15,1 0-10 16,3-11-28-16,-27-8-63 0,1-6-38 15</inkml:trace>
  <inkml:trace contextRef="#ctx0" brushRef="#br0" timeOffset="69641.7558">18832 2878 194 0,'0'0'67'0,"0"11"-58"15,0 49 13-15,0 21-3 16,28 4-10-16,-5-2 3 16,-6-9-9-16,3-9 1 15,-12-7-4-15,1-14 1 16,2-8-1-16,-7-8-5 15,0-12-14-15,-4-11-22 16,5-5-25-16,-5 0-26 16</inkml:trace>
  <inkml:trace contextRef="#ctx0" brushRef="#br0" timeOffset="69897.8791">18581 2920 104 0,'-4'-18'87'0,"4"5"-62"15,32-3 8-15,43-3-15 16,17-3 3-16,5 7 10 16,-9 1-6-16,-13 6-9 15,-11-1-2-15,-19 7-12 16,-6 2-2-16,-7 0-4 15,-9 0-15-15,-10 0-20 16,-13 2-25-16,0 7-32 0,0 1-57 16</inkml:trace>
  <inkml:trace contextRef="#ctx0" brushRef="#br0" timeOffset="70103.1507">18785 3109 83 0,'-9'15'86'0,"9"-15"-61"16,0 0 19-16,19 0-3 15,26 0-18-15,7 0 11 16,-7-11-6-16,6 2-18 16,-3-2-10-16,7-6-16 15,-1-8-24-15,-39 15-42 16,-6-4-64-16</inkml:trace>
  <inkml:trace contextRef="#ctx0" brushRef="#br0" timeOffset="70378.2777">19284 2767 125 0,'-28'21'65'15,"20"14"-52"-15,-1 12 18 16,-6 10-11-16,7 5-7 16,-7 6 2-16,15-6 3 0,0-4 2 15,0-6-7 1,0-6-4-16,0 0-6 0,38-9-3 16,3 0 0-16,15-8-2 15,0-9 2-15,12-8-19 16,16-12-16-16,-7 0-13 15,-49-3-64-15,-4-18 5 16</inkml:trace>
  <inkml:trace contextRef="#ctx0" brushRef="#br0" timeOffset="70647.6242">19936 2876 99 0,'0'0'43'16,"-12"21"-17"-16,-16 31 12 15,-11 5-4-15,7 5-13 16,-9 7 0-16,9 1-11 16,-5-2-3-16,5-6-1 15,4-4-1-15,5-16-3 16,4-6-2-16,10-17-6 15,5-8-8-15,4-11-20 16,0 0-21-16,0 0-11 16,0-14-19-16</inkml:trace>
  <inkml:trace contextRef="#ctx0" brushRef="#br0" timeOffset="70857.863">19589 3051 4 0,'6'0'84'16,"27"19"-55"-16,3 20 26 16,5 5-1-16,-3 5-7 15,3 2-18-15,-9-3-10 16,0-2-13-16,-4-3-3 16,0 1-2-16,4 0-1 15,9-6-16-15,6-6-32 16,5-15 37-16,-39-17-89 0</inkml:trace>
  <inkml:trace contextRef="#ctx0" brushRef="#br0" timeOffset="71098.0899">20172 3541 87 0,'-32'36'80'0,"24"-12"-52"15,1 1 17-15,7 6-6 16,0-1-23-16,0 1-8 16,0-3 2-16,0-5-5 0,15-7-3 15,4-5 1-15,-1-8-3 16,-3-3 0-16,2 0-3 16,6 0-6-16,1-20-37 15,-20 2-16-15,5-5-66 16</inkml:trace>
  <inkml:trace contextRef="#ctx0" brushRef="#br0" timeOffset="71310.1711">20209 3297 144 0,'0'-12'52'16,"0"10"-11"-1,0-4 11-15,0 1-25 0,0 2-13 16,0 3-4-16,0 0-9 16,0 0-1-16,0 0-15 15,0 0-37-15,0 0-38 16,0 0-61-16</inkml:trace>
  <inkml:trace contextRef="#ctx0" brushRef="#br0" timeOffset="71636.2347">20556 3353 102 0,'-8'11'101'16,"8"0"-91"-16,0 14 6 16,0 4 5-16,0 9-10 15,0 6 0-15,0-1 1 16,0 0-5-16,0 4 3 16,0-6-6-16,0-7-2 15,0-1 0-15,8-8-1 16,5-6-1-16,6-8-13 0,-14-8-12 15,-5-3-65 1,0 0-59-16</inkml:trace>
  <inkml:trace contextRef="#ctx0" brushRef="#br0" timeOffset="71849.3619">20288 3663 106 0,'0'0'52'0,"0"0"-36"16,28-6 38-16,32 1-14 0,0-7-10 15,-4 5-7-15,0 0-8 16,-11 0-8-16,-2 5-7 16,-3-4-11-16,-3 0-22 15,-33 5-30-15,3-6-45 16</inkml:trace>
  <inkml:trace contextRef="#ctx0" brushRef="#br0" timeOffset="72066.3594">20833 3482 46 0,'4'0'69'15,"3"16"-55"-15,1 17 40 0,-3 13-9 16,-1 6-16-1,7 6-17-15,-3-5 2 0,16 3-4 16,-3-10 11-16,-2-11-11 16,-4-10-9-16,-6-10-1 15,0-4-15-15,-1-7-16 16,3-4-21-16,-7 0-33 16</inkml:trace>
  <inkml:trace contextRef="#ctx0" brushRef="#br0" timeOffset="72622.511">20395 2655 101 0,'5'0'52'0,"16"0"-28"16,13 0 20-16,12 7-6 16,9 16 5-16,10 8-10 15,-1 11-7-15,15 10-2 16,-6 8-12-16,-2 8-4 15,-11 6-7-15,-19-2 1 16,-18 6-1-16,-14-2-1 16,-9-5-1-16,0-5-8 0,-4-12 3 15,-24-8 3 1,11-16 2-16,2-13 0 0,10-9 1 16,1-8-2-16,-5 0-9 15,3 0-9-15,-3 0-4 16,5-30-7-16,4 8-45 15,0 2-24-15</inkml:trace>
  <inkml:trace contextRef="#ctx0" brushRef="#br0" timeOffset="72923.6327">21485 3006 162 0,'0'0'30'0,"0"0"0"15,32 0 25-15,20 0-11 16,-1 0-15-16,-2 0-4 15,-6-4-4-15,-2 4-9 16,-2 0-12-16,-3 0-1 0,-4 0-19 16,-4 0-29-1,-24 0-67-15,1 0-92 0</inkml:trace>
  <inkml:trace contextRef="#ctx0" brushRef="#br0" timeOffset="73175.3194">22133 2716 0 0,'4'-3'221'0,"0"3"-186"16,7 24-9-16,10 27-13 0,3 15-6 15,0 7 1 1,-11 1 0-16,6 1-7 0,-15-8 3 15,7-5-2-15,-7-16-1 16,-4-14-1-16,4-7-17 16,1-12-8-16,-5-13-43 15,0 0-41-15</inkml:trace>
  <inkml:trace contextRef="#ctx0" brushRef="#br0" timeOffset="73421.1716">21976 2694 87 0,'17'-12'51'0,"50"5"-30"15,10 2 30-15,11-3-7 16,-4-3-14-16,-1 2-5 15,-10 2-4-15,-13 1-11 16,-8 1-7-16,-5-5-3 16,-11 9-15-16,-3-5-28 15,-33 6-25-15,0 0-36 16</inkml:trace>
  <inkml:trace contextRef="#ctx0" brushRef="#br0" timeOffset="73670.2383">22036 2992 99 0,'0'10'69'16,"0"-10"-42"-16,41 0 52 15,6-1-27-15,9-17-10 16,-11 3-13-16,2 2 1 15,-6 2-13-15,-9 2-12 16,5 1-5-16,1 5-3 16,-1-1-29-16,-1 4-27 15,-25 0-43-15,-7 0-70 0</inkml:trace>
  <inkml:trace contextRef="#ctx0" brushRef="#br0" timeOffset="74016.0437">22841 2614 63 0,'-5'0'96'0,"-14"23"-73"15,-5 15 17-15,-4 3 7 16,11 5-23-16,-2 2-3 16,6-1 0-16,9 5-2 15,4-4-10-15,0 1-2 16,0-5-1-16,0-7-1 16,0-5-2-16,17-1-2 15,7-9-1-15,3-3 0 16,10-8-14-16,6-8-12 15,6-3-19-15,11 0-2 16,-40-3-48-16,-3-14-1 16</inkml:trace>
  <inkml:trace contextRef="#ctx0" brushRef="#br0" timeOffset="74269.8972">23372 2663 91 0,'0'-15'105'0,"0"15"-56"16,0 0 8-16,0 3-20 15,0 26-36-15,-15 18 1 16,-17 6 3-16,-4 2-3 16,-1 5-1-16,5 0 0 15,0-9 1-15,4-6-2 16,4-5 0-16,1-7 0 15,4-9-3-15,6-6-20 0,0-4-21 16,-2-9-30-16,15-5-20 16</inkml:trace>
  <inkml:trace contextRef="#ctx0" brushRef="#br0" timeOffset="74528.2063">22905 2832 66 0,'32'0'51'15,"0"0"6"-15,5 20 3 0,6 12-3 16,-3 5-16-16,-1 7-12 16,-13 0-8-16,8-3-9 15,-8-7-7-15,-7-1-3 16,5-7-1-16,-12-1-1 15,3 0-1-15,-10-2-22 16,-1-1-11-16,-4-20-28 16,0-2-76-16</inkml:trace>
  <inkml:trace contextRef="#ctx0" brushRef="#br0" timeOffset="74842.1987">23460 3258 48 0,'0'27'103'0,"0"-3"-77"15,0 1 16-15,0-3-1 16,0-1-22-16,0-8-1 15,0 1 3-15,0-5-5 16,0-3-6-16,5-1-6 16,8-5-3-16,2 0 0 0,2 0-1 15,2 0-6 1,-4 0-12-16,2-5-2 0,-2-17-16 16,-11 8-23-16,-4 1-51 15</inkml:trace>
  <inkml:trace contextRef="#ctx0" brushRef="#br0" timeOffset="75142.247">23516 3017 117 0,'0'-16'28'15,"0"13"-28"-15,0 0 27 0,9 3-4 16,10 0-1-16,-10 0 5 15,-9 0-1-15,0 0-4 16,0 0-11-16,0 0-11 16,0 0-1-16,0 0 1 15,0 0 1-15,0 0 0 16,0 0 2-16,0 0 4 16,0 0 0-16,0-14 7 15,0 4 2-15,0-2-7 16,0 2-9-16,0 2-6 15,0-6-21-15,0 4-21 16,0 6-35-16,0 1-79 16</inkml:trace>
  <inkml:trace contextRef="#ctx0" brushRef="#br0" timeOffset="75510.6258">23746 2455 150 0,'0'0'26'15,"0"0"-7"-15,38 24 20 0,7 15 15 16,2 4-17-16,-10 9-15 16,-9 5 0-16,-9 7-10 15,-10 1-7-15,-9 2-2 16,0 2-3-16,0-6-1 16,-9-4-18-16,-14-10-6 15,3-12-3-15,12-8 4 16,-7-10-6-16,10-8-5 15,1-11 3-15,4 0-19 16,0 0-30-16</inkml:trace>
  <inkml:trace contextRef="#ctx0" brushRef="#br0" timeOffset="76040.9568">24168 2301 99 0,'9'0'38'16,"-1"0"-19"-16,12 0 28 15,3 24-7-15,9 14-11 16,5 5-11-16,-1 11-1 16,-4 7-1-16,-4-2-5 15,-4 6-3-15,-5 3 0 16,-6 7-1-16,-9 10-1 15,-4 4-4-15,0 3 2 16,0 4-3-16,-8-4 2 0,-29-4-2 16,-6-10-1-16,7-11 1 15,-5-6 1-15,9-11-1 16,-2-3 5-16,8-4 1 16,-2-4-2-16,9-14 4 15,4-4-3-15,-2-13 1 16,8-6 4-16,-6-2 3 15,2 0-4-15,-6 0-10 16,6 0-7-16,-2 0-17 16,6-8-28-16,9 0-34 15,0 3-53-15</inkml:trace>
  <inkml:trace contextRef="#ctx0" brushRef="#br0" timeOffset="96079.879">2894 8015 48 0,'4'-19'101'16,"-4"13"-89"-16,0 2 12 15,0 1 22-15,0-3-5 16,0 4-15-16,0 2 1 0,0 0 2 16,0 0-10-16,0 0-3 15,0 0-6-15,0 0-2 16,0 0-4-16,-9 21-4 16,-19 28-4-16,5 20-2 15,-1 9 2-15,16-5 3 16,8-10-5-16,0-11 3 15,0-12-2-15,21-14-1 16,7-6 1-16,-13-14-3 16,9-6 1-16,-5 0 7 15,-6 0 2-15,10-11 1 16,10-22 2-16,-6-8 0 16,1-7-3-16,-2-4-1 0,-15-3-1 15,-5 1 0 1,-6-3 1-16,0-3 0 0,0 6-1 15,-47 4 0-15,4 6 0 16,2 13 0-16,5 12 1 16,12 12-1-16,11 7 0 15,3 0-7-15,1 0-12 16,9 46-30-16,0 16-25 16,0-26-3-16,0 0-32 15</inkml:trace>
  <inkml:trace contextRef="#ctx0" brushRef="#br0" timeOffset="96377.8438">3481 8180 107 0,'5'-2'78'0,"3"2"-73"15,3 25-3-15,-3 32 19 16,7 8-7-16,5 14-9 16,-7 4 4-16,4 4-1 15,-9-1 7-15,-1 3-2 16,-7-8-4-16,0-11-7 16,0-10 0-16,-7-18 0 0,-3-22-2 15,3-9-2-15,7-11-4 16,-8 0-8-16,3-29-16 15,-3-1-45-15,-3-11-19 16</inkml:trace>
  <inkml:trace contextRef="#ctx0" brushRef="#br0" timeOffset="96552.8005">3425 8121 146 0,'13'-29'72'0,"-6"23"-34"15,-3 1 5 1,5-1-26-16,-1 3-17 0,18 3-4 16,10 0-22-16,20 0-24 15,-34 0-25-15,3 0-35 16</inkml:trace>
  <inkml:trace contextRef="#ctx0" brushRef="#br0" timeOffset="96852.2598">3882 8060 59 0,'0'0'11'0,"0"34"8"16,0 13 12-16,0 1-9 15,0 5 4-15,18-11-7 16,12-10-1-16,6-8-4 16,11-12 8-16,-6-7-5 0,6-5-6 15,-10 0 4 1,-10-3 2-16,-1-19-1 0,-9-9-3 15,-6 1-4-15,-9-5-6 16,-2-2-1-16,0-3 1 16,0-5 1-16,-47-5-2 15,-11 1-1-15,-13 3-1 16,3 14 0-16,12 10-1 16,13 20-8-16,2 2-10 15,5 24-32-15,23 3-30 16,-2 9-26-16</inkml:trace>
  <inkml:trace contextRef="#ctx0" brushRef="#br0" timeOffset="97152.5293">2662 8745 101 0,'-2'17'50'16,"4"-17"-31"-16,82 0 22 15,19 0 3-15,21 0-2 16,11-17-4-16,15-8-10 16,9-5-1-16,2 4-11 15,-7 1-6-15,-12 4-6 0,-11 8-4 16,-11 2 0-16,-15 0 0 15,-7 0-11-15,-16-6-23 16,-18-1-9-16,-64 8-38 16,0-1-40-16</inkml:trace>
  <inkml:trace contextRef="#ctx0" brushRef="#br0" timeOffset="97326.3924">4549 8170 214 0,'0'-8'47'0,"0"5"-8"16,0 0 6-16,0 3-34 0,5 0-11 15,8 0 0-15,12 0-16 16,-8 12-40-16,-12 0-46 16,-5 7-57-16</inkml:trace>
  <inkml:trace contextRef="#ctx0" brushRef="#br0" timeOffset="97452.5776">4609 8513 130 0,'0'14'40'15,"0"-14"-12"-15,0 0-7 16,0 0-21-16,13-21-6 16,13-3-28-16,-24 16-40 0</inkml:trace>
  <inkml:trace contextRef="#ctx0" brushRef="#br0" timeOffset="98385.2317">6145 7810 124 0,'0'-12'108'0,"0"12"-62"16,0 0 6-16,0 0-11 16,0 3-34-16,13 32-7 15,11 20 0-15,12 12 10 16,1 7-6-16,1-3-2 16,-12-10 0-16,2-1-2 15,-3-11 0-15,-16-8-3 16,2-3-10-16,-11-10-13 15,0-10-27-15,0-18-20 16,0 0-58-16</inkml:trace>
  <inkml:trace contextRef="#ctx0" brushRef="#br0" timeOffset="98652.7474">5581 7753 56 0,'-11'-13'135'15,"11"7"-91"-15,15-5-25 16,65 0 24-16,31-7-6 16,29-3-12-16,10 3 0 15,9 0-5-15,-18-2-9 0,-21 5-6 16,-32 5-5-16,-24 5-1 15,-16 5-12-15,-25 0-30 16,-23 0-13-16,0 3-56 16,-19 13-67-16</inkml:trace>
  <inkml:trace contextRef="#ctx0" brushRef="#br0" timeOffset="98845.9453">5826 8026 132 0,'0'23'37'0,"8"-23"11"16,67 0 4-16,26 0-8 15,15-20-14-15,13-4-9 16,-9 2-8-16,-5 1-12 16,-9 0-1-16,-16 6-31 15,-67 11-34-15,-10-3-64 16</inkml:trace>
  <inkml:trace contextRef="#ctx0" brushRef="#br0" timeOffset="99123.7037">7155 7525 155 0,'-21'0'58'0,"2"0"-31"15,-5 33-5-15,-2 15-11 16,5 12-3-16,-5-1 6 16,7 2 0-16,10-2-6 15,9-6-1-15,0 0-4 16,0-8 0-16,35-1-3 16,18-3 0-16,7-8 0 15,9-3 0-15,10-12-6 16,5-12-23-16,4-6-28 15,-54 0-35-15,-6-22-54 0</inkml:trace>
  <inkml:trace contextRef="#ctx0" brushRef="#br0" timeOffset="99328.7389">7846 7661 146 0,'9'-34'70'0,"-9"34"-5"16,0 0-10-16,0 0-27 15,0 10-28-15,0 28 2 16,0 23 0-16,-24 9 3 16,-17 6-3-16,-6 4-2 15,-2-4-2-15,2-8-21 0,12-12-21 16,1-15-14-16,32-41-28 16,-5 0-63-16</inkml:trace>
  <inkml:trace contextRef="#ctx0" brushRef="#br0" timeOffset="99552.0836">7456 7785 210 0,'0'-17'57'16,"0"17"-26"-16,0 0-10 15,19 7 5-15,28 24 6 16,7 5-13-16,2 4-11 0,-5 6-6 15,5 1 0 1,-5 4-1-16,1 4-1 0,-7-1-15 16,2-5-11-16,-2-9-24 15,-34-36-47-15,-3-4-25 16</inkml:trace>
  <inkml:trace contextRef="#ctx0" brushRef="#br0" timeOffset="99748.9188">8166 8124 177 0,'0'-3'59'0,"6"3"-5"16,-6 0-14-16,0 28-22 15,2 12-5-15,2 1 4 16,1 0-3-16,-1-6-10 16,9-2-3-16,2-9-1 0,0-7 0 15,2-7-3-15,2-5-23 16,1-5-6-16,-12 0-34 15,-3 0-54-15</inkml:trace>
  <inkml:trace contextRef="#ctx0" brushRef="#br0" timeOffset="99887.9889">8243 8011 40 0,'-24'-36'182'15,"24"30"-122"-15,0-1 3 16,0 3-31-16,0-2-32 15,0 0-19-15,11 1-11 0,17 4-26 16,-20 1-53-16</inkml:trace>
  <inkml:trace contextRef="#ctx0" brushRef="#br0" timeOffset="100097.4449">8243 8011 183 0,'163'-185'52'16,"-163"185"-31"-16,19 4 4 16,3 29-3-16,5 17-5 15,-1 1-7-15,-4 3-7 0,-7 3-2 16,-13 0-1-16,-2-3 0 16,0-8-15-16,0-7-44 15,0-37-8-15,0-2-70 16</inkml:trace>
  <inkml:trace contextRef="#ctx0" brushRef="#br0" timeOffset="100272.6668">8359 8078 175 0,'-9'-24'65'16,"9"20"-6"-16,0 4-34 0,0-1-19 15,32-3-5-15,13 2 19 16,2-1-8-16,1 1-10 0,-5 2-2 15,-13-6-14 1,4-6-36-16,-32 7-46 0,-2-5-30 16</inkml:trace>
  <inkml:trace contextRef="#ctx0" brushRef="#br0" timeOffset="100476.4513">8659 7725 67 0,'4'0'63'15,"11"0"-28"-15,11 29 13 16,2 13 4-16,0 1-10 16,-5 6-13-16,5-3-11 0,-4 0-9 15,-9-1-7 1,-7-10-1-16,1-3-1 0,-5-3-2 16,-4-6-9-16,0-8-42 15,0-15-41-15,0 0-69 16</inkml:trace>
  <inkml:trace contextRef="#ctx0" brushRef="#br0" timeOffset="100781.9122">8882 7408 175 0,'0'-11'30'0,"0"11"-6"16,41 0 19-16,14 27-11 15,8 22-10-15,-8 13-13 16,1 17-3-16,-17 8 0 16,-7 5-4-16,-17-3-1 15,-15 6-1-15,0-8 0 16,-19-2-8-16,-26-12 4 15,4-13-19-15,4-14 12 16,10-20-1-16,12-9-30 16,15-17-42-16,0-3-12 15</inkml:trace>
  <inkml:trace contextRef="#ctx0" brushRef="#br0" timeOffset="101083.0015">9703 7764 15 0,'0'-10'201'0,"0"10"-158"15,0 0-4-15,0 0 9 16,0 0-24-16,39 0-3 0,17 0 12 16,-3 0-13-16,3 0-12 15,0 0-7-15,-5 0-1 16,-6 0-15-16,9 0-27 16,-45 0-23-16,-1 0-78 15</inkml:trace>
  <inkml:trace contextRef="#ctx0" brushRef="#br0" timeOffset="101298.6225">10338 7479 144 0,'28'0'33'15,"4"43"17"-15,1 13 4 0,3 8-20 16,0 6-25-16,-8 0-6 15,-4-3 0-15,-5-1-3 16,-10-15 0-16,-3-12-9 16,-6-12-15-16,0-16-37 15,0-11 5-15,0 0-72 16</inkml:trace>
  <inkml:trace contextRef="#ctx0" brushRef="#br0" timeOffset="101524.9721">10171 7427 175 0,'0'-19'41'16,"11"8"-26"-16,59-6 31 16,21-2 0-16,5 1-30 15,7-1 3-15,-19 0-7 16,-7 8-7-16,-21 4-4 15,-20 2-1-15,-8 5-22 16,-24 0-17-16,-4 0-39 16,0 5-144-16</inkml:trace>
  <inkml:trace contextRef="#ctx0" brushRef="#br0" timeOffset="101712.7453">10268 7619 143 0,'-22'25'40'0,"22"-24"-13"16,0-1 34-16,17 0-31 16,39 0-1-16,17 0-5 15,-2 0-7-15,8 0-10 16,-2-1-4-16,5-13-3 16,1 1-25-16,-61 4-49 15,-1 2-67-15</inkml:trace>
  <inkml:trace contextRef="#ctx0" brushRef="#br0" timeOffset="101945.2582">11233 7247 110 0,'0'-15'116'0,"0"15"-92"16,0 0 17-16,-17 15-14 15,-5 25-21-15,-2 16 5 16,1 6 9-16,-5 8-1 15,0 4-7-15,5 2-5 16,5-3 2-16,8-11-8 16,5-5-1-16,5-14-1 15,0-7-10-15,20-15-24 16,31-12-7-16,-27-9-41 0,-3 0-22 16</inkml:trace>
  <inkml:trace contextRef="#ctx0" brushRef="#br0" timeOffset="102174.0163">11730 7313 170 0,'0'0'47'16,"0"32"-33"-16,0 31 34 15,-19 4-6-15,-17 4-22 16,-5 2-4-16,-6 1-1 15,-1-3-9-15,-1-5-6 0,6-8 0 16,-2-9-9 0,7-15-19-16,5-11-26 0,27-23-35 15,-1 0-51-15</inkml:trace>
  <inkml:trace contextRef="#ctx0" brushRef="#br0" timeOffset="102374.3234">11248 7469 71 0,'0'-26'202'16,"0"26"-189"-16,6 0-11 15,39 17 54-15,11 12-18 0,13 9-11 16,1 3-11-16,-5-1-11 16,-1 4-4-16,-8-3-1 15,-9-5-16-15,-11-1-28 16,-8-3-8-16,-28-32-49 15,0 0-64-15</inkml:trace>
  <inkml:trace contextRef="#ctx0" brushRef="#br0" timeOffset="102575.4591">11863 7793 119 0,'0'28'88'15,"0"5"-68"-15,-4 4 12 16,2 0 21-16,2 4-31 0,0 1 5 15,0-3-4-15,21-7-8 16,14-4-5-16,-8-6-5 16,-7-13-3-16,-1-4-2 15,-10-5-12-15,-3 0-24 16,7 0-26-16,-13-16-36 16,0-7-77-16</inkml:trace>
  <inkml:trace contextRef="#ctx0" brushRef="#br0" timeOffset="102724.1032">11947 7592 67 0,'0'-27'204'0,"0"23"-197"16,0 3-1-16,0-6-6 0,13 3 7 16,21-2-7-16,-2 1-8 15,-23 2-37-15,-5 3-37 16</inkml:trace>
  <inkml:trace contextRef="#ctx0" brushRef="#br0" timeOffset="103007.9958">12174 7223 177 0,'0'35'33'15,"9"8"-21"-15,27 6 48 0,11 3-12 16,14 7-28-16,1 5 5 16,-19 3 16-16,-11 2-24 15,-21 4-9-15,-11-1-4 16,0 4-2-16,-48 0-1 16,-12 6-1-16,-8-1-4 15,3-7-9-15,5-12 3 16,4-16-15-16,5-17-11 15,0-9 7-15,38-20-46 16,4 0-33-16</inkml:trace>
  <inkml:trace contextRef="#ctx0" brushRef="#br0" timeOffset="103948.6153">12914 7469 176 0,'-19'14'71'0,"19"-14"-57"15,0 0 37-15,0 0-18 16,0 0-15-16,0 0-17 15,34 0-1-15,13 0 9 16,16 0 9-16,1-15-4 16,-4-2-4-16,-4 3-6 15,-11 10-4-15,-13-2-14 16,-6 6-35-16,-26 0 49 16,0 0-99-16</inkml:trace>
  <inkml:trace contextRef="#ctx0" brushRef="#br0" timeOffset="104133.3062">12923 7690 177 0,'0'14'40'0,"41"-14"3"16,34 0 24-16,13 0-29 15,-5-14-5-15,-6-1-26 16,-1 4-7-16,-6-1 0 15,1-3-29-15,-47 8-42 16,-1-4-81-16</inkml:trace>
  <inkml:trace contextRef="#ctx0" brushRef="#br0" timeOffset="104385.5183">14263 7094 232 0,'-13'-10'113'0,"13"10"-86"16,0 0 28-16,0 0-45 15,0 38-8-15,22 30-2 16,6 18 4-16,0 7-2 16,-5-1-1-16,9-7-1 15,-4-14-1-15,4-18-14 16,-8-11-13-16,-7-18-11 15,-2-11-24-15,-15-13-37 0,0 0-74 16</inkml:trace>
  <inkml:trace contextRef="#ctx0" brushRef="#br0" timeOffset="104586.4393">14536 7175 85 0,'-9'-35'131'0,"9"35"-96"15,0 0 6-15,0 25-9 16,37 31-15-16,8 10 0 16,-15 12-5-16,-2-3-7 15,-11-5-2-15,2 3-3 0,-10-14-1 16,-9-8-8 0,0-10-24-16,0-41-53 0,0 0-31 15</inkml:trace>
  <inkml:trace contextRef="#ctx0" brushRef="#br0" timeOffset="104943.7412">13993 7022 96 0,'0'-51'105'0,"0"18"-82"15,39 1 26-15,25 2 1 16,7 6-29-16,6 6-5 0,11 14-10 16,4 1 2-16,3 3 0 15,-3 0-2-15,-11 6-4 16,-1 18-1-16,-12 0-1 16,-6 6 0-16,-21-3-2 15,-9 1 0-15,-19-2 1 16,-6 2-1-16,-7 4-1 15,0 0 2-15,-32 9 1 16,-24 6 0-16,-19-2-3 16,-3 7-6-16,-1-8-6 0,13-7-8 15,3-4-7 1,16-14-16-16,39-19-29 0,8 0-33 16</inkml:trace>
  <inkml:trace contextRef="#ctx0" brushRef="#br0" timeOffset="105505.3085">15499 6544 122 0,'-32'-6'48'0,"8"6"2"15,5 0 8-15,-9 0-25 16,0 29-20-16,-4 16 4 15,0 16-3-15,8 14 0 16,11 10 1-16,-2 4-2 16,11 6 5-16,4 8-6 15,0 0-5-15,0-2 1 16,0-4-3-16,0-16-3 16,32-15-1-16,11-13-1 15,13-8 0-15,4-13-3 16,4-7-5-16,9-17-24 15,-2-8-24-15,-50 0-18 16,3-17-66-16</inkml:trace>
  <inkml:trace contextRef="#ctx0" brushRef="#br0" timeOffset="105836.7637">16483 6518 120 0,'13'-20'81'0,"-13"20"-41"0,0 0 9 16,0 0-8-16,0 7-36 15,0 26-2-15,-8 22 8 16,-25 16 11-16,-10 7-6 15,-6 7 1-15,-7 7-4 16,5-5-5-16,-5 5-5 16,11-4-3-16,2-10 0 15,11-10 0-15,8-13-2 16,12-13-3-16,7-11-16 16,1-12-17-16,4-19-28 15,0 0-54-15</inkml:trace>
  <inkml:trace contextRef="#ctx0" brushRef="#br0" timeOffset="106157.2099">15896 6709 137 0,'4'0'46'16,"28"6"-31"-16,15 49 35 15,13 9-1-15,9 19-23 16,6-2-2-16,2-2-2 16,3-1-1-16,-8-1-1 15,4-11-4-15,-4 1-5 0,-1-8-4 16,-11-10-1 0,0-6 8-16,-15-7-12 0,-6-10-1 15,-7-3-1-15,-10-7 0 16,-7-8 0-16,-7-6-2 15,-8-2-16-15,0 0-11 16,0 0-7-16,0 0 1 16,0 0-47-16,-8-6-40 15</inkml:trace>
  <inkml:trace contextRef="#ctx0" brushRef="#br0" timeOffset="107735.0972">6765 9538 228 0,'17'-19'69'0,"-17"15"-33"15,0 4 11-15,0 0-18 16,0 0-20-16,0 0 4 15,0 0-5-15,0 0-3 16,0 0-5-16,-23 0-1 16,-14 25-4-16,1 6-8 15,1 5 0-15,10 1 4 0,22-6 2 16,3 5-3-16,3-2-7 16,61 0 1-16,11-2 9 15,9-4 7-15,-1 0 0 16,-16-7 0-16,-14 0 0 15,-27-2 0-15,-13-2 0 16,-13 1-1-16,0 1 2 16,0 0 4-16,-19 4 7 15,-35-3-9-15,-2-2 1 16,1-9 1-16,10-8 0 16,4-1 0-16,6 0-5 15,14 0-3-15,6-21-21 16,15 5-42-16,0-6-71 0</inkml:trace>
  <inkml:trace contextRef="#ctx0" brushRef="#br0" timeOffset="107920.7648">7333 9704 150 0,'13'45'27'0,"-13"3"1"16,0 0 21-16,0-8-30 15,0-10-8-15,0-6-4 16,7-4-6-16,10-9-1 16,2-6-6-16,3-5-35 15,-16 0-39-15,-2-8-32 16</inkml:trace>
  <inkml:trace contextRef="#ctx0" brushRef="#br0" timeOffset="108257.6526">8474 9150 305 0,'7'0'38'15,"12"36"-31"-15,3 20 21 16,5 12-5-16,10 12-15 16,-9-5-4-16,0-2-3 15,-11-4-1-15,0-10-1 16,-6-14-2-16,-7-9-17 15,-4-8-23-15,0-10-32 16,0-18-27-16</inkml:trace>
  <inkml:trace contextRef="#ctx0" brushRef="#br0" timeOffset="108477.0995">7968 9234 156 0,'0'-26'75'0,"37"15"-64"16,81-11 33-16,25-6 16 15,1 0-27-15,-15 8-1 16,-18 4-17-16,-29 7-15 16,-24 9-1-16,-13 0-27 15,-9 0-22-15,-36 14-43 16,0 3-97-16</inkml:trace>
  <inkml:trace contextRef="#ctx0" brushRef="#br0" timeOffset="108669.3023">8202 9592 139 0,'26'11'43'16,"40"-11"12"-16,22-2 3 15,4-25-15-15,7-1-26 16,-2 1-13-16,-7 2-4 16,-11 0-4-16,11-1-30 0,-73 18-44 15,7-4-62 1</inkml:trace>
  <inkml:trace contextRef="#ctx0" brushRef="#br0" timeOffset="108939.6061">9618 8974 237 0,'-15'0'30'15,"2"22"-19"-15,-2 23 11 16,-5 21-9-16,10 4-2 0,3 4-1 15,7-4-2-15,0 0-7 16,0-3 0-16,0-12-1 16,15-5-1-16,41-16-6 15,21-9-20-15,13-15-11 16,-51-10 38-16,4-1-68 16</inkml:trace>
  <inkml:trace contextRef="#ctx0" brushRef="#br0" timeOffset="109152.5135">10563 9072 23 0,'0'-20'250'0,"-8"20"-228"16,-9 0 8 0,-3 25-8-16,1 12-21 0,-4 15 0 15,1 4 1-15,-6 2 1 16,0 2-3-16,5-5 0 15,3-10-1-15,3-6-13 16,7-15-22-16,5-24-36 16,5 0-48-16</inkml:trace>
  <inkml:trace contextRef="#ctx0" brushRef="#br0" timeOffset="109345.0439">10158 9258 23 0,'-8'-11'187'0,"8"11"-165"16,8 0 13-16,50 0-9 16,13 25 12-16,8-1-20 15,-2 1-9-15,-2 0-7 16,-4-6-2-16,-13-4-1 16,-2-4-18-16,-9-11-35 15,-47 0-39-15,0 0-85 16</inkml:trace>
  <inkml:trace contextRef="#ctx0" brushRef="#br0" timeOffset="109555.4003">10673 8919 87 0,'-7'-15'91'16,"7"15"-84"-16,63 8 27 15,20 32 1-15,3 6-7 16,-13 11-4-16,-22 4-16 15,-23 9-5-15,-23-3 0 16,-5 1 1-16,0 1-4 16,-20-11-1-16,-16-3-8 15,4-18-23-15,12-37-36 16,8 0-44-16</inkml:trace>
  <inkml:trace contextRef="#ctx0" brushRef="#br0" timeOffset="109765.921">11599 9063 201 0,'28'-22'142'16,"-13"16"-115"-16,5-2-10 15,8 3 5-15,8-2-22 16,11 1 0-16,-2 6-2 15,-4 0-21-15,-13 0-29 16,-28 0-24-16,0 0-56 16</inkml:trace>
  <inkml:trace contextRef="#ctx0" brushRef="#br0" timeOffset="109929.7917">11572 9346 88 0,'-5'24'106'0,"5"-24"-90"15,0 0 20-15,47 0-4 16,9 0 0-16,9-5-4 16,1-14-22-16,-4-2-6 15,3-4-14-15,-50 18-55 16,-3-6-57-16</inkml:trace>
  <inkml:trace contextRef="#ctx0" brushRef="#br0" timeOffset="110140.1098">12410 8808 187 0,'0'37'44'0,"0"11"-27"16,0 15 26-16,35 8-16 15,-5 7-21-15,2 0-5 16,-15-5 1-16,-2-8-2 15,-2-16-15-15,2-18-39 16,-15-31-14-16,4 0-23 16</inkml:trace>
  <inkml:trace contextRef="#ctx0" brushRef="#br0" timeOffset="110320.2634">12706 8681 191 0,'0'0'102'0,"0"29"-98"16,0 62 15-16,0 5 5 16,9 11-19-16,19-4-3 15,-5-12 0-15,-6-2-2 16,-2-20-3-16,-10-15-44 16,-5-51-54-16</inkml:trace>
  <inkml:trace contextRef="#ctx0" brushRef="#br0" timeOffset="110607.1549">12363 8819 102 0,'-30'-81'151'0,"30"49"-151"16,49-4 9-16,33 5 35 15,21 8-29-15,-2 10 3 16,-7 8 1-16,-10 5-8 15,-16 5-5-15,-6 26-6 16,-19 10 0-16,-10 8 0 16,-18 8 0-16,-15 3-1 15,0 3 0-15,-11-1 1 0,-39-4 0 16,-16 1 0-16,6-12-2 16,15-11-8-16,13-12-16 15,8-16-20-15,24-8-45 16,0 0-72-16</inkml:trace>
  <inkml:trace contextRef="#ctx0" brushRef="#br0" timeOffset="110859.4215">13350 8523 145 0,'-58'0'62'0,"26"4"-41"15,19 37 9-15,8 14-11 16,5 19-9-16,0 10 10 16,0 5 3-16,5 1 0 15,18-2-8-15,14-11-6 16,-5-9 2-16,9-10-10 16,6-16-1-16,-2-6-1 15,6-17-23-15,9-19-17 16,-40 0-18-16,-3-14 19 15</inkml:trace>
  <inkml:trace contextRef="#ctx0" brushRef="#br0" timeOffset="111077.1887">14152 8555 218 0,'-17'32'17'0,"-31"45"-9"15,12 10 36-15,0 5-28 16,-7 6-13-16,2-6 14 16,-6-11-12-16,10-12-3 15,5-10-1-15,8-21-1 16,7-12 0-16,-2-9-16 16,15-17-49-16,4 0-59 15</inkml:trace>
  <inkml:trace contextRef="#ctx0" brushRef="#br0" timeOffset="111279.2746">13607 8702 174 0,'0'0'19'16,"60"51"41"-16,9 19-4 15,6 1-16-15,-2 1-26 16,-3-9-7-16,-9-2-2 15,-8-4-3-15,-6-7-2 16,1-8-1-16,-21-9-22 16,-27-33-47-16,0 0-45 15</inkml:trace>
  <inkml:trace contextRef="#ctx0" brushRef="#br0" timeOffset="111609.0573">14615 8618 185 0,'9'-10'129'16,"-9"10"-107"-16,0 15-18 16,0 32 2-16,0 13-4 15,-24 2-2-15,5 0 2 0,-11-4-1 16,15-15 11-16,6-16 3 15,5-7 4-15,4-11-10 16,0 0 0-16,0-5 3 16,13-4-7-16,32 0 0 15,-2 0-1-15,12 0-1 16,1 0-1-16,-4-15-1 16,-12 4-1-16,-16 4-14 15,-15 1-15-15,-9 3-20 16,0 3-33-16,0 0-79 15</inkml:trace>
  <inkml:trace contextRef="#ctx0" brushRef="#br0" timeOffset="111776.0039">14587 9201 74 0,'-28'28'172'0,"28"-28"-141"16,0 0-6-16,9 0 22 15,32 0-40-15,6-4 9 16,4-13 0-16,1-1-3 15,4-8-13-15,-3 1 0 16,7-7-48-16,-40 19-59 16,-1-4-86-16</inkml:trace>
  <inkml:trace contextRef="#ctx0" brushRef="#br0" timeOffset="111980.75">15396 8697 286 0,'0'-7'49'16,"0"7"-25"-16,0 0 23 16,0 7-31-16,0 38-16 15,-4 18 3-15,-44 11 1 16,-5 3-4-16,-3 0 0 16,0-11-2-16,13-10-19 15,7-13-28-15,12-19-23 16,24-24-35-16</inkml:trace>
  <inkml:trace contextRef="#ctx0" brushRef="#br0" timeOffset="112185.4433">15010 8941 151 0,'0'-4'85'15,"0"4"-76"-15,13 9 49 16,32 19-23-16,15 2-14 15,0-5-5-15,-4-2-11 16,-5-1-4-16,-6-6-1 16,-2-5-11-16,-2-7-33 15,-37-4-71-15,0 0-63 16</inkml:trace>
  <inkml:trace contextRef="#ctx0" brushRef="#br0" timeOffset="112414.5756">15507 8555 42 0,'0'0'149'15,"33"31"-109"-15,18 25 19 16,-6 8 0-16,-6 11-37 16,-22 12-7-16,-17 5-3 15,0 14 0-15,0 5-8 16,-45 5-2-16,-15 1-2 15,0-16 0-15,4-18-1 16,9-20-2-16,15-23-17 16,-1-26-24-16,29-14-27 15,4-7-64-15</inkml:trace>
  <inkml:trace contextRef="#ctx0" brushRef="#br0" timeOffset="114076.8149">17300 6721 139 0,'0'-19'82'0,"0"12"-35"15,0 3 21-15,0 4-31 0,0 0-13 16,0 0 2-16,0 0 0 16,0 0-8-16,0 0-12 15,-4 0-6-15,-24 22-3 16,-8 10-1-16,-16 10-4 15,3 4 3-15,2-3 4 16,10-6 1-16,5-1-1 16,17-4 0-16,15-2-1 15,0-2 0-15,0-4 0 16,0 1-1-16,0-4 2 16,28-1 1-16,0-2 0 15,4-1 0-15,5-4 0 0,-5-2 2 16,2-6-1-1,-2-1 0-15,-10-4 0 0,-3 0 1 16,-4 0 0-16,-6 0-1 16,-1 0 0-16,7 0-1 15,-2 0-1-15,2 0-6 16,-2 0 0-16,-5 0 1 16,3 0-1-16,-11 0-1 15,0 0 0-15,0 0-9 16,0 0-4-16,0 0 8 15,0 0 5-15,0 0 4 16,0 0 3-16,0 0 1 0,0 0 2 16,0 0 7-16,0 0-2 15,0 0-3 1,4 0 1-16,-4 0-4 0,0 0-1 16,0 0 0-16,0 0 0 15,0 0 0-15,0 0 2 16,0-2 0-16,0 2 0 15,0 0 0-15,0 0-2 16,0 0 0-16,0 0 0 16,0 0-1-16,5 0-5 15,-1-5-6-15,0 3-3 16,7-7-3-16,2 5-31 16,-13 4-35-16,0-3-18 15</inkml:trace>
  <inkml:trace contextRef="#ctx0" brushRef="#br0" timeOffset="114541.4579">17000 7039 88 0,'0'0'36'15,"0"0"5"-15,0 0-1 16,0 0-21-16,0 0 0 15,0 0 2-15,0 0-3 16,0 0-5-16,0 0 1 16,24-6 3-16,12-7-2 15,7-4-3-15,-2 5-1 16,10-6-2-16,-6 5-5 16,3 2 1-16,-3 0-1 15,-11 5-4-15,-13 0 1 0,-1 5-1 16,-16 1 1-16,-4 0-1 15,0 0 1-15,0 0-1 16,0 0-9-16,0 0-11 16,0 0-12-16,0 0-62 15,0 0-38-15</inkml:trace>
  <inkml:trace contextRef="#ctx0" brushRef="#br0" timeOffset="115338.0922">18184 6357 84 0,'0'-3'95'15,"-8"3"-60"-15,8-2 15 16,0 2 1-16,0 0-31 15,0 0-10-15,-5 0 0 16,-14 0-5-16,0 16-1 16,-9 22 0-16,0 8 4 0,6 10 5 15,3 11 0-15,11 3-3 16,8 6 0-16,0 0 0 16,0 3 5-16,0-4-10 15,27-2 2-15,10 1-4 16,14 3-1-16,5-5 2 15,-2 2 1-15,12-9 0 16,-1-5-1-16,-10-15 0 16,-5-7 1-16,-12-14 4 15,-10-6-1-15,-6-11-1 16,-7-2-3-16,-7-1 0 16,-4-1-1-16,1-1-1 15,1-2-1-15,-2 0 0 0,1 0 0 16,-1 0 0-1,-4 0 0-15,0 0-1 0,0 0 0 16,0 0 1-16,0 0-1 16,0 0 0-16,0 0-9 15,0 0-6-15,0 0-7 16,0 0-7-16,0 0-12 16,0 0-17-16,0 0-25 15,0-5-83-15</inkml:trace>
  <inkml:trace contextRef="#ctx0" brushRef="#br0" timeOffset="118346.9833">19151 6713 102 0,'9'-11'82'0,"-9"11"-46"15,9-3-5-15,-9 3-3 16,4 0-19-16,2 0-5 16,-6 0 4-16,0 0 4 15,0 0 0-15,0 0 4 0,0 0-5 16,0 8-6-16,0 22-4 15,0 14 5-15,-10 13-4 16,-23 6-1-16,1-2-1 16,-4 1-1-16,-1-6-1 15,3-11 2-15,8-5 0 16,-2-3-4-16,5-2-5 16,-1-5-17-16,1-3-29 15,14-27-31-15,5 0-76 16</inkml:trace>
  <inkml:trace contextRef="#ctx0" brushRef="#br0" timeOffset="118630.8743">18660 6838 68 0,'32'-5'46'16,"1"5"1"-16,9 0 2 16,-1 0-4-16,6 1-2 15,3 10-6-15,6 7-6 16,-1 0-4-16,5 2-12 16,-4 9-11-16,-4 3-2 15,3 4-1-15,-10 5-1 16,3 3-2-16,-12-2-27 0,-8 5-21 15,-28-33-49-15,0-10-98 16</inkml:trace>
  <inkml:trace contextRef="#ctx0" brushRef="#br0" timeOffset="118899.4447">19585 7120 113 0,'4'-3'90'16,"-4"3"-70"-16,0 0-3 16,0 19 3-16,6 14-1 0,-1 4 3 15,-1 0 1-15,5 2-6 16,-1 0 0-16,7-6-6 16,-2-8-7-16,11-10-2 15,-5-4-2-15,9 0 2 16,0-9-1-16,0-2-1 15,-1 0-6-15,-9 0-12 16,1 0-18-16,-19 0-53 16,0-5-24-16</inkml:trace>
  <inkml:trace contextRef="#ctx0" brushRef="#br0" timeOffset="119338.0066">19636 6734 172 0,'-15'-25'41'0,"15"21"-5"16,0 4 7-16,0 0-38 15,0 0-5-15,0 0 0 16,0 0-4-16,0 0 2 15,0 0 0-15,0 0 2 16,0 0 0-16,0 0-3 0,0 0 1 16,0 0 2-1,0 0-1-15,0 0 1 0,0 0-1 16,0-3 1-16,0-10-3 16,0-5 1-16,0-2-2 15,28 3 2-15,0 8 2 16,-9 5 2-16,0 4 0 15,-10 0-1-15,-5 0-1 16,-4 0 0-16,0 0-3 16,0 0 2-16,0 9 1 15,0 6 0-15,0 0 0 16,0 0-4-16,0 5-17 16,-19 0-16-16,2-12-35 15,-2 1-54-15</inkml:trace>
  <inkml:trace contextRef="#ctx0" brushRef="#br0" timeOffset="119702.2376">20357 7122 177 0,'0'0'65'15,"0"3"-21"-15,0 8 4 16,0 15-31-16,-4 14-15 15,4 12 13-15,-13 10 3 16,-2 1-7-16,-3-2-7 16,-1 1-2-16,-4-4-2 15,5-12-4-15,3-10-13 16,11-12-11-16,4-15-35 16,0-9-30-16,0 0-62 15</inkml:trace>
  <inkml:trace contextRef="#ctx0" brushRef="#br0" timeOffset="119996.5154">21101 6536 11 0,'19'-29'116'0,"-19"29"-97"15,0 0 11-15,0 31 14 16,0 12-10-16,-19 6-4 0,-9 12 6 16,0 7-7-1,3 0-8-15,-10 0-5 0,3-3-11 16,4-8-4-16,7-8-1 16,6-12 0-16,10-9-3 15,1-6-15-15,-4-10-14 16,1-2-39-16,3-10-28 15,-5 0-45-15</inkml:trace>
  <inkml:trace contextRef="#ctx0" brushRef="#br0" timeOffset="120236.845">20520 6707 143 0,'0'0'12'0,"64"19"35"16,16 14 9-16,5 2-17 16,-1 5-10-16,0 5-10 15,-9 1-5-15,-11 2-9 16,-4 3 0-16,-15-6-4 16,2 0-1-16,5 0-5 15,-11-9-9-15,-5-2-11 16,-32-34-29-16,-4 0-93 15</inkml:trace>
  <inkml:trace contextRef="#ctx0" brushRef="#br0" timeOffset="120609.3971">21560 7036 184 0,'-19'16'69'0,"19"1"-36"15,0 8 4-15,0 3-4 0,0 9-8 16,0-3-16-16,0 5-2 15,0-4-1-15,0-1 0 16,4-6-2-16,11-3 1 16,2-7-4-16,3-4 0 15,-12-6-1-15,7 0 0 16,-2-8-1-16,2 0-12 16,2 0-7-16,-2 0-16 15,-2-16 1-15,2-16-29 16,-15 10-31-16,0-1-61 15</inkml:trace>
  <inkml:trace contextRef="#ctx0" brushRef="#br0" timeOffset="120752.0181">21637 6870 145 0,'-4'-25'83'16,"4"25"-30"-16,0-1-6 15,0-3-41-15,0 4-6 16,0 0-21-16,19 0-14 15,-6 0-48-15,-2 0-90 16</inkml:trace>
  <inkml:trace contextRef="#ctx0" brushRef="#br0" timeOffset="120978.1802">21637 6870 59 0,'324'37'87'0,"-305"-18"-53"0,5 6 21 16,4 5 7-16,-7 6-38 15,-1 5-2-15,-7 2-11 16,-3 3-6-16,-10 2-3 16,0 2-2-16,0-8-3 15,0-5-14-15,0-16-45 16,0-21-47-16</inkml:trace>
  <inkml:trace contextRef="#ctx0" brushRef="#br0" timeOffset="121173.496">21884 7117 143 0,'0'0'42'16,"0"0"-3"-16,32 0 1 15,28-3-6-15,9-13-14 16,6 2-8-16,-11 2-12 16,-14 1-18-16,-8 2-33 15,-42 6-35-15,0 1-75 16</inkml:trace>
  <inkml:trace contextRef="#ctx0" brushRef="#br0" timeOffset="121389.7829">22397 6936 127 0,'0'0'48'0,"4"24"-17"15,0 19 30-15,7 12-17 16,2 9-2-16,6 2-18 16,-6-3-3-16,2-7-14 15,-2-7-5-15,6-8-2 16,-2-11 0-16,3-11-1 15,-1-5-15-15,-11-14-31 16,-8 0-34-16,0 0-63 0</inkml:trace>
  <inkml:trace contextRef="#ctx0" brushRef="#br0" timeOffset="122071.16">22169 6168 194 0,'-17'-6'43'16,"17"3"-12"-16,0-2 31 16,0 1-28-16,0-1-19 15,4 3-12-15,20-2 9 16,4 4 1-16,17 0 3 16,15 0-1-16,15 0-8 15,2 0-2-15,-2 0-4 16,-2 0 1-16,-17 0-2 15,-20 0 0-15,-16 0 0 16,-7 0-1-16,-7 0-2 16,-2 0-5-16,5 15 3 0,-1 9 2 15,3 4 2-15,-2 3 1 16,4 8 0-16,-3 6 0 16,3 9 0-16,2 7 0 15,-2 10 0-15,-2 9 1 16,2 11 0-16,0 4 1 15,6 0-2-15,-4-8 2 16,2-12-2-16,2-7 0 16,-2-11 0-16,-1-10 1 15,-4-12 0-15,-1-10 0 16,-11-11 1-16,0-8 0 16,0-1-1-16,0-5 2 15,0 0 3-15,0 7 1 0,-23 0-1 16,-25 5-2-16,-12 0 0 15,-4 0-2-15,0-4 0 16,4 1-2-16,17-2 0 16,10-3-1-16,16-4-7 15,2 0-17-15,15 0-15 16,0-4-9-16,0-9-87 16,0-10-61-16</inkml:trace>
  <inkml:trace contextRef="#ctx0" brushRef="#br0" timeOffset="122905.6993">23136 5985 60 0,'0'-7'53'0,"0"7"-8"0,0 0 7 15,0-3 0-15,0 3-15 16,0 0-9-16,0 0-8 16,0 0-4-16,0 0-8 15,0 0-7-15,13 0-1 16,7 0 1-16,3 0 1 15,5 10 2-15,-6 8-2 16,5 0 1-16,1 12-2 16,11 5 1-16,-7 7-1 15,13 11 0-15,-2 12 0 16,2 10 0-16,-2 17 0 16,-11 18 0-16,-10 9 2 0,1 15-3 15,-3-4 0-15,-8-3 0 16,-7-5 0-16,-5-13 0 15,0-8 0-15,0-15 1 16,-9-8 0-16,-27-6-1 16,-1-16 3-16,-1-9 3 15,5-15 2-15,12-10-4 16,-3-6-3-16,1-8 0 16,3 0 1-16,3-5 0 15,2 0-2-15,7-1 0 16,-7 1-2-16,6-3-5 15,1 3-5-15,-7-3-10 16,6 2-16-16,0-2-32 0,5 0-36 16,4 0-51-1</inkml:trace>
  <inkml:trace contextRef="#ctx0" brushRef="#br0" timeOffset="140992.7293">3200 10732 61 0,'0'-8'215'0,"0"-1"-182"16,0-1-21-16,0-5 31 16,0 2-11-16,0-3-12 15,0-4 3-15,0 2-3 16,0 3-6-16,0-5-4 15,0 1-4-15,-28 5-4 16,-8 1-2-16,-1 9 0 16,-10 4-2-16,-4 0-2 15,-5 0 0-15,5 25 1 0,-1 10-2 16,16 4 3 0,12 5 0-16,13 2 0 0,11-6 1 15,0-2-1-15,0-9-2 16,28-7 1-16,7-2-2 15,7-12-6-15,3 1 2 16,-4-7 6-16,-6-2-4 16,-23 0-8-16,-5 0 1 15,-7 0 8-15,0 0 3 16,0 0 1-16,-15 0 2 16,-37 0 0-16,-8 17 0 15,0 15-2-15,2 16 1 0,3 12 1 16,1 2 0-1,24 2 1-15,13-11 3 0,6-7 0 16,11-5 1-16,0-5 3 16,0-5-1-16,28-2 1 15,13-6-2-15,10-3 1 16,3-7-4-16,6-7-3 16,6-6-2-16,-1 0-12 15,-5 0-18-15,-7-25-6 16,-8-7-13-16,-15-6-13 15,-4-3 20-15,-17 0 7 16,-9 1 30-16,0 10 7 0,0 9 2 16,0 13 16-1,0 8 2-15,0 0-1 16,0 0-1-16,13 12-6 0,2 18 3 16,4 8 5-16,-2 4 0 15,5-6-5-15,-10 1-1 16,3-13-4-16,-8-9-4 15,-7-9-4-15,2-6 0 16,2 0 2-16,-4 0 4 16,7 0 18-16,1-32 2 15,1-11-25-15,14-6-3 16,5-1-1-16,0 10 1 16,-4 15 0-16,-3 9-1 15,-10 9 0-15,-2 3 1 16,-3 4 0-16,-4 0 3 0,13 0 1 15,4 8-3-15,3 22 0 16,-3 2-1-16,5 7 0 16,-5-4-1-16,0 3 1 15,-1-9-2-15,-6-6-2 16,3-10-2-16,-2-9-14 16,4-4-12-16,9 0-16 15,4-4-29-15,2-28 35 16,11-15-2-16,-30 23-19 15,0-5-9-15</inkml:trace>
  <inkml:trace contextRef="#ctx0" brushRef="#br0" timeOffset="141173.4723">3990 10784 102 0,'15'-53'48'0,"-15"53"-3"0,0 0 20 16,4 18-19-16,4 33-39 15,7 22 13-15,-6 11 4 16,-5 4-11-16,-4-3-6 15,0-3-5-15,5 3-1 16,5-4-1-16,3-16 0 16,-8-19-21-16,-5-13-37 15,0-33-34-15,0 0-89 16</inkml:trace>
  <inkml:trace contextRef="#ctx0" brushRef="#br0" timeOffset="141592.586">3717 11336 159 0,'0'-7'26'16,"0"7"-8"-16,62 0 39 15,22-4-8-15,6-3-17 16,2-7-15-16,-2 2-2 16,-14-3-8-16,-14 7-5 15,-22 1-2-15,-14 4-2 16,-15 3-3-16,-11 0 1 15,0 0 1-15,0 0 3 16,0 18 0-16,0 19 0 0,0 3 2 16,0 1-1-1,0-6 0-15,0-7-1 16,0-7 0-16,0-7 0 0,0-9 0 16,0-3 0-16,19-2 3 15,16 0 1-15,-5 0-2 16,2-5 1-16,-9-11-3 15,-10-5-5-15,-9 6 3 16,-4-3-1-16,0-4 3 16,0-3-4-16,-17-2-3 15,-26 1 2-15,3 0 4 16,-8 10-15-16,12 7-12 16,8 7-11-16,11 2-15 15,17 0-23-15,0 0-66 16</inkml:trace>
  <inkml:trace contextRef="#ctx0" brushRef="#br0" timeOffset="142598.263">4871 11329 94 0,'9'32'38'15,"-9"-12"-11"-15,0-12 21 16,0-8-18-16,0 0-18 15,0 0-4-15,0 0 4 16,0-5 9-16,0-21-2 16,0-3-19-16,0-3 0 0,0-1 5 15,0 6 4-15,0 2-5 16,0 6 2-16,8 11-1 16,12 3-1-16,-5 3-1 15,4 2 2-15,4 0-1 16,5 0 5-16,-2 10-4 15,-7 17-2-15,5 2-1 16,-5 7 0-16,5 0-2 16,-7-1-2-16,7-5-6 15,4-3-8-15,8-5-10 16,18-9-25-16,1-13-1 16,12 0 38-16,-5 0-70 15,-6-29 7-15,-7-9 72 0,-17-6-35 16,-8-2 40-1,-20 7 27-15,-4 10 19 0,0 4 14 16,0 14 8-16,0 9-22 16,0 2 0-16,-10 0 0 15,-3 0-20-15,-2 0-16 16,-3 8-7-16,-5 19-1 16,4 5 5-16,8 10-1 15,2-6 2-15,9 0 0 16,0-5-4-16,0-9-2 15,0-10-1-15,9-1 1 16,12-8-2-16,7-3-3 0,9 0-1 16,3 0-2-1,3-15-1-15,-2-13-6 0,-5-8-4 16,-8 4-1 0,-10 2 4-16,-16 5 8 0,-2 15 6 15,0 8 4-15,0 2 10 16,-9 0 10-16,-19 0-12 15,9 24-11-15,0 6 0 16,6 8 3-16,13-3 5 16,0 1 0-16,0-7-5 15,0-7-2-15,0-5-1 16,23-10-1-16,20-7-1 16,7 0-6-16,5 0-6 15,8-11-2-15,-16-21 2 16,8-11-5-16,-3-10-7 0,-5-9-16 15,5-8-9-15,-12 7-15 16,-12 16 8-16,-11 21 51 16,-6 21 6-16,-11 5 37 15,0 0-3-15,0 19-9 16,0 12-9-16,4 3 6 16,29 2-9-16,1-13-2 15,5 1 8-15,6-2 4 16,-15-6-17-16,-5 1 2 15,-16-4 12-15,-9 0-16 16,0 5 18-16,-22 0 0 16,-27 2-10-16,0-4-4 0,-5-5-1 15,13-9-1-15,9-2-2 16,0 0-4-16,-4-6-2 16,6-31-22-16,17-12-38 15,13 23-41-15,0-3-63 16</inkml:trace>
  <inkml:trace contextRef="#ctx0" brushRef="#br0" timeOffset="143019.2199">6870 10961 254 0,'15'0'106'15,"-15"0"-103"-15,4 0 43 0,5 0-25 16,10 0-20-16,-4 0-1 15,-2 0 1-15,-4 0 0 16,-3 0 0-16,-6 0 1 16,0 0 2-16,0 0 1 15,0 0 3-15,0 0-8 16,0 0-4-16,0 0-3 16,0 0-10-16,0 5-7 15,-8 2 11-15,-18 5 11 16,7-7 2-16,8 1 0 15,4-1 1-15,3-5 1 16,4 0 0-16,0 0 5 16,0 0 2-16,0 0-7 15,0 0-2-15,22-9-1 0,3 2 0 16,5-1 2-16,-10 2-1 16,-5 6 3-16,-15 0 0 15,0 0-3-15,0 0-1 16,0 0-3-16,0 0-9 15,0 11-8-15,0 4-4 16,-7-5-54-16,-1-6-91 16</inkml:trace>
  <inkml:trace contextRef="#ctx0" brushRef="#br0" timeOffset="143329.3736">6823 11370 161 0,'-13'27'37'15,"13"-27"6"-15,0 0 23 16,0 0-32-16,0 0-19 16,4 0-2-16,22 0-3 15,2-5 5-15,-7 5 3 16,-3-3-1-16,-1 3-4 16,-9 0-8-16,-6 0-2 15,-2 0-3-15,0 0 0 16,0 0-4-16,0 0 0 15,0 12 1-15,0-3 3 16,-10 0 2-16,-10-2-1 16,1-3-1-16,11-4-1 0,1 0-6 15,5 0-9-15,2 0-25 16,0 0-34 0,0-9-22-16,0 2 53 0</inkml:trace>
  <inkml:trace contextRef="#ctx0" brushRef="#br0" timeOffset="145372.5565">2990 12876 145 0,'0'-7'66'0,"0"3"-35"15,0 2 26-15,0-2-2 0,0 4-29 16,0 0-5-16,0-1 1 16,0 1 2-16,0 0-3 15,0 0-2-15,0 0-3 16,0 0-8-16,0 0-4 16,-2 0-4-16,-24 0-3 15,-2 0 1-15,-8 7-2 16,4 9-2-16,0 6 1 15,4 6 0-15,13 12 2 16,-3 18 1-16,16 11-1 0,2 10 2 16,0 11 1-16,0 4 0 15,0 13 0-15,30 15-1 16,7 5 2 0,-5 10-1-16,9-5 0 0,-18 1 0 15,5-4 0-15,-8-3 0 16,-5-12 0-16,-7-14 0 15,-4-13 0-15,-4-21 0 16,0-16 1-16,0-14 0 16,0-11 2-16,0-8 6 15,-4-10-2-15,-4-5-3 16,-1-2 1-16,-6 0-1 16,2 0-3-16,-13 0-1 15,3-4-9-15,-5-18-20 16,-6-8-19-16,6-6-12 0,17 19-43 15,11 4-42-15</inkml:trace>
  <inkml:trace contextRef="#ctx0" brushRef="#br0" timeOffset="145911.0691">3698 14699 163 0,'0'-22'83'16,"0"14"-67"-16,0 7 36 15,-9 1-6-15,7 0-30 16,-4 0-7-16,6 0-1 15,-13 0-8-15,-6 5-1 16,-9 21-2-16,-15 16 1 16,6 1 1-16,5-3 1 15,9 1-1-15,10-12 1 16,6-1-1-16,7-6-2 16,0-4 2-16,0-4-1 15,0-7 2-15,20 0 0 0,-1-4 2 16,-4-3-1-16,2 0 0 15,2 0 3-15,11-11 1 16,5-19-4-16,5-8-1 16,-5 2-8-16,-14 10-4 15,-6 7 4-15,-13 13 3 16,-2 6 5-16,0 0 2 16,0 0 12-16,0 0-10 15,0 21-1-15,0 9 1 16,0 6 4-16,0-4-5 15,0-2-1-15,9-5 0 16,0-6-2-16,-7-3-3 0,4-8-32 16,-4-5-25-1,-2-3-55-15</inkml:trace>
  <inkml:trace contextRef="#ctx0" brushRef="#br0" timeOffset="146798.1391">3284 12381 141 0,'0'-11'46'0,"-6"11"-19"15,6 0 14-15,0 0-17 16,0 6-24-16,0 35-2 16,0 15 2-16,0 11 0 15,0 2 1-15,0-2-1 0,0-3 1 16,0-15-1-1,0-11 0-15,6-11 0 0,-4-12 2 16,-2-14-2-16,4-1 0 16,-4 0 1-16,7 0 2 15,-1 0 7-15,-4-11 9 16,7-12-12-16,8-4-7 16,-2 5 0-16,4 8 0 15,9 8-2-15,-4 5 0 16,8 1 0-16,-4 0 2 15,0 0 0-15,0 14 0 16,0 5 0-16,-11-2-1 0,-9-6 1 16,-8-2-2-1,0-2 2-15,0 2 1 0,-8 4 4 16,-48 3 1-16,-13-3-2 16,3 2 1-16,-7-8-2 15,15-1 1-15,22-3 1 16,8-3-2-16,19 0 2 15,3 0-2-15,6 0-2 16,0-11-1-16,0-5-15 16,0-3-15-16,0 3-13 15,0 7-26-15,0 3-45 16</inkml:trace>
  <inkml:trace contextRef="#ctx0" brushRef="#br0" timeOffset="148096.4734">3816 13831 116 0,'0'-18'61'0,"-9"-1"-7"15,-10 2 19-15,-7 5-27 16,16 5-24-16,-8 4-5 16,10 3 6-16,-1 0-9 15,-2 0-3-15,3 0-11 16,-9 16 0-16,-11 26-6 15,0 17 1-15,-4 6 2 16,15-4 2-16,6-11 0 16,7-8 0-16,4-13-1 0,0-10-2 15,0-12 2-15,0-3 0 16,15-4-9-16,2 0-8 16,11 0-1-16,-7-22 7 15,7-15-1-15,0-5-3 16,-9-1-8-16,-4 16 1 15,-15 10 21-15,0 15 3 16,0 2 5-16,0 0-5 16,13 24 0-16,15 24-8 15,0 18 8-15,6 5 3 16,-15 2-2-16,1-5 2 16,-20-5-1-16,0-9 0 15,0-8 4-15,-2-5 4 0,-35-9 1 16,-8-10-3-1,15-8 3-15,2-8-2 0,2-6 0 16,9 0 13-16,-11-17-7 16,1-22-10-16,-3-4-2 15,2-6-3-15,8 4 0 16,14-2-3-16,6 2-4 16,0-1-10-16,56 7-20 15,-22 28-25-15,-4 4-40 16</inkml:trace>
  <inkml:trace contextRef="#ctx0" brushRef="#br0" timeOffset="148366.5459">4277 13479 172 0,'-28'0'32'0,"15"4"-14"16,-2 38 20-16,2 12-23 16,5 10-6-16,1 8 5 15,5-4 1-15,2-9-3 16,0-7-3-16,0-9-7 16,0-8-2-16,17-2 0 0,22-3 0 15,0-14-19 1,14-7-27-16,-34-9-30 0,1 0-5 15</inkml:trace>
  <inkml:trace contextRef="#ctx0" brushRef="#br0" timeOffset="148563.2971">4809 13678 162 0,'0'-2'79'0,"0"2"-59"16,-19 37 23-16,-18 14-22 15,-4 9-16-15,-2 3-1 16,7 3 3-16,-3-2-6 16,3-6-1-16,8-8-1 0,0-12-10 15,13-14-33-15,9-24-50 16,6 0-74-16</inkml:trace>
  <inkml:trace contextRef="#ctx0" brushRef="#br0" timeOffset="148755.9451">4474 13795 10 0,'0'-24'195'0,"0"24"-169"15,13 6-19-15,45 24 62 16,6 5-21-16,5 1-28 16,-5-4-11-16,-8 0-7 15,-2-2-1-15,-16-8-1 0,1-5-19 16,-5-11-26-16,-6-6-40 15,-26 0 14-15,3-10-57 16</inkml:trace>
  <inkml:trace contextRef="#ctx0" brushRef="#br0" timeOffset="148986.9635">5049 13562 36 0,'0'-4'76'0,"49"11"-43"16,7 39 14-16,6 6-10 15,-6 2-1-15,-15 6-2 16,-17-1-20-16,-5-1 6 16,-17-4-15-16,-2-4 12 15,0-8-7-15,0-1-4 0,-28-1-1 16,-8-8-5-16,-1-3-2 16,5-7-3-16,8-9-8 15,3-8-12-15,2-3-25 16,12-2-37-16,7 0-48 15</inkml:trace>
  <inkml:trace contextRef="#ctx0" brushRef="#br0" timeOffset="149745.6569">6027 13735 30 0,'-45'-18'131'15,"15"11"-90"-15,4 0 1 16,-4 6 12-16,2 1-25 16,1 0-14-16,-8 0-9 15,5 31-3-15,-8 24 0 16,5 14-2-16,14 5 2 16,11-6 2-16,8-10 0 0,0-12 2 15,0-11-3-15,0-14 3 16,23-4-1-1,5-11 0-15,0-6-3 0,4 0-3 16,11 0-4-16,-4-30 0 16,14-17-3-16,3-12-4 15,-7-15-9-15,-8-12-11 16,-9-12-6-16,-27-6 0 16,-5 4 13-16,0 14 8 15,-22 21 16-15,-6 26 1 16,9 26 22-16,10 9 13 15,7 4-3-15,2 4-26 16,0 40-7-16,0 14 0 0,2 10 6 16,20 9 16-1,1-2-5-15,-3 2 0 0,-3-1-4 16,6-7-5-16,1-5-5 16,15-11-3-16,-11-11 0 15,8-12-7-15,0-14-27 16,12-16-24-16,-29 0-35 15,-2-9 12-15</inkml:trace>
  <inkml:trace contextRef="#ctx0" brushRef="#br0" timeOffset="149949.9926">6782 13451 84 0,'0'-3'158'16,"0"18"-142"-16,0 58 28 0,0 12 4 15,11 4-28-15,-3 0-5 16,-3-1-1-16,3-8-4 16,-8-7-9-16,7-12 0 15,-5-13-1-15,4-14-18 16,5-11-22-16,-11-23-43 16,0 0-59-16</inkml:trace>
  <inkml:trace contextRef="#ctx0" brushRef="#br0" timeOffset="150180.3553">6413 13444 153 0,'-32'-30'63'16,"32"27"-37"-16,0-2 22 15,22-7-27-15,42 1-17 16,24-7 16-16,23-1 9 15,16-5-9-15,-3 2-7 16,3 1-9-16,-13 6-3 16,-18 4-1-16,-23 9-16 15,-11-4-27-15,-62 6-41 16,0 0-37-16</inkml:trace>
  <inkml:trace contextRef="#ctx0" brushRef="#br0" timeOffset="150399.5784">6512 13606 161 0,'-37'26'47'16,"37"-22"-32"-16,3 1 39 16,61-3 4-16,17-2-30 15,10 0-1-15,5 0-3 16,1 0-9-16,-7 0-13 15,-13 0-2-15,-9 0-26 16,3 0-25-16,2 9-29 16,-60-4-27-16</inkml:trace>
  <inkml:trace contextRef="#ctx0" brushRef="#br0" timeOffset="150627.8335">7486 13925 151 0,'-28'50'40'0,"8"-14"0"16,8 1 19-16,-6 5-22 16,-1 0-22-16,0 5 12 15,-5-7 0-15,-4 4-10 16,7-4-8-16,-3-6-6 0,1-3-1 16,3-8-2-16,12-16-4 15,-1-1-23-15,9-6-13 16,0 0-18-16,0 0-39 15,0-10-10-15</inkml:trace>
  <inkml:trace contextRef="#ctx0" brushRef="#br0" timeOffset="150795.2929">7072 14114 101 0,'0'-17'105'16,"0"17"-93"-16,0 0 21 15,47 19 28-15,13 8-24 16,6 1-8-16,3 1-1 15,-2-1-18-15,-10-1-7 16,-1-3-3-16,-9-1-10 16,-2-9-26-16,9-3-27 0,-47-11-34 15,8 0-7-15</inkml:trace>
  <inkml:trace contextRef="#ctx0" brushRef="#br0" timeOffset="151053.5949">7925 13543 194 0,'0'-14'38'16,"0"14"-13"-16,0 0 8 16,0 33-12-16,-19 16-11 0,-2 7 8 15,1 5 2-15,1 1-4 16,10-2-1-16,3-8-7 15,6-8-7-15,0-4-2 16,0-10 0-16,28-6-28 16,19-11-19-16,-2-13-18 15,-26 0-29-15,7 0-9 16</inkml:trace>
  <inkml:trace contextRef="#ctx0" brushRef="#br0" timeOffset="151230.4641">8286 13731 46 0,'8'-21'167'16,"-8"21"-104"-16,0 0-34 16,0 25-11-16,-8 20-13 15,-20 8 0-15,-11 8 0 0,-2 1-4 16,1-1 0-16,1-7-1 16,7-16-9-16,19-9-16 15,11-22-25-15,2-7-25 16,0 0-39-16</inkml:trace>
  <inkml:trace contextRef="#ctx0" brushRef="#br0" timeOffset="151425.536">8099 13741 70 0,'19'-10'73'0,"1"10"-40"15,1 10 25-15,7 18-3 0,13 2-17 16,-15 2-16-16,6-6-8 15,-11 0-11-15,-2-7-1 16,1-6-2-16,-7-3-3 16,2-10-21-16,2 0-25 15,2 0-25-15,-15 0-7 16</inkml:trace>
  <inkml:trace contextRef="#ctx0" brushRef="#br0" timeOffset="151642.7932">8442 13509 38 0,'28'0'87'0,"4"34"-60"0,15 18 15 15,5-1 12-15,-11 6-9 16,-7-1 1-16,-19 9-13 16,-2-2-12-16,-13 3-10 15,0-3-3-15,0-7-4 16,-13-3-4-16,-15-10 0 15,-4-5-12-15,2-7-26 16,13-31-35-16,0 0-83 16</inkml:trace>
  <inkml:trace contextRef="#ctx0" brushRef="#br0" timeOffset="152383.9831">9013 13575 20 0,'2'-4'211'15,"-2"4"-167"-15,11 0-9 16,-7-3 14-16,0 3-24 16,16-3-15-16,5-2 4 0,20-1 16 15,13 1-6-15,2-1-7 16,9 3-6-16,-9-4-6 16,0 7-5-16,-4-4-2 15,-9 4-9-15,-15 0-16 16,-8 0-16-16,-20 0-13 15,-4 0-31-15,0 0-1 16,-11 0-73-16</inkml:trace>
  <inkml:trace contextRef="#ctx0" brushRef="#br0" timeOffset="152612.6456">8978 13790 174 0,'0'4'36'15,"0"-4"9"-15,0 0 4 16,7 1-18-16,34 6-3 16,10 0 19-16,7-3-13 15,2-4-4-15,-4 5-7 16,-9-5-11-16,-10 0-9 16,-5 2-3-16,-9 2-11 15,1 1-37-15,-3 2-31 16,-14-7-71-16,1 0-35 15</inkml:trace>
  <inkml:trace contextRef="#ctx0" brushRef="#br0" timeOffset="153608.2847">10403 12540 4 0,'8'-12'163'16,"-3"10"-128"-16,5-3 0 15,-1 1 4-15,-5 4-20 16,0-2-11-16,3 2 14 16,-3 0 4-16,-4 0-3 15,4-2-4-15,1 2-2 16,18-7-5-16,18 0-3 15,34-8 7-15,34 1-1 16,22-3-6-16,7-2 3 16,-3 5-7-16,-24 4-3 15,-21 0-2-15,-27 4-1 16,-23 2-6-16,-16 4-10 0,-16 0-18 16,-8 0-18-1,0 0-7-15,0-9-2 0,0 4-37 16,-4-1-29-16</inkml:trace>
  <inkml:trace contextRef="#ctx0" brushRef="#br0" timeOffset="154590.7907">9907 13883 45 0,'0'11'80'0,"0"-11"-35"16,0 0 12-16,0 0 0 15,0 0-17-15,0 0-9 16,4-19-2-16,16-20-11 0,3-9-11 16,5-7-1-1,0-6-1-15,0-8-5 0,-9-5 0 16,-10-7 0-16,-9 0-2 15,0-3-5-15,0 9 0 16,-15 16-1-16,-17 17-3 16,8 17 1-16,3 14 7 15,6 11 3-15,6 0-1 16,-2 0-2-16,-6 30-1 16,2 21 0-16,7 18 0 15,3 1 4-15,5 4 0 16,0-2 0-16,0-3 3 15,0-2 2-15,9-4 3 16,19-6-3-16,0-6 3 16,0-7-4-16,-5-7-3 0,5-8-1 15,-7-11 0-15,5-7-10 16,-4-3-10-16,6-8-19 16,6 0-39-16,-26 0 0 15,3-19-38-15</inkml:trace>
  <inkml:trace contextRef="#ctx0" brushRef="#br0" timeOffset="155169.0258">10302 13571 106 0,'0'0'52'0,"21"4"-15"16,3 31 12-16,8 4-3 0,-4 5-16 15,-9-4-17 1,-6 2-1-16,-2-12-3 0,-7-10-6 15,0-9-2-15,-4-5-1 16,5-3 1-16,-5-3 0 16,4 0 2-16,0 0 0 15,7-16-3-15,-2-23 0 16,3-7-3-16,8 4 0 16,-1 7 2-16,2 14-1 15,5 11-1-15,-9 6-1 16,3 4 1-16,1 0-1 15,5 0 4-15,-9 7 5 16,2 19-5-16,-6 5 0 0,-4 1 2 16,6-10-1-1,-4-7-1-15,-3-9 0 0,-6-6 0 16,3 0 0-16,-5 0 3 16,6 0-1-16,0 0 2 15,-3-19 4-15,16-16-7 16,2-6-1-16,7 1-3 15,4 5-3-15,1 7 0 16,-10 15 0-16,-12 11 2 16,-11 2 1-16,0 0 1 15,0 10 2-15,0 23 1 16,4 9 6-16,5 2-1 0,-5 0-1 16,11-6 0-1,-2-8 4-15,6-5 15 0,-2-7-19 16,3-6-1-16,-1-5 0 15,2-7 0-15,-1 0-4 16,3 0-14-16,9 0-21 16,5-19-23-16,-22 6-35 15,-2-3 55-15</inkml:trace>
  <inkml:trace contextRef="#ctx0" brushRef="#br0" timeOffset="155790.7342">9926 14570 166 0,'0'-6'68'16,"0"6"-45"-16,0 0 18 16,0 9-24-16,24 25-14 15,13 3 10-15,-10 6-8 16,1-9 0-16,-4-6-4 16,-11-9-1-16,2-7 1 15,-11-12-1-15,-4 0 1 16,4 0 1-16,-4 0 2 15,5 0 1-15,3-29 5 16,7-12-6-16,5-15-4 16,7-3 0-16,1 15-6 15,-6 11 2-15,3 17 3 0,-14 10 1 16,0 6 1-16,-5 0 6 16,-3 0 1-16,9 11-3 15,8 22 1-15,1 4-2 16,-2 2-3-16,1-1-1 15,-3-4-1-15,-6-4-6 16,2-5-6-16,2-3-14 16,8-7-24-16,-19-15-47 15,5 0-95-15</inkml:trace>
  <inkml:trace contextRef="#ctx0" brushRef="#br0" timeOffset="155993.0684">10795 14644 214 0,'-8'0'137'16,"8"-1"-108"-16,0-10 17 15,36-3-16-15,20-2-22 16,0 1 16-16,-1 4-12 16,-14 2-12-16,-9 4-5 15,-4 1-23-15,-4 2-16 16,-5-2-11-16,-19 3-24 15,0-2-55-15</inkml:trace>
  <inkml:trace contextRef="#ctx0" brushRef="#br0" timeOffset="156365.1181">10778 14311 128 0,'-32'-9'127'16,"32"9"-108"-16,0 0 18 15,0 0 3-15,19 0-18 16,28 0 8-16,-4 0-1 16,13 11-11-16,4 6-6 15,0 5-9-15,0 0-3 0,7-2 1 16,-9-3 0 0,-5 0-1-16,-23-9-1 0,-4 4-8 15,-20-7-1-15,-6-3-1 16,0 2 4-16,0 1-1 15,0 3 5-15,0 4 3 16,0 7 1-16,-28 6 1 16,1-1-1-16,-1 1 0 15,2 0 0-15,2-4-1 16,5-1 0-16,6-4 0 16,9-2 0-16,0-6-1 15,4-2-20-15,0-6-22 16,0 0-19-16,0 0-60 15,0-3-50-15</inkml:trace>
  <inkml:trace contextRef="#ctx0" brushRef="#br0" timeOffset="156967.6852">11863 14199 165 0,'22'-16'105'15,"-20"16"-75"-15,11 0 9 16,10 0-12-16,5 0-19 16,4 17 8-16,-8 7-9 15,-5 7-3-15,-10 6-1 16,-9 4-1-16,0 6-1 16,-19-1-1-16,-31 0 0 0,-10-3 0 15,2-7-1-15,5-6 1 16,12-16 0-1,13-4 0-15,4-8 0 0,5-2 1 16,0 0 1-16,-3-5-2 16,3-20-3-16,6-1 2 15,13-5-3-15,0 6 0 16,0-4-2-16,0 2 1 16,32 4 0-16,9 8 3 15,6 1 1-15,-10 10 1 16,-1 4 0-16,-8 0 1 15,4 0-1-15,0 8 0 0,7 12 0 16,-2 3-1 0,3-2 1-16,7-4 0 0,-6-5 0 15,-4-1 0 1,-5-11-1-16,-13 0 0 0,0 0-4 16,-10 0 4-16,6-5 1 15,-2-19 1-15,-5-3-1 16,-1-7-6-16,-7 9 1 15,0-8 5-15,-15 5 0 16,-26 5 1-16,-6 6 7 16,6 9 1-16,3 3 6 15,1 5-14-15,5 0-1 16,0 0-1-16,8 0 0 16,7 0-12-16,2 0-11 0,15 0-34 15,0 0-65-15</inkml:trace>
  <inkml:trace contextRef="#ctx0" brushRef="#br0" timeOffset="157988.3258">12931 12513 13 0,'0'-9'27'0,"0"7"-14"16,0-1 15-16,0 3-7 0,0-4-4 15,0 4 13-15,0 0 9 16,0 0-10-16,0 0-11 15,0 0-3-15,0 0 7 16,-2 0 4-16,2 0-5 16,-6 0-1-16,6 0 4 15,0 0-2-15,0 0-6 16,0 0-3-16,0 0-2 16,0 0-4-16,0 0 0 15,0 0-2-15,0 0-1 16,0 0-1-16,0 0-3 15,0 0-3-15,28 0 3 0,40-7 4 16,35-8 6-16,30-3-7 16,17-8 2-16,1-3 1 15,-12 3-3-15,-28 2-3 16,-33 10-2-16,-35 6-13 16,-26 5-15-16,-17 3-18 15,0 0-10-15,-26 0-18 16,-21 0 4-16,-5 3-71 15</inkml:trace>
  <inkml:trace contextRef="#ctx0" brushRef="#br0" timeOffset="158600.9892">12904 12521 22 0,'-9'5'129'0,"9"-5"-93"15,0 0 3-15,0 2 21 16,0 4-28-16,19 2-19 16,35 6 26-16,12-1-3 15,7 1-13-15,-4 2-2 16,-9 3-7-16,-4 0-13 15,-9 2-1-15,-8 7 0 16,-12 5-1-16,-24 10-7 0,-3 15-4 16,0 5-2-16,-58 9 4 15,-22 2 1-15,1-5 3 16,0-4 5-16,6-5 1 16,13-5 0-16,12-11-1 15,21-13 1-15,16-7-1 16,-2-7-2-16,13-5 0 15,0-4 3-15,0-3 0 16,0 1 5-16,0-1 2 16,13 0 1-16,15 4 2 15,6-2 4-15,17-1 2 16,18-4-2-16,15-2 6 16,27 0-1-16,14 0 0 0,8 0-6 15,6-15 4-15,-19-8-10 16,-13 2 1-16,-8-3-7 15,-15 1 2-15,-13 2-3 16,4 3 0-16,-11 1-1 16,-8 5-8-16,-16 5 5 15,-12 4-10-15,-17 3-1 16,-9 0-2-16,-2 0-11 16,0 0-14-16,0 0-9 15,0 0 2-15,-2 0-37 16,-17 0-87-16</inkml:trace>
  <inkml:trace contextRef="#ctx0" brushRef="#br0" timeOffset="159487.3972">9815 15503 109 0,'4'-17'115'16,"3"17"-86"-16,-3 0 11 15,-4 0 2-15,4 0-32 0,-4 0-10 16,5 0 11-16,7 6-4 16,3 24-7-16,9 8 8 15,-7 5-2-15,2 1-4 16,-6-3-1-16,2-6-1 16,-2-3-2-16,-2-5-10 15,-7-5-10-15,5-11-25 16,-9-11-32-16,0 0-25 15</inkml:trace>
  <inkml:trace contextRef="#ctx0" brushRef="#br0" timeOffset="159685.374">10135 15464 159 0,'8'-15'75'0,"-1"15"-34"15,1 12-5-15,11 21-13 16,1 15-2-16,1 2-10 15,5-1 4-15,-11-2-6 16,6-2-6-16,-14-3-3 16,1-7 0-16,7-2-15 15,-6-14-21-15,8-3-27 16,-15-16-47-16</inkml:trace>
  <inkml:trace contextRef="#ctx0" brushRef="#br0" timeOffset="160093.5783">10598 15600 136 0,'4'0'62'0,"-4"36"-56"16,9 9 21-16,-1 0-7 16,7-5-12-16,-4-5-3 15,-2-10-2-15,-5-8 4 16,-4-10-3-16,0-7 0 15,0 0 11-15,0 0 3 16,0 0-2-16,0-26-8 16,0-14-8-16,0-11-7 15,-4-14 3-15,-3-6-9 16,5-2-1-16,2 5-5 16,0 12-4-16,0 12 10 0,28 14 8 15,21 8 2-15,1 15 2 16,-3 3 1-16,-11 4 8 15,-4 0 0-15,-12 11-1 16,-7 20-5-16,-13 6 0 16,0 10-1-16,0 2 1 15,-9 0-1-15,-34 3 0 16,-11-12-1-16,12-8-2 16,9-10-5-16,16-11-19 15,17-11-43-15,0 0-49 16</inkml:trace>
  <inkml:trace contextRef="#ctx0" brushRef="#br0" timeOffset="160306.8571">11134 15251 149 0,'24'0'52'15,"-16"6"-49"-15,1 37 30 16,1 11-8-16,3-3-20 15,-8 0 1-15,-1-2-2 16,2-6 1-16,-6-5-4 16,3-10 0-16,3-8-1 15,-2-10-8-15,5-7-44 16,-9-3-32-16</inkml:trace>
  <inkml:trace contextRef="#ctx0" brushRef="#br0" timeOffset="160501.8962">11331 15227 170 0,'5'0'52'15,"5"30"-32"-15,8 28 30 16,1-1-32-16,0 3-13 16,-6-8-3-16,-9 0 6 15,7-6-7-15,-2-11-1 16,-5-5-7-16,9-12-25 15,-7-18-50-15,-2 0-123 16</inkml:trace>
  <inkml:trace contextRef="#ctx0" brushRef="#br0" timeOffset="160702.1725">11786 15524 158 0,'9'-6'144'16,"3"3"-110"-16,12-7 5 15,8 2-17-15,0-3-7 16,16 6 2-16,-3 3-14 16,-2-3-1-16,-7 4-2 15,-8-2-5-15,-5-3-22 16,-5-2-15-16,-3 1-27 16,-15 2-40-16,0-4-73 0</inkml:trace>
  <inkml:trace contextRef="#ctx0" brushRef="#br0" timeOffset="160928.0776">12007 15352 133 0,'0'0'34'0,"0"0"-22"16,9 0 19-16,29 4 2 16,-1 7-6-16,-5 0 2 15,-13 5-16-15,-10 1-6 16,-5 2 0-16,-4 6-2 15,0 1-4-15,0 8-1 0,-41-2-1 16,-2-3-4-16,-2-5-10 16,2-4-13-16,7-6-31 15,29-14-14-15,1 0-20 16</inkml:trace>
  <inkml:trace contextRef="#ctx0" brushRef="#br0" timeOffset="161318.6864">12631 15188 64 0,'0'0'36'16,"0"10"-1"-16,0 30 17 15,-8 8-23-15,-16 9-14 16,-4-4 2-16,15 0 7 16,2-14-7-16,11-5-4 15,0-14-4-15,0-8-3 16,11-6 7-16,21-6-1 16,9 0-3-16,0-12-3 15,2-14-4-15,-11-8-2 16,-8 2-3-16,-16 2-3 15,-8-2 5-15,0 2 1 16,0-4 1-16,-28 1-1 0,-13 4-6 16,-6 9-5-16,7 10-15 15,-3 4-7-15,6 6-1 16,24 0-26-16,3 0-39 16</inkml:trace>
  <inkml:trace contextRef="#ctx0" brushRef="#br0" timeOffset="162652.293">13079 14105 7 0,'0'0'135'0,"0"0"-105"15,5 0-10-15,-1 0 11 0,2-2-27 16,-6 2-2-16,5 0-2 16,-5 0 8-16,0 0 2 15,0 0-1-15,0 0-6 16,0 0-3-16,0 0-6 16,0 0-7-16,0 0-4 15,0 0 9-15,0 0 8 16,0 0 1-16,0 0 11 15,0 0 8-15,0 0-4 16,0 0-6-16,0 0-3 16,0 0-4-16,0 0-3 15,0 0 0-15,0 0 2 16,0 0 2-16,0 0 6 0,0 0 5 16,0 0-3-1,0 0-4-15,0 0-4 0,0 0-4 16,0 0-8-16,0 0-11 15,0 0-22-15,0 0-11 16,0 0-4-16,0 0-11 16,0 0-29-16</inkml:trace>
  <inkml:trace contextRef="#ctx0" brushRef="#br0" timeOffset="163401.1791">13062 14081 123 0,'-15'0'42'0,"15"-6"-29"16,0-9 33-16,0-5 19 16,0 0-27-16,0 2-24 15,32 5 9-15,-12 7-5 16,-3 6-3-16,-11 0-15 15,-1 0 0-15,-1 3 0 16,-4 27 0-16,0 7 1 16,0 11 0-16,0 0 1 15,0-2-2-15,-24-6 0 16,11-1 0-16,3-10 0 16,10-5 0-16,0-7 0 15,0-3-2-15,0-5 2 0,0-4 5 16,10-3 0-16,8-2-5 15,9 0 0-15,1 0-18 16,9-6-12-16,-26-10-53 16,-3-6-63-16</inkml:trace>
  <inkml:trace contextRef="#ctx0" brushRef="#br0" timeOffset="163560.3916">13131 13759 148 0,'0'-13'53'0,"0"13"-49"16,0 0-1-16,36 0-1 15,12 0-2-15,-36 6-32 16,8 1-29-16</inkml:trace>
  <inkml:trace contextRef="#ctx0" brushRef="#br0" timeOffset="163761.4255">13528 13948 71 0,'-9'8'146'0,"9"-8"-109"16,4 0-4-16,44 0-5 0,12 0 4 15,-11 0-14-15,-6-3-13 16,-15 3-5-16,-11 0-15 15,-17 0-47-15,0 6-64 16,0 5 56-16</inkml:trace>
  <inkml:trace contextRef="#ctx0" brushRef="#br0" timeOffset="163936.0861">13311 14279 198 0,'0'0'30'0,"0"0"10"15,41 0 26-15,30 0-36 0,1 0-8 16,4 0 2-16,-8 0-12 16,-3 0-12-16,-5-8-11 15,0-7-31-15,-41 7-51 16,-6 1-67-16</inkml:trace>
  <inkml:trace contextRef="#ctx0" brushRef="#br0" timeOffset="164122.3031">14287 14090 169 0,'0'50'50'0,"0"9"-27"16,0 8 20-16,0 0-13 16,9 4-9-16,10-5 1 0,-6-10-17 15,-3-6-3-15,-10-19-2 16,0-12-19-16,0-19-32 15,0 0-60-15</inkml:trace>
  <inkml:trace contextRef="#ctx0" brushRef="#br0" timeOffset="165300.8335">13598 11606 59 0,'0'0'79'16,"-6"0"-62"-16,-15 0-2 0,-12 12 11 16,-10 16-21-1,-2 6-3-15,0 1 0 0,-10-6 1 16,-3 5 3-16,2-8-1 15,11-5 3-15,8-1-3 16,10-7 0-16,12-10 0 16,15-3-2-16,0 0 1 15,0 0 3-15,0 0 9 16,0-11 0-16,0-17-13 16,0-5-3-16,0-3-2 15,19-1 1-15,13 7-1 16,4 1 1-16,-3 10-1 0,-5 5 2 15,-1 11 0-15,-3 3 0 16,-11 0-1-16,2 0-5 16,-2 25 6-16,6 11 0 15,5-2-2-15,-1 3 1 16,-1-10 1-16,6-3 0 16,-1-6 0-16,6-4-1 15,-5-8 0-15,-5-3-1 16,1-3 2-16,-7 0 0 15,6 0 1-15,1-9 0 16,0-13-1-16,-7-9 0 16,2-2-6-16,-6-1 6 15,-13 4-1-15,0-1 1 16,0 6 0-16,-13 3 4 16,-23 10 10-1,-7 3-3-15,2 9-7 0,-15 0-4 16,5 0-4-16,-5 25 4 0,7 4 0 15,-3 3-1-15,11-1 0 16,3-5-3-16,16 2-10 16,7-2-14-16,11 2-15 15,4-22-22-15,0-2-39 16</inkml:trace>
  <inkml:trace contextRef="#ctx0" brushRef="#br0" timeOffset="167160.994">14832 12789 6 0,'4'-11'74'0,"-4"8"-45"15,0 1 0 1,0-4 4-16,0 5-14 0,0-5-4 16,0 1 7-16,0 0 2 15,0 4 1-15,0-5 1 16,0 1 0-16,0-3-7 16,0-1-2-16,-9 4-6 15,-10 2-5-15,2 0-2 16,-2 3-3-16,1 0 0 15,-5 0-1-15,-5 0-2 16,-4 9-1-16,-7 15 1 16,3 6 0-16,8-5 2 15,6-7 0-15,7-4 1 16,7-3-1-16,4 6 0 16,4 1 1-16,0 7 0 0,0 5-1 15,0-2 0-15,0 8 1 16,0-2-1-16,12-6 2 15,3-10-2-15,-2-6 0 16,0-9-2-16,-2-3 0 16,2 0 0-16,6 0-1 15,5 0 1-15,-3 0 1 16,11-16 1-16,3-7-3 16,-8-11-2-16,-1 3-1 15,-6-2-4-15,-5 0 4 16,-11 0 4-16,-4 5 0 15,0 2 0-15,0 13 2 0,0 4 0 16,0 7 0-16,0 2 0 16,0 0-3-16,0 0-2 15,0 2 0-15,0 34-5 16,17 22 6-16,15 27 4 16,2 15 1-16,-1 9-1 15,-5-1 0-15,-20-1 1 16,-8-8-2-16,0-9 1 15,0-9 0-15,-32-13 0 16,-20-15 0-16,5-16 2 16,11-7 1-16,4-15 5 15,8-8-1-15,3-7 3 0,-3 0 6 16,-4-7-7-16,-4-30 0 16,-2-14 2-16,6-13-5 15,-2-6-6-15,15 0-2 16,15 4-3-16,0 10-2 15,15 2-5-15,43 5 1 16,-7 5-17-16,20 1-34 16,-48 35-36-16,-1-3-52 15</inkml:trace>
  <inkml:trace contextRef="#ctx0" brushRef="#br0" timeOffset="167482.0087">15411 12381 26 0,'4'-22'140'16,"-4"22"-84"-16,0 0-5 15,-36 7-14-15,-16 21-24 16,1 12-5-16,-1 10 9 15,11 8-6-15,9 2 9 16,13-1-1-16,15 1-2 16,4-6-3-16,0 4-6 15,0-10-2-15,19 2-3 16,17-10-1-16,5-3-1 16,6-5-1-16,1-8-13 0,5-3-17 15,14-13-18-15,-46-8-17 16,3 0-40-16</inkml:trace>
  <inkml:trace contextRef="#ctx0" brushRef="#br0" timeOffset="167727.1622">15936 12466 204 0,'0'0'50'15,"0"0"-11"-15,0 0-8 0,-17 22-29 16,-15 27-1-16,-20 19 2 16,-12 8-1-16,-7 10-1 15,3 1 0-15,-5-2-1 16,17-10 0-16,9-14 0 16,15-13-8-16,12-19-12 15,16-18-33-15,4-11-38 16,0-2-58-16</inkml:trace>
  <inkml:trace contextRef="#ctx0" brushRef="#br0" timeOffset="167941.0537">15415 12657 154 0,'0'-20'35'0,"13"20"-26"15,34 8 54-15,13 23-12 16,5 6-14-16,-10 5 0 15,1 1 1-15,-7 0-10 16,-10 6-17-16,-7 2-11 16,-8 9 0-16,-7-1-1 15,2 4-24-15,-6-9-36 16,-13-44-20-16,0-4-36 16</inkml:trace>
  <inkml:trace contextRef="#ctx0" brushRef="#br0" timeOffset="168187.8505">16056 13155 136 0,'-21'55'59'15,"21"-22"-22"-15,0-1 1 16,0-5-11-16,0 0-6 15,19-4 5-15,-2-5-14 16,-4-5-5-16,7-7-6 16,-8-1-1-16,3-5 0 0,5 0-20 15,-3 0-20 1,-13 0-28-16,1-8-61 0</inkml:trace>
  <inkml:trace contextRef="#ctx0" brushRef="#br0" timeOffset="168420.5332">16054 12869 226 0,'0'-4'45'0,"0"2"-5"16,0-2-9-16,0 4-27 15,0-1-3-15,0 1 5 16,2 0 4-16,-2 0-8 15,0 0 1-15,0 0-3 0,0 0-9 16,0 0-12-16,0 0-18 16,0-6-25-16,0 2-10 15,7-1-33-15</inkml:trace>
  <inkml:trace contextRef="#ctx0" brushRef="#br0" timeOffset="168727.0907">16256 12423 56 0,'-4'-12'157'0,"4"12"-122"16,0 0-8-16,0 0-4 15,36 31-16-15,20 11 16 16,0 16-4-16,-16 5-1 15,-12 7-10-15,-23 5-2 16,-5 8-4-16,0-5-2 16,-26-6-1-16,-21-4-1 15,10-18-1-15,-1-10 3 16,20-18-1-16,3-8-1 16,7-8-9-16,3-4-4 15,-3-2-16-15,8 0-43 16,-7 0-74-16</inkml:trace>
  <inkml:trace contextRef="#ctx0" brushRef="#br0" timeOffset="169101.8421">16835 12429 153 0,'-6'0'21'16,"6"0"-5"-16,0 11 26 15,0 28-31-15,0 19 3 16,0 4 12-16,0 9 16 16,0 2-23-16,0 6-7 15,0-3 0-15,0-6-10 16,6-7-1-16,3-12-1 16,-5-10-1-16,0-15-19 15,0-12-21-15,-4-14-34 16,7 0-43-16</inkml:trace>
  <inkml:trace contextRef="#ctx0" brushRef="#br0" timeOffset="169296.8993">17000 12637 158 0,'0'51'42'16,"0"17"-8"-16,4-2 29 15,20 2-14-15,-9-1-31 16,-6-4-13-16,-5-1-5 16,-4-1 0-16,0-11-30 15,0-41-41-15,-13-9-55 0</inkml:trace>
  <inkml:trace contextRef="#ctx0" brushRef="#br0" timeOffset="169641.0578">16567 12613 33 0,'-47'-81'182'15,"47"44"-161"-15,0-3-2 16,23 5 31-16,27 2-28 16,20 7-19-16,-1 3 9 15,10 10 0-15,-1 5-7 16,5 8-1-16,-3 0 1 0,-12 0-2 15,3 14 0 1,-11 17-3-16,0 12 0 0,-19 5-2 16,-5-2-1-16,-16 0-2 15,-16-11 5-15,-4-2 0 16,0-1 0-16,-28-2 2 16,-23 1 3-16,-9-7-3 15,-1-4 1-15,12-4-3 16,2-7-1-16,10-4-6 15,5-1-11-15,0-4-28 16,28 0-42-16,-3 0-58 16</inkml:trace>
  <inkml:trace contextRef="#ctx0" brushRef="#br0" timeOffset="170247.4699">17843 12266 105 0,'-28'0'87'0,"0"0"-55"0,-4 0 9 16,-2 23-14-16,-3 16-16 15,1 14 3-15,4 8 4 16,12 14-2-16,3 4 11 15,7 1-7-15,10-1 1 16,0-7 2-16,0-5-12 16,0-4 1-16,19-6-7 15,13-8 1-15,0-8-4 16,0-8-1 0,1-7-1-16,-6-6 0 0,1-13-10 15,-4 0-8-15,4-5-9 16,0-2-11-16,8 0-1 0,-27 0-46 15,1 0-48 1</inkml:trace>
  <inkml:trace contextRef="#ctx0" brushRef="#br0" timeOffset="171201.53">18467 12238 106 0,'4'-11'96'16,"1"8"-45"-16,-1 0 13 0,-4 3-18 16,0 0-25-16,0 0-7 15,0 0 14-15,0 0-3 16,0 0-8-16,0 0-5 16,0 17-12-16,-24 30-2 15,-21 20 2-15,-15 23 1 16,-6 5-1-16,-11 7 1 15,-3 5 0-15,-8-5-1 16,5-3 0-16,14-17 1 16,13-18-2-16,20-16 0 0,8-21-9 15,19-8-5 1,-1-7-17-16,10-9-21 16,0-3-26-16,0 0-58 15</inkml:trace>
  <inkml:trace contextRef="#ctx0" brushRef="#br0" timeOffset="171457.6585">17792 12440 140 0,'23'0'16'0,"18"19"37"16,6 28 26-16,7 16-41 15,-3 5-11-15,1 8-12 0,-12 0-3 16,-1 4-4-16,-7-2-3 16,0-11-2-16,-4-1-3 15,0-12 0-15,-2-11-12 16,2-8-2-16,10-12-63 16,-25-23-15-16,7 0-82 15</inkml:trace>
  <inkml:trace contextRef="#ctx0" brushRef="#br0" timeOffset="171786.8056">19100 12509 103 0,'-47'0'24'15,"6"0"30"-15,5 25 1 16,-3 7-35-16,2 4 3 16,5 1 4-16,4 7-7 15,5-3-5-15,6-3-3 16,6-2-5-16,11-7-3 16,0-2 1-16,0-2-2 15,0-6 3-15,19-1 0 16,13-3-3-16,16-11-3 15,7-4 0-15,-1 0-5 0,-3 0-2 16,-14 0-12-16,-13-15-30 16,-24 4-31-16,0 0-15 15</inkml:trace>
  <inkml:trace contextRef="#ctx0" brushRef="#br0" timeOffset="171965.7761">18757 12766 154 0,'-17'0'57'0,"17"0"-32"16,0 0 20-16,0 0-10 15,32 0-12-15,4 1-6 16,1 0-3-16,10-1-8 0,-2 0-6 16,2 0-11-16,-34 0-47 15,-2 0-81-15</inkml:trace>
  <inkml:trace contextRef="#ctx0" brushRef="#br0" timeOffset="172256.8556">19492 12390 113 0,'0'0'121'0,"-8"0"-105"0,-16 10-7 16,-4 32 17-16,-12 18-10 16,-3 4-2-16,6 9 11 15,5 1-8-15,4-3 0 16,15-7-3-16,7-3 1 16,6-8-13-16,0-7-1 15,0-8-1-15,39-9 0 16,1-6-12-16,12-14-14 15,4-9 0-15,-39 0-79 16,6 0-46-16</inkml:trace>
  <inkml:trace contextRef="#ctx0" brushRef="#br0" timeOffset="172507.4287">20080 12453 74 0,'4'-8'122'16,"-4"8"-100"-16,0 0 19 15,0 14-10-15,0 22-24 16,-4 14 13-16,-32 10-5 16,-7 1-6-16,-13 8-7 15,-4 1 0-15,6-3-2 16,3-4-2-16,8-12-18 15,11-11-28-15,27-40-34 0,5 0-70 16</inkml:trace>
  <inkml:trace contextRef="#ctx0" brushRef="#br0" timeOffset="172738.0279">19677 12607 105 0,'0'0'43'16,"15"0"26"-16,17 22 16 16,5 10-28-16,-1 4-12 15,3 2-1-15,-3 0-8 16,-4 0-16-16,-4-1-12 0,-4 2-7 16,-7 2-1-16,-2 3-11 15,-2 7-26-15,6-3-30 16,-19-34-13-16,4-6-46 15</inkml:trace>
  <inkml:trace contextRef="#ctx0" brushRef="#br0" timeOffset="172988.1841">20237 13063 204 0,'-24'6'20'15,"7"26"15"-15,-2 8 8 16,10-4-17 0,0 2-9-16,3-6 6 0,6 0-2 15,0-4-8-15,0-3-5 16,0-5-4-16,15-11 0 16,2 0-4-16,7-3-11 15,4-6-28-15,4 0-9 16,-21 0-50-16,-3-9-82 15</inkml:trace>
  <inkml:trace contextRef="#ctx0" brushRef="#br0" timeOffset="173160.2385">20205 12901 183 0,'-20'-29'118'15,"20"29"-74"-15,0-2-16 16,0 2-25-16,0 0-3 15,0 0-7-15,11 0-5 16,13 0-19-16,-16 0-79 16,1 0-78-16</inkml:trace>
  <inkml:trace contextRef="#ctx0" brushRef="#br0" timeOffset="174186.8032">20603 12787 151 0,'0'-3'57'0,"0"3"-30"16,0 0 13-16,0 0-14 15,0 7-16-15,0 22 20 16,0 5 2-16,0 10-11 15,0-1-7-15,-15 9-7 16,-12-5-4-16,-1-2-3 16,0-9-9-16,4-9-15 0,11-7-11 15,5-5-12-15,8-15-45 16,0 0-73 0</inkml:trace>
  <inkml:trace contextRef="#ctx0" brushRef="#br0" timeOffset="174585.9624">21296 12282 78 0,'0'-4'83'16,"0"4"-37"-16,0 0 9 15,0 0-13-15,0 0-26 16,0 14-4-16,-28 22 7 15,-8 10 2-15,-7 9-5 16,-6 7 4-16,-11-2-8 16,0-2-8-16,-7 5-3 15,7-5-1-15,4-8 0 0,15 0-7 16,1-11-22-16,12-14-17 16,28-25-40-16,0 0-52 15</inkml:trace>
  <inkml:trace contextRef="#ctx0" brushRef="#br0" timeOffset="174807.6567">20844 12381 181 0,'13'0'45'15,"14"0"-7"-15,1 18 14 0,13 23-5 16,2 7-13-16,-7 6-4 15,-3 0-9-15,-6 4-12 16,-7-5-4-16,-16 7-5 16,-4 0-3-16,0 0-30 15,0-3-25-15,0-44-38 16,0-8-61-16</inkml:trace>
  <inkml:trace contextRef="#ctx0" brushRef="#br0" timeOffset="175055.7388">21320 12872 12 0,'0'-2'157'0,"0"2"-104"16,0 9-20-16,0 26 19 0,-11 6-19 16,-6-1-19-16,6-2 4 15,7-2 3-15,4-7-6 16,0-2-3-16,0-9-2 15,0-6-1-15,0-4-4 16,19-5-5-16,9-3 0 16,9 0-8-16,10 0-12 15,-6 0-23-15,-29-17-43 16,-1 2-50-16</inkml:trace>
  <inkml:trace contextRef="#ctx0" brushRef="#br0" timeOffset="175209.6928">21348 12755 224 0,'0'0'38'15,"0"0"-36"-15,0 0-4 16,0 0-15-16,21 0-11 16,-6 0-17-16,-2 1-43 15</inkml:trace>
  <inkml:trace contextRef="#ctx0" brushRef="#br0" timeOffset="175407.4064">21721 12731 158 0,'0'0'91'0,"0"31"-82"0,4 0 61 15,3 12-21-15,-3-3-20 16,0 4-13-16,-4 1-8 15,0 2-7-15,0-3-1 16,0-7-8-16,-15-5-38 16,7-28-24-16,-1-4-48 15</inkml:trace>
  <inkml:trace contextRef="#ctx0" brushRef="#br0" timeOffset="175579.6333">21644 12931 220 0,'0'-15'69'16,"0"15"-52"-16,0 0 9 16,36 0 7-16,20 0-22 15,0 4 0-15,-7-2-8 16,2-2-3-16,-14 0-27 16,-26 0-39-16,-3 0-59 15</inkml:trace>
  <inkml:trace contextRef="#ctx0" brushRef="#br0" timeOffset="175785.7994">22105 12809 165 0,'0'0'40'0,"0"18"-17"16,0 27 51-16,4 11-32 0,11 2-9 16,-2 7 10-16,2-4-17 15,-2-5-10-15,2-6-11 16,-2-13-4-16,-5-7-1 15,3-13-10-15,-2-9-17 16,-1-8-24-16,7 0-14 16,-15 0-26-16,5-25-40 15</inkml:trace>
  <inkml:trace contextRef="#ctx0" brushRef="#br0" timeOffset="176505.1865">22068 12104 71 0,'-8'6'110'15,"8"-6"-71"-15,0 0 27 16,0 0-16-16,0 0-26 16,17 0-18-16,26 0 8 15,10 0 9-15,23 0-10 16,3 0 0-16,-2 0-4 16,-13 0-3-16,-16 0-4 15,-20 0-1-15,-16 0-1 0,-12 4 0 16,0-2 0-1,0 1 0-15,0 3-1 0,0 4 0 16,0 12 0-16,0 10 1 16,0 15 1-16,0 4 1 15,0 6-1-15,0 2-1 16,0 2 1-16,0-8-1 16,0 4 1-16,0-4 1 15,0-5 2-15,24-4-3 16,-5-7 0-16,-6-9-1 15,-2-3 0-15,-11-12 0 16,0 1 0-16,0-2 0 16,0 5-2-16,-39 1 2 15,-16 0 0-15,1-3 1 16,-6 0 0-16,8-5 0 0,1 2-1 16,6-3 1-16,17-9-2 15,9 3 1-15,10-3-14 16,5 0-18-16,4 0-8 15,0-6-23-15,0-12-156 16</inkml:trace>
  <inkml:trace contextRef="#ctx0" brushRef="#br0" timeOffset="176967.5174">22937 11828 84 0,'15'-16'93'16,"-15"16"-67"-16,0 0 25 16,9 0-16-16,10 30-22 15,2 11 26-15,12 10-6 16,1 1-5-16,7 7-9 15,-5 10-2-15,7 6-5 16,-2 10 0-16,-5 7 8 16,-4 1-12-16,-12 1-6 15,-12 1-1-15,-8-3 1 0,0-2-1 16,0-6 0-16,0-5 3 16,-8-8-1-16,-29-6 1 15,-6-9 2-15,3-4-4 16,3-10 1-16,-6 1-2 15,7-12-1-15,-1-3 2 16,9-3 1-16,-4-4-3 16,13-9 0-16,0-3-3 15,6 0-1-15,-7-3-8 16,-1 4-13-16,-3-4-10 16,-3-4-17-16,-1-2 5 15,19 0-69-15,-2 0 105 0</inkml:trace>
  <inkml:trace contextRef="#ctx0" brushRef="#br0" timeOffset="181765.3774">17764 14470 97 0,'-5'-17'64'0,"5"3"-43"15,0 3 14-15,0-1-5 16,0 6-5-16,0 1-6 16,0 4 2-16,0 1 3 15,0 0-7-15,0 0-7 16,0 0-4-16,0 0-1 16,0 0-2-16,0 0-2 0,0 0 0 15,0 0 2 1,0 0 4-16,0 0 5 15,0 0 2-15,0 0 1 0,0 0-5 16,0 0-1-16,0 0 1 16,0 0-10-16,0 17-1 15,0 12 1-15,0 9 0 16,0 5 5-16,0 2-4 16,0-3 0-16,-4-6 1 15,-7-3-2-15,3-8-4 16,-1-5-9-16,-1-3-16 15,5-10-21-15,1-1-15 16,4-6-28-16,0 0-36 16</inkml:trace>
  <inkml:trace contextRef="#ctx0" brushRef="#br0" timeOffset="181975.964">17931 14363 90 0,'0'-8'125'16,"0"8"-90"-16,0 0 3 16,0 25 6-16,17 23-15 15,7 14 3-15,-5 6-12 16,-10 0-13-16,-9 0-3 16,0 0-4-16,0-6-10 15,-9-3-29-15,-6-48-38 16,-4-4-70-16</inkml:trace>
  <inkml:trace contextRef="#ctx0" brushRef="#br0" timeOffset="182665.5932">15923 15782 80 0,'13'-7'99'0,"-13"7"-70"16,7 0 6-16,-3-5 20 15,0 5-20-15,1 0-19 16,-1 0-2-16,-4 0 9 16,0 0-5-16,0 25-8 15,0 36 3-15,15 15 9 0,-7 11-11 16,5 2-5-16,-2-5-3 16,-7-5-2-16,1-9 0 15,-5-7 1-15,0-12-2 16,0-6 0-16,0-12 0 15,0-9-11-15,0-6-12 16,-5-7-14-16,-3-11-11 16,-7 0-17-16,10 0-18 15,-3-23-122-15</inkml:trace>
  <inkml:trace contextRef="#ctx0" brushRef="#br0" timeOffset="182906.3182">15576 15766 141 0,'0'-14'62'0,"4"8"-47"16,71-1 55-16,18-4-8 15,18-3-30-15,18 1-3 16,-13 0-10-16,-9-4-6 15,-19 9-13-15,-24 5-4 16,-19 3-22-16,-13 0-15 16,-21 0-42-16,-11 8-48 0</inkml:trace>
  <inkml:trace contextRef="#ctx0" brushRef="#br0" timeOffset="183124.7009">15919 16081 103 0,'0'19'62'0,"60"-19"-8"16,24 0 19-16,8-5-20 16,-4-14-19-16,-15 5-17 15,-26 3-17-15,-15 9-11 16,-23 2-18-16,-9 0-40 15,0 0-49-15,-4 13-35 0</inkml:trace>
  <inkml:trace contextRef="#ctx0" brushRef="#br0" timeOffset="183319.7763">15720 16662 38 0,'0'35'115'15,"15"-35"-74"-15,62 0 20 16,19 0 4-16,16 0-21 16,-1-11-3-16,5 3-28 15,-19-3-13-15,-5 3-9 0,0-3-26 16,-72 6-62-16,-1-7-42 16</inkml:trace>
  <inkml:trace contextRef="#ctx0" brushRef="#br0" timeOffset="183668.8898">17260 15560 180 0,'-41'0'39'0,"22"18"-10"15,4 32 18-15,2 14-12 16,4 19-18-16,9 3-1 16,0 6 10-16,0-3-8 15,0-6-4-15,0-10-1 16,0-5-4-16,0-7-7 15,9 0-2-15,19-12-5 16,12-12-17-16,12-11-18 16,8-19-23-16,9-7-33 0,-42 0 1 15,1-27 0-15</inkml:trace>
  <inkml:trace contextRef="#ctx0" brushRef="#br0" timeOffset="184166.2798">17991 15813 26 0,'0'-44'228'16,"-34"44"-195"-16,-11 8-19 15,-2 39 21-15,10 14-15 16,5 18-7-16,13 3-6 16,6-3-2-16,13-12 6 0,0-13-4 15,0-19-4 1,0-12 0-16,0-15-2 0,0-8-1 15,0 0-3-15,0 0-15 16,8-3-4-16,16-27-6 16,4-7 17-16,8-7-11 15,-8 10-13-15,4 13 3 16,-8 13 19-16,-1 8 10 16,1 6 3-16,-3 32 0 15,3 18 7-15,4 13 9 16,-9 9-9-16,-6 11 9 15,-13-3-4-15,0 2-8 16,0-4-2-16,-41-16 0 16,-2-7-2-16,-2-18 2 15,9-19 12-15,-3-13 1 0,12-11 1 16,-1 0 16-16,10-30 0 16,-5-22-3-16,4-15-5 15,14-12-18-15,5-2-4 16,0-2-2-16,0 10-6 15,52 8-1-15,4 11-1 16,-1 11-2-16,5 13-23 16,-4 0-25-16,-43 30-13 15,6-3-50-15</inkml:trace>
  <inkml:trace contextRef="#ctx0" brushRef="#br0" timeOffset="184464.8704">18900 15367 133 0,'-36'0'44'0,"0"18"-23"15,-3 41 45-15,2 12-20 16,5 6-20-16,4 2 8 15,11 2 0-15,7-4-6 16,10-4-10-16,0-8-4 16,0-8-7-16,0-10-7 15,38-10-1-15,7-10-6 0,7-13-13 16,8-12-12-16,4-2-10 16,0 0-24-16,-40-24 8 15,0-6-69-15</inkml:trace>
  <inkml:trace contextRef="#ctx0" brushRef="#br0" timeOffset="184682.4911">19649 15343 218 0,'0'0'59'16,"0"24"-19"-16,-28 22 4 15,-8 15-16-15,-1 12-12 16,1 2 4-16,-11 6-7 0,2 7-5 15,-7-1-7-15,-4-4-1 16,11-4-9-16,-2-19-25 16,15-19-13-16,13-25-10 15,19-16-37-15,0-8-22 16</inkml:trace>
  <inkml:trace contextRef="#ctx0" brushRef="#br0" timeOffset="184919.1593">19229 15461 101 0,'0'-20'120'15,"0"20"-84"-15,0 14 22 16,38 23 6-16,12 10-16 0,10-4-10 16,0 6-8-16,-5-6-9 15,-3 6-6-15,-11-2-14 16,-5 1-1-16,-2-4-7 15,-1-1-17-15,-12-13-13 16,-6-6-12-16,-6-13-22 16,-9-9-9-16,0-2-6 15,0 0-56-15</inkml:trace>
  <inkml:trace contextRef="#ctx0" brushRef="#br0" timeOffset="185200.18">20057 15302 211 0,'19'0'49'0,"22"0"-27"16,10 22 37-16,-6 15-19 16,2 13-19-16,-19 3-12 15,-9 16-5-15,-19 1 1 16,0 5 0-16,0-1-5 15,-38-2-3-15,-3-13-12 16,-2-7 1-16,11-17 11 16,11-14-11-16,6-10-3 0,10-11 1 15,5 0-10 1,0 0-20-16,0-19-27 16,0-7-39-16</inkml:trace>
  <inkml:trace contextRef="#ctx0" brushRef="#br0" timeOffset="185618.9708">20805 15153 56 0,'56'0'88'15,"-13"0"-30"-15,2 13 15 16,-9 25-9-16,-8 9-30 16,-4 15-13-16,-16 1 0 15,-8 5 1-15,0-1-9 16,0-2 6-16,0-2-14 16,0-1 0-16,-17-3-4 15,-15-1 0-15,-5-4 0 16,-5-5 0-16,5-6 0 15,-10-5 0-15,-2-5 0 16,1-1 1-16,8-2-2 16,1-2-1-16,7 1-4 15,4-2 2-15,7-2 0 0,6-3 1 16,6-15 1-16,-2 0 0 16,11-7 1-16,0 0-1 15,0 0-7-15,0 0-16 16,0-5-33-16,0-4-38 15,0-7-136-15</inkml:trace>
  <inkml:trace contextRef="#ctx0" brushRef="#br0" timeOffset="185815.8108">21352 15950 118 0,'0'0'172'16,"4"0"-160"-16,1 0-8 15,-5 0 21-15,4 0-25 16,-4 0-87-16,0 0-111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01:42.923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19404 4917 39 0,'-23'-22'15'0,"1"-1"-1"15,-1 10-5-15,14 1-5 0,3 5-2 16,2 6 5-16,4 1 0 16,0-5 2-16,0 5-1 15,0 0-4-15,-5 0-4 16,-3-1-1-16,-3-5-11 16,-2-2-16-16,5-1 10 15,-3 3 9-15,11 6-7 16,0 0-18-16</inkml:trace>
  <inkml:trace contextRef="#ctx0" brushRef="#br0" timeOffset="142.7623">19404 4917 39 0,'-120'-144'44'15,"120"126"-24"-15,0 3-7 16,0 2-4-16,0-4-1 16,0 3 4-16,0-2-5 0,-8-5-1 15,-7-3 5-15,2-4-11 16,-11-5-7-16,11 22-31 15,-2 0-45-15</inkml:trace>
  <inkml:trace contextRef="#ctx0" brushRef="#br0" timeOffset="1144.8722">18568 3863 10 0,'0'0'174'0,"0"0"-137"16,0 0 6-1,0 0 9-15,0 0-12 0,0 0-10 16,0 0 5-16,0 0-3 15,9 0-4-15,-9 0-7 16,4 0-6-16,2-1-2 16,-6 1-7-16,9 0 1 15,14-5-1-15,23-2 2 16,33-11 2-16,22 0 6 16,19-2-2-16,19-3-8 15,9 4-1-15,24-3-2 16,17-1-1-16,19 3 0 0,15-2 0 15,6 1-2-15,7-4 1 16,24 1 0 0,-1-6 0-16,5-4 0 0,0 1 0 15,-7-7 0-15,-6 6 1 16,-15 0-2-16,-28 8 0 16,-28 7 0-16,-27 4 0 15,-14 4 0-15,-15 0 0 16,-19 4-1-16,-6 0 2 15,-17 1 1-15,-7-3-2 16,4-1 0-16,-10-1 0 16,10-2 1-16,-6-1-1 15,2 0 0-15,-2 4 1 16,-13 1-1-16,0 2 0 16,-4 3-1-16,0 0 1 0,-5-2 0 15,-10 3-1-15,0-3 1 16,1 4-3-16,-1 2 3 15,-4-4 0-15,6 3 0 16,-11 1-1-16,0 0 0 16,-9-2 0-16,-5 2-1 15,-14 0 1-15,-4 0 0 16,0 0 1-16,0 0 0 16,0 0-1-16,0 0-1 15,0 0 0-15,0 0 0 16,6 0-5-16,-1 0 4 15,-1 0 0-15,0 0 3 0,5-4 0 16,-9 4 0-16,0 0 0 16,0-2-1-16,0 2-3 15,11 0-11-15,1 0-6 16,12 0 5-16,8 0 8 16,0 0-7-16,5 0-7 15,-18 0-4-15,-10 0-4 16,-9 0-17-16,0 0-18 15,0 2-48-15,-32 4-87 16</inkml:trace>
  <inkml:trace contextRef="#ctx0" brushRef="#br0" timeOffset="2129.0247">19465 4398 73 0,'10'-34'88'16,"-10"23"-33"-16,0 0 14 15,0-4 2-15,0 4-21 16,0 3 0-16,0 0 0 15,0 6-7-15,0 0-13 16,0 2-9-16,0 0-10 16,0 0-5-16,0 0-5 15,0 0-1-15,0 0-3 16,0 0-1-16,0 9-5 0,-28 28-6 16,-23 16 2-1,-13 18 3-15,-12 8 7 0,8-4-2 16,-7-1 1-16,10-13-2 15,10-3-1-15,10-12-6 16,8-10 1-16,18-10-2 16,4-11-3-16,11-7-2 15,4-6-1-15,0 1-1 16,0-3-6-16,0 2-3 16,0-2 5-16,0 0-9 15,0 0-11-15,0 0-8 16,0 0-2-16,0-2 11 0</inkml:trace>
  <inkml:trace contextRef="#ctx0" brushRef="#br0" timeOffset="2443.6755">18828 4357 16 0,'-5'-35'113'0,"5"32"-63"15,0-2 0-15,0 5 2 16,0 0-16-16,0 0-10 16,0 0-13-16,5 21-13 15,35 30 5-15,16 16 20 0,0 6-10 16,0 1-8 0,-11 0-5-16,2-3 1 0,-11-8 0 15,1-6-3 1,-9-5 2-16,-1-9 0 0,-3-5-1 15,0-8 0-15,-11-8-1 16,2-3 0-16,-3-8-19 16,8 2-21-16,3-13-25 15,-18 0-32-15,3 0-5 16</inkml:trace>
  <inkml:trace contextRef="#ctx0" brushRef="#br0" timeOffset="2704.2332">19728 4804 75 0,'0'0'96'0,"-13"0"-72"15,-10 0 21-15,4 23-3 16,6 7-27-16,8 5-7 16,5 5 3-16,0 1-2 15,0-2 2-15,0-7-2 16,0-6-4-16,18-1 1 15,5-5-3-15,1-9-1 16,8-4-2-16,0-4-1 16,0-3-1-16,0 0-22 15,5 0-20-15,-9-19 1 16,-24-3-25-16,-4 1-30 0</inkml:trace>
  <inkml:trace contextRef="#ctx0" brushRef="#br0" timeOffset="2864.5984">19840 4710 154 0,'-15'-19'74'0,"15"13"7"15,0 1-24-15,0-1-39 16,0 6-17-16,0 0-1 16,0 0-16-16,0 0-39 15,0 0-31-15,19 0-23 16</inkml:trace>
  <inkml:trace contextRef="#ctx0" brushRef="#br0" timeOffset="3079.386">20256 4766 142 0,'0'4'49'0,"0"-1"-3"16,0 9-15-16,0 7-27 15,0 16-4-15,0 3 9 16,0 10-2-16,0-3-6 16,0 4 0-16,0-3-1 15,0 4 0-15,0-6-28 16,-15-5-26-16,11-33-28 16</inkml:trace>
  <inkml:trace contextRef="#ctx0" brushRef="#br0" timeOffset="3275.0255">20104 5012 118 0,'-5'-24'80'0,"5"23"-50"16,0-5 25-16,18-2-19 16,33 4 3-16,5-5-4 15,-7 7-30-15,3 2-5 16,3 0-1-16,5 0-26 15,1 0-23-15,-42 0-36 0,-6 0-24 16</inkml:trace>
  <inkml:trace contextRef="#ctx0" brushRef="#br0" timeOffset="3477.3112">20741 4833 50 0,'0'-4'77'16,"0"4"-50"-16,0 11-5 15,0 33 16-15,0 14-3 16,0 9-20-16,0 4 3 16,0 3-2-16,8-6-14 15,16-6 7-15,4-14-9 16,4-14-2-16,7-12-8 0,-3-9-40 16,-27-13-30-16,-1 0-24 15</inkml:trace>
  <inkml:trace contextRef="#ctx0" brushRef="#br0" timeOffset="3747.1745">21204 4563 152 0,'-19'-13'91'15,"19"13"-58"-15,0-8 22 16,51 0-17-16,22-3-6 16,11 0 6-16,-1 0-25 15,1 6-10-15,4 5-3 16,21 0 0-16,7 0-9 16,4 0-12-16,7 0-17 15,-18 0-22-15,-81 0-17 16,-9 0-25-16</inkml:trace>
  <inkml:trace contextRef="#ctx0" brushRef="#br0" timeOffset="4041.2778">23220 3812 187 0,'37'-41'51'15,"-33"35"-7"-15,-4 6 7 16,0 0-29-16,0 0-14 16,0 0-2-16,0 34-4 15,-37 20-1-15,-23 16 4 16,-10 9 6-16,-8 4-3 16,-1 5-1-16,6 0-4 15,-2-6-1-15,19 0 1 16,16-14-3-16,12-13-3 15,8-15-9-15,16-10-14 0,0-8-25 16,4-22-28-16,0 0-49 16</inkml:trace>
  <inkml:trace contextRef="#ctx0" brushRef="#br0" timeOffset="4316.462">22497 3934 165 0,'0'-24'38'0,"0"24"9"15,20 0 10-15,20 0-41 16,20 26 32-16,-4 16-11 0,9 6-8 16,-5 9-21-16,15 9-3 15,-2 4-3-15,6 3 2 16,0 1-3-1,-10-5 0-15,-5-3-1 0,-12-9-1 16,-5-3-14-16,-6-13-14 16,-9-6-11-16,0-11-29 15,-32-24-37-15,4 0-4 16</inkml:trace>
  <inkml:trace contextRef="#ctx0" brushRef="#br0" timeOffset="4579.5027">23737 4324 122 0,'0'9'35'0,"0"37"11"16,-9 6 6-16,-1 7-21 16,5-4-12-16,5-7 8 15,0-10-4-15,0-6-15 16,0-10 1-16,0-5-5 15,5-4-1-15,14-1-3 16,-4-5 1-16,11-3-1 16,2-4-8-16,15 0-8 15,2-4-14-15,-2-26-29 16,-35 14-41-16,-4 1-67 16</inkml:trace>
  <inkml:trace contextRef="#ctx0" brushRef="#br0" timeOffset="4745.5425">23829 4050 241 0,'0'-43'90'16,"0"27"-70"-16,0 5 0 16,0 7-11-16,0 4-9 15,0 0-10-15,0 0-40 0,-23 0-92 16</inkml:trace>
  <inkml:trace contextRef="#ctx0" brushRef="#br0" timeOffset="5816.3761">16256 1893 112 0,'-32'-7'67'0,"4"1"-15"16,0 2 1-16,-4 4-21 15,0 0-10-15,-9 0-17 16,-2 0-3-16,2 0 4 16,-2 12-1-16,-2 12 0 15,-11 14 0-15,-12 23-5 16,-12 22 0-16,-3 12 0 16,-1 8 0-16,16-2 0 15,12-15 0-15,19-6 0 0,14-15-2 16,10-12 2-16,9-1-1 15,4-8 1-15,0-9 0 16,0-4-3-16,0-11-13 16,0-6-22-16,4-3-25 15,4-11-24-15,-3 0-10 16</inkml:trace>
  <inkml:trace contextRef="#ctx0" brushRef="#br0" timeOffset="6110.5825">15211 2582 58 0,'-15'20'17'0,"2"23"22"16,5 11-4-16,4 2-12 16,-3-1 3-16,3-6 0 15,4-6-4-15,0-4-13 16,0-9 0-16,0-12 2 15,0-5-1-15,0-3-6 16,0-5 0-16,28-5 9 16,4 0 4-16,15 0 1 15,5-15-2-15,12-19-2 16,9-13-9-16,2-4-5 16,6-1-11-16,3 3-24 0,-60 31-38 15,-5 7-46-15</inkml:trace>
  <inkml:trace contextRef="#ctx0" brushRef="#br0" timeOffset="6678.7884">16775 606 104 0,'0'-21'41'0,"0"18"-5"0,0 0-2 16,0 3-18-1,0 0 1-15,0 0 9 0,0 0 4 16,-7 0-11-16,-10 0-9 15,-2 0-5-15,-9 14-5 16,5 33-4-16,-10 20 3 16,6 18 1-16,9 7 0 15,3 2 2-15,15-4 3 16,0-9-1-16,0-10-1 16,11-5-3-16,26-16 3 15,-1-7-3-15,11-7 0 16,-6-8-1-16,6-8 1 0,9-9 0 15,-3-7 0 1,14-4-14-16,10 0-10 0,3-14-12 16,-53-10-25-16,-9-1-46 15</inkml:trace>
  <inkml:trace contextRef="#ctx0" brushRef="#br0" timeOffset="6942.5499">18124 650 102 0,'0'-16'76'16,"0"16"-31"-16,0 0-6 16,-19 6-23-16,-18 37-16 0,-8 23 0 15,-11 17 3-15,-4 7 11 16,0-3-7-16,0-3 0 15,5-6-6-15,7-10 1 16,3-3-2-16,7-13 0 16,12-8-14-16,11-11-22 15,11-10-31-15,4-23-9 16</inkml:trace>
  <inkml:trace contextRef="#ctx0" brushRef="#br0" timeOffset="7185.1734">17440 973 112 0,'-13'-21'89'15,"13"21"-50"-15,0 0 3 16,0 0-6-16,0 13-16 16,32 25-4-16,13 14-2 15,2 5-6-15,13 2-3 16,5 0-2-16,-1-1-2 15,0-10-1-15,1 0 0 16,6-11-14-16,-3-4-18 16,16-11-26-16,-61-22-32 15,5 0-20-15</inkml:trace>
  <inkml:trace contextRef="#ctx0" brushRef="#br0" timeOffset="7377.0437">18692 1366 112 0,'0'29'41'16,"0"2"13"-16,0 6-6 16,0-2-31-16,-4-7-5 15,4 2-8-15,0-5-2 16,0-3-2-16,0-7-1 16,19 0-1-16,3-4-6 15,-3-8-17-15,9-3-29 16,-19 0-6-16,-5 0-14 15</inkml:trace>
  <inkml:trace contextRef="#ctx0" brushRef="#br0" timeOffset="7527.2771">18828 1270 104 0,'-15'-29'100'0,"15"25"-34"15,0-3-32-15,0 0-32 16,0 2-2-16,19-4-3 15,17 2-17-15,11-2-34 16,-34 9-35-16</inkml:trace>
  <inkml:trace contextRef="#ctx0" brushRef="#br0" timeOffset="7717.2949">18828 1270 13 0,'304'-99'48'15,"-304"130"-5"-15,0 4 2 16,13 11-18-16,6 0-9 16,-4 3-7-16,-6-6-2 15,4-1-8-15,-3-5-1 16,-10-5-1-16,0-2-37 16,0-30-25-16</inkml:trace>
  <inkml:trace contextRef="#ctx0" brushRef="#br0" timeOffset="7897.4075">19100 1426 38 0,'0'-5'55'16,"24"-1"-34"-16,40 4 30 16,9-7-9-16,-2 5-20 15,-16-1-17-15,-10-1-5 16,-2 1-7-16,-17-4-31 15,-26 5-18-15,0-5-54 16</inkml:trace>
  <inkml:trace contextRef="#ctx0" brushRef="#br0" timeOffset="8060.442">19552 1241 21 0,'0'0'53'16,"0"0"-25"-1,0 7 2-15,5 25 5 0,-1 4-13 16,7 1-1-16,-3 0 3 15,-3 1-16-15,5-2-5 16,-5-6-2-16,-5 0-1 16,0-2-6-16,0-4-27 15,0-21-39-15</inkml:trace>
  <inkml:trace contextRef="#ctx0" brushRef="#br0" timeOffset="8419.831">19784 1123 94 0,'-8'0'100'16,"8"0"-43"-16,0-17-8 0,40-6-19 15,16-1-18 1,8 5 0-16,1 6-7 0,-5 6-5 15,4-1-1-15,3 5-6 16,1-3-40-16,-44 1-37 16,-1-2-35-16</inkml:trace>
  <inkml:trace contextRef="#ctx0" brushRef="#br0" timeOffset="8654.5775">21032 523 79 0,'0'-16'106'0,"0"16"-59"16,0 7-15-16,-27 52-23 15,-29 20 0-15,-13 23 6 16,-6 3-9-16,-13 1 3 16,0-3-4-16,7-8-5 15,6-17 2-15,19-8-1 16,7-9-1-16,14-12-10 15,9-7-32-15,26-42-36 16,0 0-23-16</inkml:trace>
  <inkml:trace contextRef="#ctx0" brushRef="#br0" timeOffset="8888.2235">20247 861 120 0,'-10'-31'96'0,"10"31"-55"16,0 0-12-16,0 0 2 16,43 26-18-16,17 23 20 15,4 11-7-15,-4 10-19 16,0 3-2-16,0 1-3 16,-4-1-2-16,4-8-24 15,-11-1-12-15,3-11-10 16,-5-9-24-16,-38-38-5 0,-1-6-24 15</inkml:trace>
  <inkml:trace contextRef="#ctx0" brushRef="#br0" timeOffset="9109.5005">21361 1489 138 0,'0'16'53'16,"0"5"-10"-16,0 1-5 15,0 6-13-15,0 2-5 16,8-6-12-16,11-3-7 16,1-1-1-16,1-5 0 15,3-3-1-15,-1-6 0 16,5-6-10-16,4 0-5 0,9 0-5 16,2-31 3-16,2-9-24 15,-34 17-41-15</inkml:trace>
  <inkml:trace contextRef="#ctx0" brushRef="#br0" timeOffset="9246.3745">21624 1272 42 0,'-23'-28'59'0,"23"28"-25"16,0 0-10-16,0 0-24 16,0 0-30-16,0 0-48 15</inkml:trace>
  <inkml:trace contextRef="#ctx0" brushRef="#br0" timeOffset="9730.4577">21453 1088 114 0,'-37'0'101'0,"37"0"-47"16,0 0 8-16,0 0-15 15,0-5-28-15,0 5-12 16,0 0-1-16,0 0-6 16,0 0 0-16,0 0-4 15,0 0-4-15,-4 0-9 16,-7 0 1-16,7 0 2 16,0 0 10-16,-9 0 4 15,-11 0 4-15,-8 0 1 16,-15 0-5-16,2 5 0 0,-2 6-7 15,19-2-8 1,11-3 8-16,10-3-1 0,7-3 1 16,0 0-4-16,0 0 1 15,15 0 10-15,26-5 6 16,10-12 7-16,10-3-8 16,7-3-5-16,3 5-24 15,-43 8-65-15</inkml:trace>
  <inkml:trace contextRef="#ctx0" brushRef="#br0" timeOffset="10189.5323">22152 536 165 0,'21'-51'72'15,"-10"32"1"-15,-2 8-9 16,-9 5-15-16,4 6-24 16,-4 0-17-16,15 0-8 15,17 19-12-15,24 38 0 16,17 24 12-16,6 22 5 16,-10 20-2-16,-18 5 0 15,-23 2-1-15,-23-5-2 16,-5-11-1-16,0-10-2 15,-24-15 0-15,-12-14 1 0,-1-14 2 16,-2-14-2-16,7-9 2 16,-4-7 0-16,8-9 2 15,4-6 0-15,3-8-1 16,10-3 0-16,3-2 1 16,3-3-1-16,5 0 0 15,0 0 0-15,0 0-1 16,0 0 1-16,0 0 0 15,0 0-1-15,0 0-4 16,-4 0-6-16,4 0-12 16,-11 0-11-16,3 0-14 15,-1 0-31-15,5 0-42 0</inkml:trace>
  <inkml:trace contextRef="#ctx0" brushRef="#br0" timeOffset="38845.686">19492 2162 58 0,'-36'-9'111'16,"27"4"-85"-16,3 3 14 15,2-4 6-15,4 6-9 16,0-2-14-16,-5 2-8 15,5-3 2-15,-8 1 4 16,-3-4-3-16,-2 3-4 16,-6 1 1-16,-3-4-3 15,-1-2-3-15,-9 2-5 16,0-2-4-16,-11 4 1 16,2-3 1-16,-2 3-2 15,-2-3 0-15,2 7 1 0,-6 0-1 16,2 0-1-1,6 0 1-15,4 0 0 0,3 0 1 16,-2 0-1-16,3 0 0 16,-3 0 1-16,-5 19-1 15,-6 3-1-15,-5 5 1 16,-3 8-1-16,-5 1 1 16,0 2 0-16,4-1 0 15,-4 5 0-15,-9-4-1 16,5-4 2-16,-1-4 23 15,1 7-22-15,8-3-2 16,5-1 0-16,-5 4 0 0,11 3 0 16,2-9 0-1,7 2 0-15,8-1-2 0,9-2 1 16,6 2 0-16,-2 2-1 16,2 4 1-16,-2 2 1 15,2 3 1-15,0 4-1 16,-2-4 0-16,2 0 0 15,-2-1 1-15,7 1-1 16,-1 0-1-16,-6 6 1 16,2 2 0-16,-2-2 0 15,2 3 0-15,-2-1 0 16,11 4 0-16,0 1 0 16,-1 0 0-16,5-3 0 15,0 1-1-15,0 4 1 16,0-4 1-16,0 0-1 15,28-3 0-15,0-1 0 0,0 0 0 16,4 0 0-16,0 0 0 16,5 5 0-16,4 3 0 15,10-1 0-15,-4 0 2 16,7-1-1-16,-3 2 0 16,1-4 2-16,-1-3 2 15,9 1-5-15,5 0 2 16,8-6-1-16,6 3 2 15,0-6-2-15,3-7 1 16,1 0 3-16,1-7-3 16,8-2-1-16,-4-1 2 0,4 2 2 15,1-3-5-15,-5-4 2 16,0 4-2-16,4-1 0 16,0 0 0-16,7-2 0 15,-7 0 0-15,0-4 0 16,0-5 0-16,1 2 0 15,-1-2 1-15,-4 1-1 16,0-3 0-16,4 2-1 16,0-2 1-16,3-6 0 15,5 4 0-15,-12-8 0 16,4 3 0-16,1-2 0 16,-1 2 0-16,-4-2 0 15,0 1 0-15,0-3-2 0,0 0 2 16,0 0 0-1,0 0 0-15,0 0 0 0,8 0 0 16,11 0-1-16,-2 0 1 16,11 0-2-16,-4 0 2 15,-1-9 0-15,5 2 0 16,-7-2 0-16,3 0 0 16,0 2-1-16,-7 2 1 15,6-3-1-15,-8 3 1 16,-2-4-2-16,-5 5 1 15,-3-5-1-15,-5 0 2 16,0 2-2-16,-5-8 2 16,-3 5-1-16,7-6 1 15,-9 3 0-15,-3-2 0 0,4-3 0 16,-6 3 0-16,11-5 0 16,-1 2 0-16,5 0-3 15,0-1 2-15,0 0 0 16,4 0 1-16,-10 1-1 15,2-5-2-15,-9 2 2 16,-15-2 1-16,4-2-1 16,-13 0 1-16,-5-4 0 15,-4 2 0-15,-5 1 0 16,4-10 0-16,2-2 0 16,-7-2 1-16,5-4-1 15,-3-5 0-15,-1-11-2 16,-5-9 1-16,4-5-4 0,-3 4 2 15,-1 4-3 1,0 6-4-16,-4 10 5 0,-5-3-3 16,-8 7 3-16,-2 0 3 15,-4 0 2-15,2-2-1 16,-7-4-1-16,-4 3 1 16,4-6 1-16,-4-1-6 15,0-2 2-15,0-1 1 16,0 2-6-16,0 0 8 15,0 2-3-15,0 4 3 16,0 0 1-16,-19-4 0 16,-9-3 0-16,-13-5 0 15,-4-9 0-15,-2 4-1 16,-17 0 0-16,-1 9 1 0,5 5-1 16,-15 5-1-16,7 8 2 15,-7 5 0-15,2 5 0 16,2 3 1-16,-2-2 2 15,9 6 1-15,-12-3-2 16,8 5 6-16,-1 3-7 16,-2 1 1-16,-1 3 1 15,-4-1-3-15,4 0 1 16,-4 3 0-16,8-1 0 16,-7-2 0-16,2-1-1 15,-2 1 0-15,-2 3 1 16,-11-3 1-16,-5 0-1 15,5-2-1-15,0 5 0 0,1-3 0 16,7 5 2-16,16 3-2 16,-5-3 0-16,18 5 12 15,-1-3-12-15,-8-2 3 16,0 1-3-16,-8 2 0 16,-12 1 0-16,-3 3-1 15,-10 4 0-15,5 0 1 16,7 0-1-16,6 0 1 15,-5 6 0-15,-1 7 0 16,-7 1 0-16,-11 2 0 16,3 1 1-16,-1-4-1 15,5 4 0-15,0-3 1 0,8-3-1 16,20 0 0-16,12-7 1 16,5-1 1-16,11 0-2 15,-5-1 0-15,-2-2 4 16,-2 0 2-16,2 0-6 15,2 0 1-15,-10 0 0 16,-9 0 1-16,-13 0-2 16,-15 0-1-16,-9 6 0 15,-5 4 1-15,-4-1-1 16,-1 1 1-16,0 7-1 16,2-6 1-16,-7 3 0 15,5-4 0-15,6-1 0 16,9-2 0-16,4 2 0 0,13-4 0 15,11 3 0-15,4-1 0 16,19-7 0-16,9 0 1 16,4 0-1-16,8 0 2 15,-3 0-2-15,10 0 0 16,-6 0 1-16,-3 0 1 16,-6-7 1-16,-4-4 1 15,-6-2-4-15,-7 1 4 16,-3 0 1-16,-3-2-4 15,2 0 9-15,10 3-5 16,7 1-4-16,15 7 3 16,6 3-4-16,11 0 0 0,0 0-4 15,0 0-20 1,0 0-22-16,0 0-23 0,-4 0-22 16,-9 0-91-16</inkml:trace>
  <inkml:trace contextRef="#ctx0" brushRef="#br0" timeOffset="40518.1977">16335 5383 47 0,'0'-22'118'15,"0"9"-101"-15,0-1 3 16,-4-1 12-16,-2-3-12 15,1 0-10-15,1 0 11 16,-5-2 4-16,-6 3-9 16,7-4 1-16,-5 1 4 15,-6 1-5-15,8-1 2 16,-11 5-4-16,3 6 3 16,6 2-3-16,3 7-5 15,-3 0-3-15,-7 0-2 16,-1 0-4-16,-11 33-4 15,-11 15-1-15,2 16 1 16,2-2 2-16,14 2 1 0,5-9 0 16,12-8-1-16,8-7 1 15,0-9-1-15,0-6-2 16,4-5-1-16,28-7 3 16,5-4-1-16,-5-7-1 15,2-2-3-15,-8 0 3 16,6-11 4-16,-8-24 3 15,-1-8 2-15,1-8-2 16,-7-10-3-16,-6-2-4 16,-7-4-3-16,-4-10 0 0,0 5 2 15,-19 9 0-15,-9 14 3 16,0 23 2-16,15 14 2 16,9 10 6-16,-3 2 3 15,3 0-9-15,4 0-2 16,0 0-3-16,0 19-3 15,0 18 6-15,4 9 0 16,20 7 2-16,0 1 3 16,-1 4 4-16,-10 3-4 15,6-4-1-15,-10 0-1 16,6-11-1-16,-6-5-1 16,-1-9-1-16,-4-9 0 15,3-10-1-15,-3-11-19 16,5-2-22-16,-1 0-31 15,-1 0-22-15,-7-25 8 0</inkml:trace>
  <inkml:trace contextRef="#ctx0" brushRef="#br0" timeOffset="40770.2717">16451 4896 151 0,'0'-19'94'15,"0"19"-60"-15,0 7-7 16,0 40-15-16,0 17 0 16,4 11 16-16,1 3-2 15,3-6-3-15,7-2-10 0,-6-10-9 16,6-9-1-16,-2-12-1 16,-5-10-2-16,-3-6 0 15,5-12-4-15,3-10-25 16,-2-1-20-16,6 0-37 15,-17-12-20-15,0-13-27 16</inkml:trace>
  <inkml:trace contextRef="#ctx0" brushRef="#br0" timeOffset="41028.7178">16256 4872 99 0,'-28'-15'123'15,"28"12"-76"1,0-4-6-16,0 4-5 0,0-7-26 16,43-1-3-16,6-2 22 15,7-1-7-15,4 3-3 16,4 2-9-16,-4 3-7 16,-8 6-3-16,-1 0 0 15,-10 0 0-15,6 0-16 16,-10 0-25-16,-14 0-14 15,-10 0-36-15,-13 8 5 16,0-1-47-16</inkml:trace>
  <inkml:trace contextRef="#ctx0" brushRef="#br0" timeOffset="41252.2504">16432 5242 125 0,'0'0'37'15,"8"0"12"-15,48 0 12 16,15 0-17-16,-2-4-1 16,10-18 6-16,-19 2-13 15,-15 3-17-15,-13 10-15 16,-17 1-3-16,-11 6-1 16,-4 0 0-16,0 0-12 15,0 0-24-15,0 0-14 16,0-5-29-16,0 3-45 15</inkml:trace>
  <inkml:trace contextRef="#ctx0" brushRef="#br0" timeOffset="41641.2284">16035 5757 143 0,'-28'22'42'0,"24"-22"-16"0,4 0 20 16,0 0-24-16,0 0-9 15,0 0 1-15,0 0 6 16,36 0 0-16,16 0 15 15,12 0 2-15,13-13-2 16,16-9-17-16,9 0-3 16,4-2-8-16,-8 0-3 15,-14 0-2-15,-15 4-1 16,-9 2 1-16,-9 3-2 16,-14 4-1-16,-10 7-5 15,-14 0-7-15,-8 4-7 16,-5 0-17-16,0 0-14 0,0 0-34 15,0 0-22-15</inkml:trace>
  <inkml:trace contextRef="#ctx0" brushRef="#br0" timeOffset="42210.8377">16603 5843 94 0,'-64'6'56'0,"25"3"-35"0,3 5 16 16,4 5-8-16,4 7-15 15,-4 10-6-15,4 11 2 16,4 4 3-16,3 4-8 15,1-2 8-15,12-6 0 16,8-10 0-16,0-4-6 16,0-11 3-16,0-6-5 15,17-10 4-15,7-6-2 16,-1 0 1-16,1 0-2 16,-3-17 1-16,18-15-1 15,-11-15-1-15,4-2-5 16,-4-9-5-16,-11-8-4 15,-17-4 0-15,0-3 0 0,0 2 0 16,-4 22 5-16,-16 16 4 16,8 22 3-16,7 11 6 15,5 0-1-15,0 0 1 16,0 0 2-16,0 0-11 16,0 13-3-16,0 20 3 15,0 9 1-15,9 11 0 16,14-3 1-16,-5 0 2 15,-3-3-2-15,4-7-1 16,-6 1-1-16,0-6 2 16,2-2-2-16,4-5-5 15,-2-9-14-15,7-7-16 0,-1-9-28 16,-14-3-25-16,-1 0-12 16</inkml:trace>
  <inkml:trace contextRef="#ctx0" brushRef="#br0" timeOffset="42481.7972">17107 5708 180 0,'5'-24'65'0,"-5"24"-53"16,0 0 21-16,0 0-28 15,0 24-3 1,0 17-2-16,-9 13 5 0,-23 9 2 15,-11 0 5-15,-2 2 6 0,-2-1-6 16,10-5 0-16,9-12-9 16,9-9-1-16,11-11-2 15,-1-10 0-15,9-9-3 16,0-6-17-16,0-2-21 16,0 0-43-16,0 0-4 15,0-10-42-15</inkml:trace>
  <inkml:trace contextRef="#ctx0" brushRef="#br0" timeOffset="42796.3252">16631 5837 12 0,'-15'-14'203'0,"15"14"-160"16,0 0-6-16,0 0 8 15,28 0-27-15,28 15 28 16,12 8-7-16,12 4-9 15,8 7-7-15,-5-5-9 16,1 3-10-16,-7 0-3 16,-12 0 0-16,1-2-1 15,-10 0 0-15,-15-5 0 16,-9-7-2-16,-13-4-5 16,-10-9 1-16,-5-1 0 15,-4-4 1-15,0 0 1 0,0 0-1 16,0 0-5-1,0 0-3-15,0-5-1 0,0-13-19 16,-13 3-17-16,2 8-40 16,3 3-74-16</inkml:trace>
  <inkml:trace contextRef="#ctx0" brushRef="#br0" timeOffset="46102.4193">13056 1980 178 0,'-13'-13'65'16,"9"7"-34"-16,-1 1 20 15,-1-1-13-15,6 3-19 16,0 3-5-16,0-3-4 16,0 3 2-16,0 0 0 15,0 0 4-15,0 0 1 0,-4 0-1 16,4 0-4 0,0 0-4-16,0 0-8 0,0 0-3 15,0 0 0-15,0 17-1 16,0 7 3-16,28 12 1 15,19 7 1-15,-2 1 0 16,-2-1-1-16,-3 0 1 16,-12 1-1-16,-4-6-3 15,-1-6-1-15,-10-5-10 16,-4-6-5-16,2-3-14 16,-3-13-20-16,1-5-30 15,-9 0-38-15</inkml:trace>
  <inkml:trace contextRef="#ctx0" brushRef="#br0" timeOffset="46348.4097">13491 1914 4 0,'0'0'228'15,"4"0"-198"-15,18 29-17 16,-1 19 42-16,12 9-13 15,3-3-16-15,-4-3-10 16,0-7-5-16,-8-3-7 16,4-8-4-16,-11-1 1 0,-2-3-1 15,-2 2-11-15,-2-1-28 16,-11-6-22-16,0-24-50 16,0 0-93-16</inkml:trace>
  <inkml:trace contextRef="#ctx0" brushRef="#br0" timeOffset="47610.8499">9431 2404 88 0,'4'-11'79'0,"-4"11"-54"0,0 0 15 16,0 0 6-16,0 0-19 16,0 0-4-16,0 0 7 15,0 7-4-15,-36 29-5 16,-20 20-1-16,-13 22-7 15,-16 14-8-15,-5 19-3 16,-3 5-1-16,5 1-1 16,9-8 0-16,15-19 0 15,21-20 0-15,15-19-1 16,11-16-4-16,12-13-19 16,1-5-17-16,2-9-9 15,2-8-29-15,0 0-35 0</inkml:trace>
  <inkml:trace contextRef="#ctx0" brushRef="#br0" timeOffset="47888.5136">8663 3166 86 0,'0'25'11'16,"-8"22"28"-16,-5 0 8 15,6 0-17-15,7-8-7 16,0-2-6-16,0-13-1 15,20-5 1-15,12-5 6 16,0-6-1-16,15-6 0 16,5-2 4-16,16 0 7 0,16 0 3 15,15-17-3-15,-5-2-19 16,-2 4-10-16,-8-1-2 16,-9 3-2-16,-11-5-1 15,-8-1-16-15,0 1-19 16,-9-13-20-16,-45 19-22 15,-2-6-79-15</inkml:trace>
  <inkml:trace contextRef="#ctx0" brushRef="#br0" timeOffset="49278.4201">10098 542 47 0,'-24'-8'57'15,"16"6"-21"-15,1-5 4 16,5 7-1-16,-4-2-8 16,-3 2 0-16,-4 0-6 15,-2 0-1-15,-8 0-10 16,-1 0-8-16,3 0-1 16,-3 0-1-16,1 0-2 15,-1 0 0-15,0 0-2 16,7 5 1-16,-2 9 0 15,-5 7 0-15,9 9-1 16,-10 3 0-16,5 8 0 16,12-1 2-16,-3 3-1 15,2-1 1-15,9-4 1 0,0 3-2 16,0-3 2-16,0 1 0 16,9 9 2-16,21 1-1 15,6 7 0-15,12 6 0 16,1 5 0-16,2 4-2 15,10 3-1-15,-10-1 0 16,-4-3-1-16,-10-2 2 16,-9-3-2-16,-9-1 0 15,-11-2 1-15,-3-2 0 16,-5-6-1-16,0-5 1 16,0-11 1-16,0-10 0 15,-20-5 2-15,-1-10 6 0,-5-5 12 16,-4-4 0-16,-13-4 4 15,-8 0-8-15,-5 0-7 16,-4-4-10-16,11-11 2 16,1 4-2-16,10-1-1 15,-7 6-1-15,8 5 1 16,9-2-1-16,7 3-2 16,6-3-7-16,2 3-4 15,5-3-3-15,-10 3-3 16,1 0-7-16,-11 0-11 15,1 0-8-15,14-3-48 16,2-5-55-16</inkml:trace>
  <inkml:trace contextRef="#ctx0" brushRef="#br0" timeOffset="50506.4549">10630 1101 115 0,'-51'-22'37'0,"18"14"6"16,1 2 2-16,4 5-1 15,5 1-17-15,-1 0-7 16,1 0-9-16,-10 1 0 15,5 33-9-15,-8 5-1 16,4 16-1-16,8 4 1 16,16 0-1-16,8 1 1 0,0-10-1 15,0-7 0 1,36-7 0-16,9-12 0 0,-6-11 0 16,2-5 0-16,-3-5 0 15,-6-3 2-15,0 0 1 16,1-3-2-16,-5-24-1 15,4-10 0-15,-4-7-4 16,-9-3-1-16,-4-2-3 16,-15 5 2-16,0 2 4 15,0 10 2-15,0 13 1 16,0 8 1-16,0 11 5 16,0 0-7-16,0 0 0 15,0 0-4-15,0 19-5 16,0 13 8-16,30 14 1 0,4 9 3 15,1 8-2-15,5 10 0 16,-12 8 1-16,-13 4-2 16,4 1 2-16,-10-10-2 15,-9-5 0-15,0-11 0 16,0-11-1-16,0-12 1 16,0-4 0-16,-28-12 0 15,0-4 2-15,-4-10-1 31,-4-7 2-31,-5 0 6 0,-4-6-3 0,-11-28 4 16,9-6-3-16,0-4-2 16,15 0-3-16,17 9-1 15,15 0-1-15,0-3-1 0,10 4-2 16,46 0-1-16,0 3 3 16,-7 12 0-16,-6 7-12 15,4 0-11-15,-12 10-31 16,-23 2-36-16,-3 0-51 15</inkml:trace>
  <inkml:trace contextRef="#ctx0" brushRef="#br0" timeOffset="52163.5995">11310 1035 52 0,'-19'-13'40'16,"4"3"4"-16,0-1 7 0,-3 1-9 15,1 6-6-15,4 1-6 16,-2 3-1-16,-4 0-10 16,2 0-8-16,-7 25-11 15,1 21-1-15,3 16-2 16,8 6 2-16,3-5 1 16,9-13 1-16,0-8-1 15,0-16-1-15,0-6 0 16,4-6-1-16,13-12 1 15,-2-2-2-15,5 0-1 16,-7 0 2-16,10 0 2 16,-1-16 3-16,3-17 1 15,-3-9-1-15,-9-3-1 0,2-9-2 16,-15-5-1-16,0-6 1 16,0 1 0-16,-2 7 0 15,-33 10 0-15,12 13 1 16,5 15 0-16,3 11 0 15,11 8 5-15,0 0-1 16,4 0-3-16,0 2-2 16,0 32-5-16,0 12 3 15,4 16 2-15,28 3 1 16,3 4 0-16,-5-4 4 16,4-8-4-16,-4-6 1 15,-2-8 0-15,4-7-2 0,-8-10 0 16,-1-8 0-16,5-6-10 15,0-12-27-15,4 0-41 16,-27 0-12-16,3-26-50 16</inkml:trace>
  <inkml:trace contextRef="#ctx0" brushRef="#br0" timeOffset="52383.2016">11638 830 125 0,'0'0'78'16,"0"0"-65"-16,0 18 15 0,0 23 16 16,13 11-18-16,0 3-10 15,2-2-1-15,-2 2-7 16,2-3-7-16,-2-6 0 16,2-7-1-16,-5-6-5 15,-1-9-15 1,-5-6-28-16,-4-18-42 0,0 0-98 15</inkml:trace>
  <inkml:trace contextRef="#ctx0" brushRef="#br0" timeOffset="52605.0308">11490 909 137 0,'-19'-20'61'16,"19"9"-27"-16,0 0-17 15,32-4-5-15,15-2 19 16,7-1-2-16,4 0-3 16,-9 3-8-16,-6 4-6 15,-7 1-10-15,-3 6-2 16,1 1-4-16,-4 1-16 16,-2 2-33-16,-24 0-46 15,-4 0-23-15</inkml:trace>
  <inkml:trace contextRef="#ctx0" brushRef="#br0" timeOffset="52824.1959">11698 1156 13 0,'0'13'137'0,"0"-13"-120"16,19 0 36-16,31-12 16 15,1-8-28-15,-6-3-14 16,-2 8-18-16,-9 4-9 16,-14 5 0-16,3 3-8 15,-8 3-38-15,-15 0-42 16,0 0-20-16</inkml:trace>
  <inkml:trace contextRef="#ctx0" brushRef="#br0" timeOffset="53199.5978">11134 1728 42 0,'-19'13'104'15,"19"-13"-70"-15,0 0 12 16,0 0-19-16,15 0-16 16,30-8 8-16,15-15 28 15,15-3-16-15,6-10-8 16,12 4-4-16,-5 0-2 15,-5 4-8-15,-12 7-8 16,-11 4-1-16,-15 6-6 16,0 4-22-16,-21 1-21 15,-5 6-23-15,-19 0-28 16,0 0-53-16</inkml:trace>
  <inkml:trace contextRef="#ctx0" brushRef="#br0" timeOffset="53753.9607">11647 1934 172 0,'-48'0'26'15,"21"0"2"-15,-1 0 10 16,2 2-26-16,-2 18-12 16,-6 15 0-16,2 9 0 0,10 11 1 15,-1 3 1-15,16-6 2 16,7-3 2-16,0-12-2 16,0-6 1-16,0-13-4 15,7-12 0-15,16-6 1 16,-1 0 1-16,-3 0-1 15,4-6 0-15,1-26 1 16,-2-11-3-16,1-12-5 16,-4-2-10-16,-6-1-7 15,-8-3-2-15,-5 4 9 16,0-3 8-16,-22 12 7 16,-10 9 13-16,8 15 7 15,9 17 9-15,11 7 0 0,4 0-19 16,0 0-10-16,0 0 0 15,0 15-6-15,4 18 6 16,20 11 5-16,0 2 1 16,-1 0 6-16,-6 0-7 15,7-3-2-15,-5-2-3 16,-2-3 0-16,3-6 0 16,-3-10 0-16,9-6-16 15,-5-7-17-15,7-9-33 16,-22 0-21-16,3-4-42 15</inkml:trace>
  <inkml:trace contextRef="#ctx0" brushRef="#br0" timeOffset="53980.6033">12067 1833 152 0,'-28'0'84'0,"5"6"-80"15,-5 24 14-15,6 10-2 16,-1 7-13-16,3 2 1 16,-3 5 4-16,-1 9-4 15,-4 1 0-15,-2 4-3 16,2-9-1-16,11-6-7 16,6-19-38-16,11-34-50 0,0 0-56 15</inkml:trace>
  <inkml:trace contextRef="#ctx0" brushRef="#br0" timeOffset="54225.7406">11610 1972 22 0,'-6'-16'133'15,"6"16"-105"-15,0 0 6 16,19 0 13-16,37 0-1 15,10 24-13-15,1 8-12 0,8 6-12 16,-2 9-7 0,2 2-2-16,-2-1 1 0,-2-4-1 15,-7-11-12-15,-13-12-10 16,-10-7-14-16,-9-14-22 16,-32 0-13-16,0 0-22 15</inkml:trace>
  <inkml:trace contextRef="#ctx0" brushRef="#br0" timeOffset="54908.2408">12535 875 128 0,'-52'-38'70'16,"16"33"-46"-16,6 5 25 15,-5 0-23-15,7 9-19 16,-4 28-6-16,4 15 0 16,11 5 3-16,6 1 2 15,11-4 5-15,0 0-3 16,0-11-2-16,11-9-6 15,19-5 0-15,5-11 2 16,-5-12-2-16,-3-6 0 16,-7 0-2-16,6 0 1 15,-11-17-1-15,4-19-1 16,2-14 3-16,-10-10-5 16,-2-8-5-16,-9-8 1 15,0-1 1-15,0 2 2 16,-13 14 4-16,-11 23 2 0,5 8 4 15,15 26 15-15,-1 4-1 16,5 0-15-16,0 0-3 16,0 9-3-16,0 24 3 15,9 18 4-15,19 6 4 16,4 4 0-16,2 2-3 16,-8-1-1-16,-2-6-1 15,-5-1-2-15,0-2 0 16,-2-10-1-16,3-11-6 15,7-12-17-15,6-9-19 0,-25-11-37 16,7 0-17 0</inkml:trace>
  <inkml:trace contextRef="#ctx0" brushRef="#br0" timeOffset="55165.441">13172 749 94 0,'0'-6'96'16,"0"6"-72"-16,0 0 23 15,-28 26-17-15,-4 22-19 16,-5 8 5-16,-4 9-1 16,11-2-6-16,2-5-4 15,3-5-2-15,10-8-3 0,8-6 0 16,7-7-3-16,0-5-24 15,0-8-19-15,0-19-10 16,0 0-34-16</inkml:trace>
  <inkml:trace contextRef="#ctx0" brushRef="#br0" timeOffset="55410.7232">12858 941 89 0,'-4'-3'89'0,"4"3"-78"16,9 0 13-16,51 3 37 15,13 13-12-15,6 5-16 16,5-1-13-16,-7 2 0 16,-2-2-12-16,-8 5-7 15,-12-2 0-15,-16-3-1 16,6 0 0-16,-19-4-5 15,-13 0-21-15,2 2-15 16,-15-16-26-16,0 0-50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47:54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 1209 0 0,'0'0'0'0,"0"-3"0"16,0 3 0-16,0 0 0 15,-2 0 0-15</inkml:trace>
  <inkml:trace contextRef="#ctx0" brushRef="#br0" timeOffset="463.7812">1525 1163 110 0,'0'-14'60'0,"0"9"-16"15,0-1 18-15,0 5-3 16,0 1-17-16,0 0-3 16,0 0 0-16,0 0-7 15,0 0-10-15,0 0-8 16,0 10-14-16,0 41 0 16,0 31-1-16,0 27 1 15,0 9 4-15,0-1-4 0,0-13-5 16,0-15-5-1,0-24-5-15,0-18-4 0,0-15-11 16,0-15-13-16,0-10-6 16,0-7-20-16,0 0-22 15,0-3 18-15,0-14 11 16</inkml:trace>
  <inkml:trace contextRef="#ctx0" brushRef="#br0" timeOffset="1963.5986">1783 1045 16 0,'-9'-7'81'0,"9"4"-58"16,0-2 7-1,0 5 5-15,0-3-9 0,0 3-9 16,0 0-2-16,0 0 2 15,0 0 2-15,-4 0-6 16,-1 0-1-16,5 0-4 16,0 0-2-16,-2 0 0 15,2 0-4-15,0 0 2 16,0 0-3-16,-6 0 1 16,6 0-1-16,0 0 3 15,0 0-1-15,0 0 0 16,-2 0 1-16,2 0-2 15,-9 0-2-15,1 0 0 0,-1 0 0 16,-6 0 3-16,0 0-1 16,-13 7-2-16,2 4 1 15,-2 1 0-15,-2 13-1 16,-6 5 1-16,-1 11-1 16,-8 8 0-16,0 4 1 15,5 8 0-15,1 2 0 16,7 10 1-16,8 1-2 15,14 10 2-15,10-3 1 16,0-3-1-16,0-8 0 16,0-8 0-16,15 2-1 15,27-5 0-15,18-9 0 16,13-7 2-16,11-9 2 16,8-21 0-16,-2-13 3 0,-4 0-2 15,-2-18 0-15,4-31 0 16,-9-12-1-16,-10 0-3 15,-5-8-1-15,-19 2-1 16,-8-3 0-16,-29-7-2 16,-8-1-6-16,-6-7 0 15,-59-1 4-15,-18 5-4 16,-9 7 6-16,-3 20 0 16,14 13 2-16,6 19 2 15,12 11 4-15,1 11 4 16,4 0-4-16,2 11-6 15,-6 27 0-15,13 5-2 0,4 3 1 16,11 4-9-16,21-3-11 16,6 3-18-16,7 3-25 15,0-38-23-15,0-4-16 16</inkml:trace>
  <inkml:trace contextRef="#ctx0" brushRef="#br0" timeOffset="3096.1714">2246 1223 128 0,'-22'-19'89'0,"12"13"-57"16,8 4 16-16,-5 2-5 15,5 0-28-15,2 8-15 16,0 37-12-16,0 25 12 15,0 11 3-15,0 1 0 16,0-5-2-16,2-9 0 16,5-13 1-16,-5-15-2 15,-2-15 0-15,4-12 0 0,2-8-2 16,1-5 1-16,1 0-3 16,-8 0-6-16,11 0 1 15,17 0 7-15,4-15 1 16,15-2 1-16,13 3 0 15,0 4 0-15,5 10-1 16,-3 0-1-16,-13 0 0 16,-14 10-2-16,-16 21-5 15,-19 3 5-15,0 5 3 16,0-1 2-16,-39 0 0 16,-25-3 9-16,-28-2 5 15,2-4 4-15,-3-4-5 16,6-4 0-16,20-9 0 0,13-7-4 15,16-5-1 1,21 0-4-16,15 0-5 0,2-13-7 16,0-22-27-16,30-9-8 15,40-6-20-15,-31 32-32 16,4-1-31-16</inkml:trace>
  <inkml:trace contextRef="#ctx0" brushRef="#br0" timeOffset="3419.9202">3108 1592 24 0,'41'-19'109'16,"-41"19"-50"-16,-28 0-10 15,-28 0-8-15,0 11-10 16,9 5-12-16,6 8-5 0,14-1-2 16,16-2-5-16,4 3-3 15,7 6-4-15,0 2-3 16,22 4 3-16,29-3 0 15,5-1 0-15,4-5 0 16,-15 0 3-16,-6-4-3 16,-16 1-3-16,-12-5-2 15,-11 2 3-15,0-2-2 16,0 2 2-16,-45 0-2 16,-11-4 4-16,-2 3 0 15,-12-10 0-15,10-6-6 16,4-4-9-16,11 0-11 15,-2-38-35-15,38 10-39 0,9 1-27 16</inkml:trace>
  <inkml:trace contextRef="#ctx0" brushRef="#br0" timeOffset="4115.8343">3312 1812 9 0,'86'-15'123'0,"-63"8"-90"16,1-11 17-16,-3-2-3 15,5-3-23-15,-5 4-21 16,-6 0-1-16,-6 1-1 16,-9 5 0-16,0 4 3 15,0 6 1-15,0 3 0 0,-9 0 6 16,-25 7-11-16,-2 30-2 16,-1 12 2-16,5 6 1 15,4-7-1-15,20-6 2 16,8-8 2-16,0-4-4 15,0-12-2-15,0-1 2 16,36-9-5-16,5-8-2 16,15 0 0-16,-1 0 3 15,1 0-2-15,-4 0 3 16,-12 0 1-16,-5 0-2 16,-14 3-3-16,-12 3-5 15,-1-3 1-15,-8-2 6 16,0-1 5-16,0 0 2 15,0 0 13-15,0 0 10 16,-2 0-9-16,-15-7-3 0,0-20-4 16,6-5-3-16,2-7-2 15,9-4-4-15,0-8-2 16,0 2-7-16,28 1-3 16,20 14-3-16,-1 9 10 15,-11 11 2-15,-1 14 2 16,-1 0-2-16,2 0 0 15,7 14 3-15,4 19 8 16,-10 2 5-16,4 4-8 16,-7-1 5-16,2-1-1 0,-6-1 1 15,-2-6-2-15,0-4-3 16,-2-4-1 0,-5-4 0-16,-4-15-4 0,-6 1 0 15,-2-4 0-15,-9 0 0 16,0 0 3-16,0 0 2 15,0 0 2-15,0-25 8 16,0-16-12-16,0-10-1 16,0-7-2-16,0 2-11 15,0 6-11-15,0 3-2 16,0 17-22-16,47 10-34 16,-26 20-4-16,14 0-25 15</inkml:trace>
  <inkml:trace contextRef="#ctx0" brushRef="#br0" timeOffset="4522.6474">4845 1665 202 0,'-40'0'7'0,"16"-14"21"16,5 3 28-16,10 7-19 15,-2 1-27-15,11 3-1 16,-8 0-2-16,-11 3-7 15,1 34 0-15,-3 9-1 16,6 4 0-16,4-10 0 16,11-7 1-16,0-9-3 15,0-8-4-15,7-7 3 0,21-7-4 16,8-2 7-16,-4 0 1 16,5-17 0-16,-1-11 0 15,1-6 0-15,-12-2 0 16,-3-1 0-16,-16 11 0 15,-6 11 4-15,0 13 12 16,0 2 9-16,0 0-14 16,0 2-11-16,0 27-5 15,0 11 4-15,0 0-1 16,0-7-6-16,0-9-2 16,19-4-18-16,24-15-19 15,17-5 12-15,7 0-10 16,8-15-7-16,-54-6-21 0</inkml:trace>
  <inkml:trace contextRef="#ctx0" brushRef="#br0" timeOffset="4715.8299">5399 1614 154 0,'0'-6'64'16,"-7"6"-22"-16,-46 39-1 16,8 14 0-16,8 1-18 15,9 4 4-15,15-9-7 16,7-11-5-16,6-3-9 15,0-11-6-15,0-4-1 16,36-7-6-16,18-8-10 16,4-5-13-16,4 0-13 0,0-29-25 15,-40 6-12 1,-11-4-29-16</inkml:trace>
  <inkml:trace contextRef="#ctx0" brushRef="#br0" timeOffset="4854.8159">5705 1673 124 0,'9'0'91'0,"-9"0"-86"0,0 42 23 16,0 3 0-16,0-3-14 16,0 4-13-16,0-6-1 15,0-5-21-15,15-11-17 16,32-4-24-16,-27-20 9 16</inkml:trace>
  <inkml:trace contextRef="#ctx0" brushRef="#br0" timeOffset="5137.7579">6066 1794 191 0,'-28'0'1'0,"-9"8"12"15,10 23 38-15,12-3-17 16,10-3-24-16,5-5 3 16,0-9-2-16,0-3-7 15,5-4-2-15,18-4 6 16,-6 0-4-16,-2 0-1 15,9 0 2-15,-11-20 2 16,6-7-4-16,-4-3-3 16,-8 1 0-16,-7 0-1 15,0 0-7-15,0 7 1 0,-22 7-4 16,9 9-2-16,2 3-7 16,11 3-8-16,0 0-28 15,0 0-28-15,0 0-27 16</inkml:trace>
  <inkml:trace contextRef="#ctx0" brushRef="#br0" timeOffset="5435.892">6066 1794 52 0,'356'92'44'16,"-356"-90"4"-16,0-2 10 16,8 0 4-16,-1 0-12 15,4 0-15-15,-1-8-6 16,10-20-16-16,5-10-10 0,-1-2-3 15,17 2-2-15,-11 7-12 16,-2 10 5-16,-16 16 0 16,1 5 5-16,-11 0-2 15,-2 16-3-15,5 18 9 16,-5 9 1-16,0-1 8 16,0 2 1-16,0-9-1 15,0-3-7-15,0-10-1 16,0-8-1-16,0-8 0 15,4-6-4-15,-4 1-16 16,0-1-32-16,0 0-47 16,0 0-33-16</inkml:trace>
  <inkml:trace contextRef="#ctx0" brushRef="#br0" timeOffset="5596.5301">6085 1481 314 0,'-21'-60'62'0,"21"14"-49"16,43-10 13-16,36 0-7 16,0 8-16-16,-25 11-3 15,-20 6-17-15,-34 28-34 16,0 3-67-16</inkml:trace>
  <inkml:trace contextRef="#ctx0" brushRef="#br0" timeOffset="5745.5583">5487 1286 253 0,'-26'11'42'15,"26"-11"-13"-15,0 0 3 16,0 0-32-16,0 0-23 16,0 0-38-16,0 0-52 15</inkml:trace>
  <inkml:trace contextRef="#ctx0" brushRef="#br0" timeOffset="6314.8947">1890 3308 35 0,'-56'-29'142'16,"20"27"-125"-16,3 2 56 16,6 0-22-16,-4 0-37 15,-3 24 0-15,6 7-1 16,7 1-3-16,12-1-5 16,9-2-1-16,0 0-4 15,2 5-2-15,61 1 1 16,20 4 1-16,14 1 2 15,8-3-1-15,2-2 2 16,-21-1 1-16,-20-5-2 16,-29-2-2-16,-24 4 0 0,-13 7-3 15,-7 7 3-15,-63 3 7 16,-25 5-4-16,-6-10-1 16,1-5 0-16,5-7 1 15,9-13 7-15,11-7 0 16,11-11-6-16,23 0-4 15,24 0-3-15,17-4-23 16,0-21-31-16,11 10-36 16,34-6-42-16</inkml:trace>
  <inkml:trace contextRef="#ctx0" brushRef="#br0" timeOffset="6490.3393">2484 3801 172 0,'64'0'47'0,"-59"37"-13"0,1 11 20 16,-4 2-27-16,5-6-16 16,1-9-6-16,14-4-2 15,3-12-3-15,3-6-8 16,0-10-32-16,-26-3-42 16,7 0-26-16</inkml:trace>
  <inkml:trace contextRef="#ctx0" brushRef="#br0" timeOffset="6624.8053">2724 3561 156 0,'-15'-58'113'15,"13"42"-103"-15,2-2 35 0,0 7-36 16,9 4-9-16,40 1-24 16,-23 6-43-16,-3 0-49 15</inkml:trace>
  <inkml:trace contextRef="#ctx0" brushRef="#br0" timeOffset="6892.3269">4348 2944 370 0,'0'-6'6'0,"0"6"6"15,0 0 41 1,0 7-51-16,-15 50-2 0,-26 32 0 16,-15 25 2-16,-17 13 0 15,-12 3-2-15,1-6 1 16,0-10-1-16,11-18-4 16,18-26-18-16,16-19-9 15,20-21-27-15,19-30-44 16,0-5-50-16</inkml:trace>
  <inkml:trace contextRef="#ctx0" brushRef="#br0" timeOffset="7110.2271">3687 3050 130 0,'-17'-61'200'0,"17"61"-197"15,0 9-2-15,56 38 26 16,25 23 32-16,3 13-33 15,-5 4-10-15,11 8 0 16,-15-2-8-16,-2-10-7 16,-4-3-1-16,-7-9 0 15,-6-4-23-15,-5-14-26 16,-3-7-18-16,-44-46-2 16,0 0-122-16</inkml:trace>
  <inkml:trace contextRef="#ctx0" brushRef="#br0" timeOffset="7715.9472">5118 3855 86 0,'0'0'82'0,"0"-13"-75"16,28-19 22-16,6 5-7 15,-6-1-6-15,-7 9 9 16,-4 5-5-16,-10 7-4 0,-7-1 2 15,0 4 2-15,0 4-5 16,0 0-3-16,0 0-2 16,0 0 0-16,0 0-10 15,0 0-7-15,0 15 7 16,-7 0 1-16,-1 7 3 16,6 2 1-16,2 0 5 15,0 0 0-15,0-1-2 16,0-7-2-16,8-2-2 15,29-3 0-15,10-5 1 16,11-6-5-16,23 0-1 16,9-9-12-16,11-26-21 0,7-6-42 15,-78 23-33-15,-3-2-38 16</inkml:trace>
  <inkml:trace contextRef="#ctx0" brushRef="#br0" timeOffset="7990.7686">5974 3581 206 0,'-15'0'20'0,"-18"0"30"16,10 5 1-16,-1 17-30 16,7 3-9-16,17 1 3 15,0 5-10-15,0-2 1 16,0 4-2-16,19-6-4 16,24 1 3-16,13-8 0 15,-9-3-2-15,-10-4 5 16,-7-1-3-16,-17-4 0 15,-9 1 0-15,-4-7-2 0,0 3 0 16,0 1 3-16,-26 5 2 16,-30 2 4-16,-21-2-10 15,6-3-5-15,-4-3-34 16,-2 2-20-16,53-7-46 16,-3 0-53-16</inkml:trace>
  <inkml:trace contextRef="#ctx0" brushRef="#br0" timeOffset="9015.3935">8307 1012 75 0,'-21'-3'74'0,"21"3"-47"0,0 0-2 16,0 0 14-16,0 0-18 16,0 0-7-16,-5 0 6 15,-14 11 1-15,-5 28 1 16,-12 10 5-16,-11 12-8 15,8 0-6-15,-10 6 0 16,8-2 0-16,11-1-6 16,4-8-1-16,14 2-5 15,12-4-1-15,0-4-3 16,0-3 3-16,40-10-3 16,3-2-7-16,4-4-24 15,11-11-17-15,-32-20-50 16,-5 0-35-16</inkml:trace>
  <inkml:trace contextRef="#ctx0" brushRef="#br0" timeOffset="9253.7339">8835 1443 171 0,'-9'-20'60'16,"1"20"-33"-16,1 0 32 15,-14 0-36-15,-3 31-20 16,-10 13 7-16,-11 3 0 16,13-2-7-16,-1-5 3 0,14-8-5 15,11-2-1 1,8-3-2-16,0-5-8 0,0-9-21 16,25-4-31-16,33-9-19 15,-26 0-2-15</inkml:trace>
  <inkml:trace contextRef="#ctx0" brushRef="#br0" timeOffset="9541.527">9021 1555 122 0,'0'0'89'16,"0"0"-71"-16,-15 21 18 16,2 11 5-16,5 0-27 0,8-4-4 15,0-10 0 1,0-4-4-16,0-9-1 15,17-1-1-15,7-4 0 0,-1 0 0 16,-1 0-2-16,-3 0 4 16,-10-11-4-16,-1-8 0 15,-1-5-2-15,-7-4-1 16,0-5 1-16,0 9-2 16,0 6 1-16,-28 6-7 15,-15 12-5 1,2 0-5-16,5 30-13 0,-1 16 0 15,31-22-36-15,6-6-55 16</inkml:trace>
  <inkml:trace contextRef="#ctx0" brushRef="#br0" timeOffset="9646.1139">9021 1555 93 0</inkml:trace>
  <inkml:trace contextRef="#ctx0" brushRef="#br0" timeOffset="9898.3931">9021 1555 93 0,'277'11'65'0,"-277"-11"-55"0,0 0 17 0,0 20 0 16,0 10-18-16,0 1 5 15,0-5-3-15,13-4-2 16,6-7-6-16,5-3-1 16,4-9 1-16,0-3-1 15,-3 0 0-15,3 0 6 0,7-6-3 16,-14-15-2-16,-2-4-3 15,-12 3 0-15,-7-5 2 16,0 3 2-16,0 3 2 16,-39-2 9-16,-12 7 0 15,6 8-5-15,-3 5-6 16,12 3-4-16,4 0 0 16,8 0-5-16,18 0-11 15,-3 0-15-15,9 3-29 16,0 0-24-16,0-3-54 15</inkml:trace>
  <inkml:trace contextRef="#ctx0" brushRef="#br0" timeOffset="10139.9346">9776 1049 178 0,'-25'-14'87'15,"25"14"-61"-15,0 0 16 16,0 36-24-16,4 24-3 16,17 18 13-16,-14 7-17 15,1-1-7-15,7-4-1 16,-2-3-3-16,7-9-7 16,3-9-26-16,5-5 9 15,0-18-55-15,-20-36-47 0,5 0-10 16</inkml:trace>
  <inkml:trace contextRef="#ctx0" brushRef="#br0" timeOffset="10402.7838">10295 948 155 0,'0'-28'72'0,"0"28"-72"15,13 0 26-15,30 37 25 16,9 26-14-16,-5 12-18 16,-15 15-9-16,-4 2 0 15,-15 3-5-15,-5-3-2 0,-8 3-2 16,0-7 1-16,0-13-2 16,0-7 5-16,-28-10-5 15,-8-15-18-15,4-2-1 16,19-41-42-16,-2 0-65 15</inkml:trace>
  <inkml:trace contextRef="#ctx0" brushRef="#br0" timeOffset="11444.5175">7486 3400 124 0,'-30'-20'79'15,"4"20"-58"-15,4 0 29 0,3 0-15 16,0 0-23 0,-5 0-6-16,-4 28-1 0,-4 15-1 15,4 9 6-15,5 4-7 16,10 0 4-16,9-6-2 15,4-6 0-15,0-13-1 16,0-6-4-16,8-7-1 16,20-12-3-16,-4-1 2 15,3-5 2-15,6 0-3 16,-1-23 0-16,9-18-7 16,4-10-3-16,-7-13-4 15,-3-10-8-15,-16-11 5 0,-17-7 6 16,-2-6 10-16,0 6 4 15,-15 19 5-15,-6 23 15 16,1 29 3-16,18 18 3 16,2 3-5-16,-6 0 0 15,6 0-15-15,0 33-6 16,0 13 11-16,0 10 14 16,17 9-8-16,2-4 4 15,-6 4-4-15,2-3-8 16,-2-2-7-16,0-4 0 15,-3-3-2-15,8-4-25 16,1-17-26-16,9-7-17 16,4-19-32-16,-17-6-14 15</inkml:trace>
  <inkml:trace contextRef="#ctx0" brushRef="#br0" timeOffset="11723.2423">7912 3548 106 0,'0'6'45'0,"0"26"26"0,0-3-22 0,0 0-23 0,0-2-5 16,0-2-4-16,0-10-3 15,0-1-3-15,0-11-6 16,3-3-1-16,3 0-4 16,-2 0 1-16,-4 0 6 0,0 0 12 15,5-19 4 1,-5-11 3-16,4-11-15 0,-4-7-7 15,0-6-1-15,0 0-3 16,0 9-8-16,0 9-5 16,0 10-10-16,9 9-22 15,6 6-24-15,-5 11-53 16,-8 0-36-16</inkml:trace>
  <inkml:trace contextRef="#ctx0" brushRef="#br0" timeOffset="12057.9858">8234 3358 181 0,'0'6'80'15,"0"0"-25"-15,0 1-16 0,-15 5-24 16,-2 3-6-16,2 2-2 16,11 1-7-16,4 8-1 15,0 2-7-15,0 3 5 16,0 1 0-16,17 2 0 15,2-5 1-15,0 4 2 16,1-3-3-16,-12 3-2 16,-3-4-2-16,-5-4 0 15,0-5-2-15,0 1 7 16,-17-8 2-16,-9-4 1 16,-9-3 21-16,8-6 0 15,-3 0-3-15,-7 0-9 0,9-11-10 16,9-15-4-16,0-4-23 15,19-3-9-15,0 4-20 16,0-1-17-16,19 20-25 16</inkml:trace>
  <inkml:trace contextRef="#ctx0" brushRef="#br0" timeOffset="12773.4964">8826 3334 128 0,'0'-8'113'0,"-15"8"-104"16,-21 0 51-16,4 8-36 15,4 25-18-15,0 8 0 0,4 9 8 16,3 5-9-16,10-3 1 16,9-2-2-16,2-6 1 15,0-3-4-15,0-11-1 16,6-5-3-16,29-11-6 15,1-9-18-15,5-5-13 16,2 0 7-16,-7-9-1 16,-4-18 0-16,1 4 15 15,-14-2 11-15,0 8 0 16,-10 9 7-16,-5 6 1 16,0 2 0-16,1 0-3 15,-5 0 3-15,6 0 9 16,-6 0 10-16,0 0-6 0,0 0 11 15,0 0 14-15,0 0 4 16,0 0-4-16,0 0-6 16,0 0-3-16,0-15-13 15,0-7-14-15,0-7 0 16,0-7-2-16,0-1 0 16,0 5-8-16,0 5-5 15,0 11-8-15,30 6-3 31,4 8 3-31,3 2 7 0,-5 0-6 0,11 0 8 16,-13 0 5-16,2 0 5 16,-4 0 0-16,-15 0 2 15,-7 0 1-15,-6 0 6 0,0 0 20 16,0 0-8 0,0 0-5-16,0 0-1 0,0 0-13 15,0 14-2-15,0 13-5 16,-6 8 7-16,-13 6 3 15,1 0 3-15,8-3 3 16,3-8 3-16,7-8-4 16,0-11 2-16,0-4-7 15,0-3-3-15,0-4 0 16,7 0 0-16,12 0 3 16,11 0-3-16,11-11-7 15,10-16-24-15,9-9-5 0,-32 18-77 16,-4-2-33-1</inkml:trace>
  <inkml:trace contextRef="#ctx0" brushRef="#br0" timeOffset="12985.4473">9714 3023 217 0,'-15'-21'42'15,"15"21"-15"-15,0 21 7 16,0 30-20-16,0 18-3 15,0 11 5-15,15 6-2 16,-6 2-2-16,-9-3-6 16,4-6-3-16,-4-7-3 15,0-12-11-15,0-9-13 0,0-6-23 16,0-40-50-16,0-5-87 16</inkml:trace>
  <inkml:trace contextRef="#ctx0" brushRef="#br0" timeOffset="13501.3167">9470 3537 38 0,'-20'-18'194'16,"20"15"-190"-16,20-2-4 16,55-3 28-16,30-3 10 0,21-6-19 15,-3-2 1 1,-3 7-13-16,-9-3-7 0,-23 5 0 15,-19 2-4-15,-13-2-6 16,-16 4-1-16,-12 0 3 16,-17 0 5-16,-7 6 3 15,-4 0 0-15,0 0 2 16,0 0-2-16,-15 18-3 16,-13 15 3-16,-4 11 4 15,0 2 8-15,8-5 7 16,9-5-1-16,9-8-4 15,6-9 0-15,0-4-10 16,0-7-2-16,0-8 1 16,13 0 0-16,19 0 3 15,0 0 5-15,11-27-3 0,-6-6-8 16,-5 1-3-16,-9 1-12 16,-6 10 0-16,-10 10 9 15,-7 8 6-15,0 3 2 16,0 0 7-16,0 0 9 15,0 6-16-15,0 16-1 16,0 7 3-16,0 6 3 16,0-2-1-16,0 0-4 15,4-4-2-15,9-1-2 16,-2-6-30-16,2-3-24 16,-13-19-57-16,0 0-114 15</inkml:trace>
  <inkml:trace contextRef="#ctx0" brushRef="#br0" timeOffset="14415.0185">11518 3590 168 0,'0'0'25'0,"0"0"11"15,0 0 30-15,0 0-43 16,0 0-16-16,9-11 2 15,3-9-5-15,3 2-4 16,-6-1-5-16,-5-3-8 16,1 4-8-16,-5 5 4 15,0 9 8-15,0 1-5 16,-13 3 14-16,-15 0 0 16,0 3 2-16,9 21 6 15,1 6 2-15,8 7 8 16,10-1-5-16,0 1-4 15,0-7 3-15,6 1-1 16,26-10-4-16,5-7 3 16,-1-3-5-16,1-9-5 15,6-2 0-15,0 0-5 0,12-16-3 16,-5-19-11-16,5-6-9 16,1-4-6-16,-15 3 7 15,-5 7 3-15,-16 14 5 16,-7 11 9-16,-13 10 9 15,0 0-1-15,0 0 0 16,0 29 2-16,0 3 10 16,0-2 1-16,0-3 0 15,0-12 7-15,0-5-3 16,0-8 3-16,4-2-2 16,7 0 0-16,-7 0 4 15,4-21 2-15,3-12-10 0,6-8-12 16,7-2 1-16,8 1 0 15,5 8-1-15,-10 11-2 16,-7 17 2-16,-12 6 0 16,-8 0 1-16,5 0 0 15,5 20 2-15,-1 16 9 16,10 5-6-16,-4-2-3 16,2 0 2-16,-4-5-3 15,7-12-2-15,-3-4-7 16,6-10-26-16,9-8-30 15,-21 0-19-15,2 0-23 16</inkml:trace>
  <inkml:trace contextRef="#ctx0" brushRef="#br0" timeOffset="14602.2817">12635 2987 221 0,'0'0'56'0,"0"60"-55"0,0 12 36 16,5 5-7-16,23-4-18 16,-5-2-9-16,1-3 0 15,-16-3-3-15,-3-1-12 16,-5 3-42-16,0-56-74 16</inkml:trace>
  <inkml:trace contextRef="#ctx0" brushRef="#br0" timeOffset="15008.3499">12558 3419 105 0,'54'-18'12'16,"12"12"39"-16,7-3 7 15,7 0-20-15,-7 3-21 16,-18 5-15-16,-10 1-2 15,-30 0-1-15,-6 0-2 16,-9 0-3-16,0 20-2 16,0 16 8-16,0 7 5 15,0 4 0-15,0-7-1 0,0-1 5 16,0-12 1-16,0-9-1 16,0-6-1-16,0-7-4 15,11-5 1-15,21 0 1 16,9 0 2-16,1 0-3 15,3-24-3-15,3-4-2 16,-12 4-14-16,-12-3-3 16,-16 3 4-16,-8-3 5 15,0-1 7-15,-19 2 0 16,-26 3-4-16,-7 8 0 16,1 8-6-16,10 7-19 15,28 0-32-15,3 0-24 0</inkml:trace>
  <inkml:trace contextRef="#ctx0" brushRef="#br0" timeOffset="15374.9179">13603 3415 37 0,'23'14'52'16,"-23"10"-47"-16,0-4 33 15,0-6 0-15,0-9-17 16,0-4 2-16,0-1 7 16,0 0 2-16,0 0 3 15,0 0-4-15,0-1-4 16,5-22-16-16,-5-9-11 0,8-4 0 16,5 2-2-16,11 1-2 15,8 7 1-15,-4 6 0 16,-5 11-1-16,-8 5 3 15,-2 4-1-15,-4 0 0 16,1 0-2-16,3 2-3 16,2 26 7-16,3 4 0 15,1 6 2-15,-6 2-2 16,10-4-4-16,1-6-23 16,10-8-33-16,-23-22-28 15,6 0-20-15</inkml:trace>
  <inkml:trace contextRef="#ctx0" brushRef="#br0" timeOffset="15781.4049">14263 3301 170 0,'0'-18'71'16,"0"18"-34"-16,0 0 19 16,-8 0-33-16,-12 11-17 15,-3 16-3 1,14 2 2-16,5 1 2 0,4-6-6 15,0-4 0-15,0-10-1 16,0-5-3-16,0 0 2 16,28-5 1-16,8 0-1 15,5 0-1-15,6-23-6 0,0-3-6 16,-10-2-4-16,-9 2 2 16,-13 6 2-16,-9 8 14 15,-6 12 0-15,0 0 4 16,0 0 6-16,0 0-7 15,-13 25 7-15,-6 5 0 16,17 1 4-16,2-7-5 16,0-4 0-16,0-6-1 15,0-2-8-15,28-8 0 16,17-4 0-16,13 0-1 16,4 0-12-16,-6-18-5 15,4-14-21-15,-11-1-33 0,-6-3-9 16,-11 5-5-16,-8-5 16 15</inkml:trace>
  <inkml:trace contextRef="#ctx0" brushRef="#br0" timeOffset="15965.698">14935 3202 54 0,'0'0'76'0,"0"0"-43"15,0 0-21-15,4 7 0 16,13 18 16-16,2 7 8 16,5 7 10-16,-11-3-8 15,2 3-1-15,-11-4 0 16,3-5 5-16,-7-2-25 15,0-8 6-15,0 6-1 16,-39-4-16-16,-8-7-6 16,-18-1 0-16,-7-3-32 15,-23-6-40-15,59-5 51 16,-9 0-66-16</inkml:trace>
  <inkml:trace contextRef="#ctx0" brushRef="#br0" timeOffset="18527.9592">5495 5800 80 0,'-28'-34'190'0,"16"31"-150"16,12-3 26-16,0 4-15 16,0-2-51-16,0 4-16 15,0 0-8-15,0 0-27 16,12 0-45-16,-9 0-35 15</inkml:trace>
  <inkml:trace contextRef="#ctx0" brushRef="#br0" timeOffset="19348.2773">6797 5058 35 0,'-11'0'0'0,"11"26"-2"0,-4-17-7 16,4-2 4-16</inkml:trace>
  <inkml:trace contextRef="#ctx0" brushRef="#br0" timeOffset="62974.6124">2827 9515 16 0,'0'0'30'15,"0"0"-13"-15,0 0 0 16,0 0-14-16,0-2-3 15,-6 2 0-15,-1-2 7 16,-1 0 18-16,-5-4-7 0,-2 3 8 16,8 0-7-16,7 0-19 15,0-2-1-15,0-1-31 16,0 5-41-16</inkml:trace>
  <inkml:trace contextRef="#ctx0" brushRef="#br0" timeOffset="63814.8318">3192 8395 14 0,'-15'-41'33'16,"15"19"-13"-16,0-7-3 15,0 2-14-15,0 4-3 16,0 0 1-16,0 4 0 0,0 0 3 16,0 2 2-16,0 6 9 15,0 0 4-15,0 2-6 16,0 0-10-16,0 2-3 16,0 3 0-16,6 1-3 15,-4 0-8-15,5 3-1 16,-5-4 7-16,4-3 5 15,5-6 0-15,0-3 0 16,14-1-1-16,-16 10-19 16,2-2-53-16</inkml:trace>
  <inkml:trace contextRef="#ctx0" brushRef="#br0" timeOffset="65427.1659">3365 7836 47 0,'0'-13'63'0,"0"7"-21"16,-4 0 7-16,-4 5-5 15,1-5-14-15,3 0 5 16,-5 4-7-16,7-1-7 16,-4 0 1-16,-1 3 4 15,7 0-4-15,-4 0-5 16,4 0-10-16,0 0-2 15,-2 0-3-15,2 0 0 16,0 0-2-16,0 0 0 16,-7 8 0-16,5 24-3 0,-4 5 1 15,-1 20 0-15,7 5 2 16,0 2 0-16,0 4 0 16,0 12 0-16,0 1 1 15,0 1-1-15,0 6 1 16,0 0-1-16,0 2 0 15,0 10 0-15,0 5 0 16,0 0 0-16,0 10 0 16,0-9 0-16,0-6 0 15,0 1 1-15,0-1-1 16,13 9 0-16,-2-2 0 16,0 8 0-16,-5-4 1 15,-4 1-1-15,5-1 0 0,-5-2 1 16,2-6-1-16,9-2 2 15,-2 0-2-15,-3-2 0 16,1 2 0-16,-3-1 0 16,-6 6 0-16,5-10 2 15,-1 12-2-15,11-3 0 16,-7-11 0-16,5 5 0 16,-6-2 4-16,1-4-3 15,-8 1 1-15,0-4 1 16,0 0 0-16,0-7-2 15,0-5 0-15,0-8 6 16,0-15-4-16,0 1-2 0,0-1 0 16,-4 4-1-1,4 0-1-15,0-2 1 0,-4 8 2 16,4-7-2-16,-11 3 1 16,2 4 1-16,-1-3 3 15,-7 8-2-15,6-2-2 16,-2-4 0-16,4 10 1 15,3 0-1 1,-11 1 0-16,8 9-1 0,-6 3 3 16,9-1 1-16,-3-1-2 15,-8 1 2-15,9-1-1 16,-3 2-3-16,-9 8 1 16,1 8 1-16,2 2-1 0,-9 6 0 15,5-6 0 1,6 3 1-16,2-5 2 0,4 0-3 15,3-3 0-15,-5-3 0 16,9-3-1-16,-4-8 1 16,3-5 0-16,3-2 0 15,-6 2-1-15,6 2 1 16,0 0 0-16,-2 0 0 16,-7 2 1-16,7 4-1 15,-6-1 0-15,1-1 0 16,-6-1 3-16,5-4-1 15,1 3 0-15,3 1-2 16,4-5 2-16,-4 1-1 16,4 1-1-16,0-4 1 0,0 0-1 15,0 2 0-15,0-2 1 16,0 0-2-16,0-1 0 16,0-1 0-16,8-1 0 15,7-3 1-15,-4 1 0 16,-9 4-1-16,-2-2 1 15,0 10 1-15,0 1 0 16,0 9-1-16,0 2 0 16,0-4 4-16,-8-4-5 15,-3-12 1-15,9-8 2 16,2-7-3-16,0-12 2 16,0-11-2-16,0-17 1 15,0-9 0-15,0-6 0 0,0-5-1 16,0-1 0-16,0-2 1 15,0 0-1-15,0 0 1 16,0 0 0-16,0 0 2 16,0 0 1-16,0 0 0 15,0 4-1-15,0-4-1 16,0 0-1-16,0 0 1 16,0 0 0-16,0 0-1 15,0 0-1-15,0 0 0 16,0 0 2-16,0 0-1 15,0 0 1-15,-7 0-2 16,7 0 0-16,0 0 0 0,0 0 0 16,0 0-2-1,0 0 0-15,0 0 2 0,0 0 0 16,0 0 0-16,0 0 1 16,0 0-1-16,0 0 0 15,0 0 0-15,0 0-2 16,0 0 1-16,0 0-1 15,0 0-1-15,0 0 0 16,0 0-2-16,-4 0-3 16,0 0-4-16,4 0-4 15,0 0-6-15,0 0 0 16,0 0-3-16,0 0-2 16,0 0-2-16,0 0 4 0,0 0 6 15,0 0-3 1,0 0-6-16,0 0-9 0,0-4-6 15,0-12-11-15,0 2 14 16,0 2-30-16</inkml:trace>
  <inkml:trace contextRef="#ctx0" brushRef="#br0" timeOffset="69450.4234">1682 17541 25 0,'-11'0'54'0,"5"0"-40"16,3 0 12-16,3 0 9 15,-8 0-5-15,6 0-5 16,2 0 1-16,-7 0 0 16,7 0 1-16,-2 0 2 15,-4 0-4-15,6 0-7 16,0 0-4-16,-2 0-4 15,2 0-7-15,0 0-2 16,0 0 0-16,0 0 0 16,0 0 0-16,0 0 0 15,0 0 1-15,0 0 0 0,0 0-2 16,0 0 0-16,0 0 1 16,0 0 0-16,0 0 3 15,0 0 0-15,0 0 4 16,-9 0-2-16,9 0-2 15,0 0 2-15,0 0 0 16,0 0-3-16,0 0 1 16,0 0 0-16,0 0-3 15,0 0-1-15,0 0 0 16,0 0 1-16,0 0-1 16,0 0 0-16,0 0-3 15,0 0 0-15,0 0 0 0,0 0 0 16,0 0-1-1,0 0 1-15,0 0 2 0,26 0 1 16,-5 3 2-16,7 2-2 16,0-2 0-16,13 3 0 15,6-1 0-15,4-3 2 16,5 4-2-16,2-4 0 16,9 3 1-16,3 4-1 15,8 1-1-15,12 0 0 16,4 1 1-16,17-2 0 15,3 8-1-15,6 0 1 16,15 1 0-16,1 2 0 16,3-5 0-16,0-1 0 0,-12-3 0 15,-1 3 0-15,-12-7 0 16,-4 4 0-16,-12-2-1 16,1-1 1-16,-7 0 1 15,2 0-1-15,7-2 0 16,4-1 0-16,0-2 0 15,13-1 0-15,3 2 0 16,3-4 1-16,9 0-1 16,6 0 0-16,9 0 0 15,0 0 1-15,0 0-1 16,9 0 1-16,-7 0 1 16,4 0-2-16,-6 0 0 0,-12 5 0 15,-12 1 0 1,-4-1 0-16,0 0 0 0,5-1-2 15,5 6 2-15,6-2 0 16,5-3 0-16,7 3 0 16,2 1-1-16,5-2 2 15,8-5-1-15,6 3 3 16,7-4-2-16,0-1 0 16,-5 0 2-16,3 0-3 15,-4 3 1-15,5 4-1 16,14-3 0-16,19 5 1 15,13-1-1-15,11 0 0 16,-1 0 0-16,5 3 0 16,-4-3 0-16,10-1 0 0,1 4 0 15,-7 3 0-15,-5 5-1 16,-8 3 2-16,-17-1-2 16,-11 2 1-16,-8 1 0 15,-17-3 0-15,-10 2 0 16,8 2 0-16,-3 4 0 15,15-2 0-15,11-3 1 16,2-2-1-16,2-3 1 16,15-4-1-16,1 3 0 15,20-7 0-15,5 0 1 16,4-1-1-16,-2-2 1 16,-19 0-1-16,0 4 1 15,-11-1 0-15,-4-4-1 0,-11 4 1 31,-4-5-1-31,-14-5 0 0,-3 3 2 0,-9-1-2 16,-15-3 0-16,-24 2 1 16,-19-2-1-16,-21 0 0 15,-13 2 0-15,-17-2 0 16,6 0 0-16,19 4-1 16,5-1 1-16,16-3 1 15,-1 0-1-15,-7 0 0 16,-19 0 0-16,-21 0 2 15,-16 0-2-15,-8 0-2 16,-4 2 1-16,-1-2 0 16,-1 2 0-16,21 4 1 0,17-3 2 15,28 0 4-15,12-1 4 16,8-2 8-16,3 0-17 16,-10 0 3-16,6 4 1 15,7-4-4-15,6 5 1 16,15-4-1-16,5 2-1 15,-12-3 4-15,-27 3-3 16,-30-3-1-16,-35 0 2 16,-23 0-1-16,-6 0 0 15,-7 0-1-15,0 0 1 16,4 0-1-16,4 0-1 16,7 0 1-16,7 0 0 15,1 0 1-15,-3 0-1 16,-7 0 1-16,-3 0 0 0,-10 0 2 15,0 0 2-15,0 0 5 16,0 0-4-16,0 0 4 16,0 0-1-16,0 0-3 15,0 0 0-15,0 0 2 16,0 0 1-16,0 0-3 16,0 0 0-16,0 0 0 15,0 0 1-15,0 0-1 16,0 0-1-16,0 0 0 15,0 0 0-15,0 0-2 16,0 0-1-16,0 0 0 16,0 0-2-16,0 0 0 15,0 0 0-15,0 0 1 0,0 0-1 16,0 0-2-16,0 0 0 16,0 0-1-16,0 0-7 15,0 0-1-15,0 0 5 16,0 0 5-16,0 0 1 15,0 0 0-15,0 0 1 16,0 0-1-16,0 0 0 16,0 0-1-16,0 0-1 15,0 0 0-15,0 0 0 16,0 0 2-16,0 0 0 0,0 0 0 16,0 0 1-1,0 0-1-15,0 0 0 0,0 0 0 16,0 0-4-16,0 0-10 15,0 0 4-15,0 0 4 16,0 0 3-16,0 0 1 16,0 0 0-16,0-7-12 15,0-2-24-15,0-2 12 16,0 4 11-16,0-2-22 16,0 4 0-16,0 1 19 15,0 4-1-15,0 0 0 16,0 0 6-16,0 0 1 15,0 0 0-15,0 0 4 16,0 0 2-16,-10 0-12 0,-14 0-28 16,11 0-43-16,-6 0-41 15</inkml:trace>
  <inkml:trace contextRef="#ctx0" brushRef="#br0" timeOffset="70149.0609">18356 18073 112 0,'0'-11'56'0,"0"11"-3"16,0 0 0-16,0 0-10 15,0 0-26-15,0 0-11 16,0 0-2-16,0 0-3 16,0 0-1-16,32 0-5 15,19 5 5-15,18 16 2 16,4 4-2-16,6 5 1 16,1 6-1-16,-3-1 0 15,-6 4 0-15,-16-2 0 0,-10 0-1 16,-17 2-1-16,-19 2-3 15,-9 7 4-15,0 12 1 16,-60 9 1-16,-22 6 4 16,-6-1-4-16,0-9 0 15,9-6 0-15,15-12-1 16,12-10 2-16,11-4-1 16,14-8 1-16,7-4-2 15,3-2 0-15,-2 6-14 16,15-25-72-16,4 0-56 15</inkml:trace>
  <inkml:trace contextRef="#ctx0" brushRef="#br0" timeOffset="72443.7793">2810 17414 49 0,'0'4'76'16,"0"-4"-69"-16,0 0 4 15,4 0 11-15,3 0-22 16,-1 0-2-16,-6 3 1 16,0-3-2-16,0 3 3 15,0-3 2-15,0 0 18 16,0 0 8-16,0 0 6 16,0 0 0-16,0 0-6 15,0 0-14-15,0 0-3 16,2 0 5-16,7 0-5 0,19 0-4 15,19 0 4-15,28 0 13 16,30 0-1-16,30-14-8 16,26 1-7-16,11 2-3 15,1 3-4-15,-14 2-1 16,-20 4 0-16,-27-1 1 16,-37 1 0-16,-30-1-1 15,-23 1 0-15,-16-2 2 16,-6 2 1-16,0-2 3 15,0-6-6-15,0-14-2 16,0-15-26-16,0-6-38 0,-15 21-16 16,-4 5-63-1</inkml:trace>
  <inkml:trace contextRef="#ctx0" brushRef="#br0" timeOffset="73111.5571">4414 15891 187 0,'-8'0'69'16,"8"0"-69"-16,0 0 39 15,0 0 6-15,0 0-38 16,0 0-3-16,0 0 3 15,28 0 0-15,25 0 3 16,18 0 3-16,21-2 1 16,26-7 0-16,15-4-1 15,24 0-2-15,29-10-5 0,20 2-3 16,13-9 0 0,0 2 0-16,-37 4-3 0,-47 5 0 15,-58 5 0-15,-34 9 1 16,-23 5-1-16,-20 0 2 15,0 0 3-15,0 0 0 16,0 0 0-16,0-2-5 16,0-2-2-16,0 1-7 15,0-1-5-15,0-2-4 16,0-2-9-16,-9 2-40 16,-10 6-58-16</inkml:trace>
  <inkml:trace contextRef="#ctx0" brushRef="#br0" timeOffset="73906.415">6478 14428 93 0,'-11'-2'45'15,"11"-2"-40"-15,0 4 10 16,0-1 40-16,0-4-33 16,0 5-11-16,0 0 15 15,0 0-6-15,17 0-12 16,32 0 7-16,29 0 8 15,48 0-8-15,41-1-4 16,31-4-5-16,27-1 1 16,7-7 1-16,-1-4-1 15,3-5-1-15,-15-3-3 16,-15 4 10-16,-22 0-1 16,-41 4-6-16,-40 5 3 0,-34 8-3 15,-31 4-6-15,-17 0 0 16,-14 0 0-16,-5 0 3 15,0 0 15-15,0 0 2 16,0-4-4-16,0 4-7 16,0-3-7-16,0 3 0 15,0 0-1-15,0 0 1 16,0 0 0-16,0 0-1 16,0 0-1-16,0 0-8 15,0 0-15-15,0 0-19 16,0 0-18-16,0 0 25 15,-5-8-18-15</inkml:trace>
  <inkml:trace contextRef="#ctx0" brushRef="#br0" timeOffset="74835.729">8783 12935 109 0,'-8'-2'50'15,"8"2"-43"-15,0-2 35 16,0 2-4-16,0-6-36 15,0 6-2-15,15 0 8 16,21 0 14-16,9 0-3 16,22 0-3-16,16 0 5 15,20 0-12-15,24 0 5 16,36 0-5-16,41 0 1 16,36-20-4-16,43-6 1 0,30-5-3 15,17-1-1 1,1 0-3-16,-12-2 1 15,-36 3 0-15,-29-5 0 0,-29 1-1 16,-39 5 2-16,-29 0-1 16,-46 11 2-16,-38 6-2 15,-21 4 14-15,-16 4-10 16,-8 0-2-16,0 2 6 16,-2-3 0-16,-11 4 0 15,0-1-1-15,-2-3-2 16,6-2 0-16,2 3 0 15,-1 0-2-15,-1 1-3 16,5 0-1-16,-1 1 0 0,3-1-1 16,-2 2 1-16,-5 2 0 15,-2-3 0-15,-2 3 0 16,-11 0 0-16,-4-2 0 16,0 2 1-16,0 0 0 15,0 0 1-15,0 0 4 16,0 0 2-16,0 0-2 15,0 0-3-15,0 0-1 16,0 0-2-16,0 0-9 16,0 0-17-16,0 0-25 15,-8 0-35-15,-7 0-77 16</inkml:trace>
  <inkml:trace contextRef="#ctx0" brushRef="#br0" timeOffset="75601.6406">13232 11365 81 0,'-9'0'91'0,"9"0"-88"0,0 0 14 15,0 0 44-15,0 0-35 16,0 0-21-16,0 0 8 15,0 0 11-15,0 0-6 16,0 0-7-16,0 0 2 16,0 0 3-16,0 0-4 15,37 0-7-15,33 0-2 16,27 0 1-16,32 0-3 16,34-4-1-16,30-3 1 15,51-11 1-15,43-2 3 16,29-7 2-16,18-3-5 15,-16 0 0-15,-29 5-2 16,-53 6 0-16,-49 0 0 0,-58 5 0 16,-46 0 2-16,-33 6 0 15,-27 1 13-15,-12 3 3 16,-11 4 2-16,0 0-13 16,0 0-4-16,0 0 2 15,0 0 2 1,0 0-5-16,0 0-1 0,0 0 1 15,0 0 0-15,0 0 0 16,0 0-2-16,0 0 0 16,0 0-8-16,0 0-13 15,0 0-19-15,-24 0-31 16,5 0-69-16,2 0-89 16</inkml:trace>
  <inkml:trace contextRef="#ctx0" brushRef="#br0" timeOffset="77279.7428">6437 17771 1 0,'-7'0'24'0,"5"3"9"15,-13-3 8-15,5 0-1 0,-1 0 2 16,0 0-1 0,5 0-7-16,6-5-11 0,0-5 2 15,0-10-13-15,0 4-8 16,0-4-4-16,25 5 0 15,16 1-2-15,4 3 1 16,-4 9 0-16,0 2 0 16,-7 0-2-16,-10 0 0 15,1 20 0-15,-18 16-4 16,-7 6-7-16,0 1-6 16,0-3 3-16,-24-10 7 15,-8-8 10-15,0-12 0 0,4-7 6 16,9-3 7-1,-1 0 6-15,1-15 6 16,2-16-7-16,8-1-12 16,9 2-4-16,0 0-1 0,0 3 1 15,9 2-2-15,27 0 0 16,1 9 0-16,-7 6 2 16,2 5-2-16,-11 5 0 15,-6 0-2-15,-2 0 0 16,-11 10 0-16,-2 20-4 15,0 6 0-15,0 7-5 16,-30-5-5-16,-10-8 3 16,8-15 10-16,4-6 3 15,0-9 0-15,8 0 3 16,-7-5 2-16,-1-26 3 0,2-3 6 16,7-5-12-16,16 7 4 15,3 4 8-15,0 4-13 16,22 6-1-16,34 1-4 15,6 9 4-15,4 3-1 16,-10 5 1-16,-15 0 4 16,-7 0-4-16,-21 5 0 15,-13 16-3-15,0 10-1 16,0 1 1-16,-19-4-3 16,-13-5 0-16,-5-6 4 15,1-3-6-15,6-6-6 16,-5-3-10-16,20-5-24 15,11 0-38-15</inkml:trace>
  <inkml:trace contextRef="#ctx0" brushRef="#br0" timeOffset="77797.6381">6385 18237 47 0,'0'-17'135'0,"-4"6"-95"16,4 0-4-16,0 0 19 16,0 3-27-16,0 5-15 15,0 1-2-15,0 2-2 16,0 0-6-16,0 0 0 0,0 0-2 15,0 0-1-15,0 18 0 16,0 18 3-16,0 7 2 16,0 17-3-16,0 5-2 15,-15 9-2-15,-26-4-10 16,-2-2-2-16,7-11 6 16,8-14 0-16,9-14 2 15,6-11-8-15,13-11-6 16,0-7-11-16,0 0-8 15,0 0-21-15,0 0 12 16,0-7-36-16</inkml:trace>
  <inkml:trace contextRef="#ctx0" brushRef="#br0" timeOffset="78824.7327">6842 18266 29 0,'15'-29'241'0,"-15"29"-233"16,0 0-7-16,0 0 46 15,0 0-40-15,0 0-4 16,-8 0-3-16,-27 9 0 16,-5 13-4-16,-8 8 4 15,8-2-1-15,-3-2 1 16,11-4 1-16,10-9-1 15,11-4-1-15,7-4 0 0,4-5 1 16,0 4-2-16,0-4 2 16,0 2 0-16,0-2 2 15,0 1-2-15,0 3 5 16,0-1-1-16,0 2-4 16,0 4-1-16,0 1-1 15,0-1 2-15,0-2 0 16,0 2 0-16,0-3 3 15,0-4 0-15,0-2 0 16,0 0 0-16,0 0-1 16,0 0 2-16,0 0-2 15,0 0 1-15,0 0 1 16,0 0-1-16,0 0-1 16,0 0-2-16,0 3-10 0,-13-2-8 15,-6 9 2-15,4-8 3 16,2 4-5-16,11-3 17 15,-5-3 1-15,-3 2 5 16,1 3 1-16,-2 3-2 16,-6-1-4-16,0 4 2 15,-2-4-2-15,6-2 2 16,4-3 5-16,1 3-1 16,8-5-2-16,0 0-2 15,0 0 1-15,0 0 0 0,0 0 0 16,0 0 0-1,0 0 1-15,0 0-2 0,0 0 0 16,0 0 1-16,0 0-3 16,0 0 0-16,0 0 1 15,0 0-1-15,8 0 3 16,14 0 3-16,6 0 0 16,6 0-3-16,-4 4-1 15,7 5-2 1,8 2 1-16,-3 0-1 0,6 2 1 15,3-2-1-15,-6-3 1 16,2 3-1-16,-6-5 0 16,-7 2 0-16,-6-1 1 15,2 1-1-15,-4 1 0 16,2 2 0-16,0 0 1 0,-7-4-1 16,-4 2 1-16,-8-4-1 15,6-2 0-15,-11 0 0 16,5-1 0-16,2 4 0 15,6-2 0-15,2 3 0 16,0-6 0-16,-6 2 1 16,-8-3-1-16,-1 0 0 15,-4 0 3-15,0 0 5 16,0 0 13-16,0 0-4 16,0 0-9-16,0 0-6 15,0 0-1-15,0 0-1 16,0 0 0-16,0 0 0 0,0 0-4 15,0 0-3 1,0 0-5-16,0 0-12 0,0 0-23 16,0 0-63-16,0 0-127 15</inkml:trace>
  <inkml:trace contextRef="#ctx0" brushRef="#br0" timeOffset="80813.5188">2921 14174 66 0,'0'-6'106'0,"0"2"-106"16,0 3 0-1,48 1 0-15,-1 0 15 0,0 0-12 16,-28 0-3-16,1 1 0 16,-14 24 3-16,-6 3 2 15,0 0 3-15,0 6-4 16,-15-10 0-16,-4-8-4 15,8-11 3-15,0-5 4 16,5 0 13-16,-3 0 5 16,1-11-11-16,3-20-4 15,5-6-8-15,0-2-2 16,0-3-3-16,41 5 1 16,21 5 0-16,11 4 1 0,2 7-2 15,-10 10 1-15,-18 7-2 16,-17 4 0-16,-17 0-1 15,-13 26-13-15,0 12 7 16,-9 5 7-16,-47 1-4 16,-4-9 2-16,2-8 6 15,3-11 1-15,1-10 0 16,15-6 11-16,3 0 8 16,6 0-2-16,13-22-1 15,6 2-3-15,11 2-9 16,0 1-1-16,0 2-3 15,13-3-1-15,32 5-1 0,0 0-1 16,-15 8 0-16,-4 1 1 16,-24 4-2-16,-2 0 1 15,0 0 2-15,0 0-4 16,-2 17-1-16,-32 4 5 16,-5-1 2-16,-6-4-1 15,4-5 1-15,-2-4 1 16,7 2 0-16,14-7 0 15,7-2-2-15,15 0-1 16,0 0-11-16,0 0-52 16,0 0-70-16</inkml:trace>
  <inkml:trace contextRef="#ctx0" brushRef="#br0" timeOffset="82075.9595">581 12607 112 0,'11'0'89'16,"-11"-2"-50"-16,7 2 22 16,-7 0-11-16,0 0-42 15,2 0-8-15,6 13-3 16,1 26 3-16,8 14 17 16,-10 21 3-16,-3 7-7 15,-4 19-1-15,0 4-8 16,0-10-2-16,0-12-2 15,11-25 0-15,10-22-4 16,-2-13-18-16,3-10-11 16,-12-7-14-16,-5-5-33 15,-5 0-31-15</inkml:trace>
  <inkml:trace contextRef="#ctx0" brushRef="#br0" timeOffset="82362.039">305 12558 139 0,'-5'0'75'0,"5"0"-71"15,0 0 12-15,11 0 21 16,39 0-30-16,20 0 7 0,16-5 4 15,6-3-5 1,5-3-8-16,2 0-3 0,-3 1-2 16,3-4 0-16,-7-3 0 15,-15 5-12-15,-13-3-34 16,-25 11-4-16,-39 4-19 16,0 0-50-16</inkml:trace>
  <inkml:trace contextRef="#ctx0" brushRef="#br0" timeOffset="82602.2035">444 12928 78 0,'-19'25'41'0,"19"-25"-35"16,0 0 59-16,19 0-8 15,35-3-14-15,19-8-12 16,2-3-8-16,13 0-6 15,4-3-2-15,9 2-9 16,-9 1 1-16,0-3-4 16,-6 5-1-16,-11-2-2 15,-17 5-1-15,-15 7-20 16,-43 2-49-16,0 0-54 16</inkml:trace>
  <inkml:trace contextRef="#ctx0" brushRef="#br0" timeOffset="83156.041">1624 12348 71 0,'0'-7'148'0,"0"7"-141"15,0 0-7-15,0 18 38 16,0 23-28-16,-15 18-7 0,2 14 8 15,-4 2 7-15,-3 9 0 16,14 5-10-16,4 0-4 16,2-1-4-16,0-9 2 15,0-6-1-15,17-10-1 16,13-14 0-16,9-6-1 16,6-16-2-16,11-4 1 15,4-11-16-15,4-9-12 16,11-3-15-16,-58 0-25 15,9-11-46-15</inkml:trace>
  <inkml:trace contextRef="#ctx0" brushRef="#br0" timeOffset="83421.8908">2036 12605 125 0,'-9'-14'30'16,"9"14"-26"-16,0 0 12 16,0 18 7-16,2 27-8 15,35 8 12-15,-1 13-8 16,-8 0-8-16,-2-4-8 16,-13-1-1-16,4-6-2 15,0-9 2-15,-8-8-2 16,3-10 0-16,-3-14-3 15,0-2-22-15,-5-12-28 0,0 0-52 16</inkml:trace>
  <inkml:trace contextRef="#ctx0" brushRef="#br0" timeOffset="83744.0834">2542 12731 74 0,'6'-7'133'15,"-6"7"-100"-15,0 0 20 16,-28 0 0-16,-27 31-48 16,-10 5-2-16,3 9 3 15,11-5-2-15,3-2 1 0,14-11 1 16,15-6 0-16,8-1-3 16,11-4-3-16,0 0 0 15,0 1-2-15,0-3 2 16,0 1 0-16,9 5 0 15,19-5 2-15,6 2-1 16,9-4 0-16,6-1-1 16,7-6 0-16,0-6-2 15,-3 0-1-15,-3 0-5 16,-5-14-14-16,-9-14-16 16,-25 14-26-16,-11-2-45 15</inkml:trace>
  <inkml:trace contextRef="#ctx0" brushRef="#br0" timeOffset="83989.3099">2548 12473 38 0,'0'22'16'0,"50"30"27"16,3 10 8-16,3 10-9 15,-11 3 15-15,-4 5-14 16,-7 0-8-16,-27 2-27 16,-7 0-1-16,0-7-4 0,0-4 0 15,-20-14-3-15,-1-14-14 16,1-13-23-16,18-30-40 16,-6 0-58-16</inkml:trace>
  <inkml:trace contextRef="#ctx0" brushRef="#br0" timeOffset="90303.4981">1568 11163 112 0,'13'0'80'16,"-13"0"-80"-16,0 9 0 16,6 31 24-16,-6 14 15 15,9 14-15-15,-7 1-6 16,-2 9-8-16,0-2 8 16,0 3-10-16,0-5-7 15,0-6 1-15,0-10-2 16,0-6 0-16,0-12-6 15,0-12-33-15,0-11-21 16,0-17-23-16,0 0-51 16</inkml:trace>
  <inkml:trace contextRef="#ctx0" brushRef="#br0" timeOffset="90502.4023">1746 11426 102 0,'28'0'23'0,"-4"22"-21"16,3 43 23-16,-3 18 4 16,-5-2-12-16,1 2-1 15,-3-12-7-15,2-10-6 16,-6-14-2-16,-4-5-1 16,-9-12-4-16,0-30-40 15,0 0-29-15</inkml:trace>
  <inkml:trace contextRef="#ctx0" brushRef="#br0" timeOffset="91076.2011">1131 9908 80 0,'10'-12'66'0,"-10"12"-27"16,0 0 24-16,0 0-10 16,0 0-29-16,0 0-10 15,0 41-12-15,0 22-1 16,0 20 10-16,-2 8-4 16,-6-3-6-16,-3 1 1 15,2-1-2-15,3-10 0 16,4-7 1-16,2-18-1 15,0-11 0-15,0-10-15 16,0-16-21-16,8-15-26 16,29-1-9-16,-24-5 16 15,4-26-24-15</inkml:trace>
  <inkml:trace contextRef="#ctx0" brushRef="#br0" timeOffset="91301.7687">1317 9896 102 0,'11'0'15'16,"2"19"-8"-16,4 57 26 15,-2 18 12-15,-2 9-23 16,-3 4 15-16,-3-7-9 0,1-4-16 16,1-7-9-1,-5-10-3-15,5-14 2 0,-3-8-2 16,-3-13-1-16,-3-15-21 15,0-13-37-15,0-16-20 16,0 0-24-16</inkml:trace>
  <inkml:trace contextRef="#ctx0" brushRef="#br0" timeOffset="91638.874">1040 9918 86 0,'0'-101'46'16,"0"51"-30"-16,28-6 16 16,24 6-1-16,6 2-15 0,2 9-6 15,2 8-4-15,-13 15 5 16,5 10-10-16,-9 6-1 16,4 14-8-16,7 36 1 15,0 9 7-15,-3 2 1 16,-8 5 1-16,-17-6 0 15,-17-6-1-15,-11 0 0 16,0-2 2-16,-8 1 3 16,-44 2-2-16,1-5 0 15,-5-11-1-15,0-2-1 16,2-9 1-16,16-8-2 16,-1-4-1-16,16-8-13 15,18-8-21-15,5 0-39 16,0 0-38-16</inkml:trace>
  <inkml:trace contextRef="#ctx0" brushRef="#br0" timeOffset="91938.202">2212 9515 112 0,'0'-2'15'0,"0"4"-1"15,-26 51 41-15,-19 17-22 16,-5 15-2-16,3 12 1 16,11 6-3-16,1 9-9 15,23 5 2-15,3-10-6 0,9-5 1 16,0-14-9-16,0-13-6 16,0-11-1-16,36-18 0 15,12-15-1-15,7-10-1 16,1-13-3-16,2-8-3 15,-2 0-18-15,6-8-3 16,5-37-18-16,-48 13-59 16,4-4-78-16</inkml:trace>
  <inkml:trace contextRef="#ctx0" brushRef="#br0" timeOffset="92237.6748">3082 9554 26 0,'9'-11'166'15,"-9"11"-112"-15,0 0 10 16,0 0-8-16,0 3-33 16,-9 52-21-16,-36 19 4 15,-15 30 30-15,-6 5-11 16,-7-4-9-16,0 5-1 15,-2-5-9-15,8-7-6 16,12-9 2-16,12-16-2 16,15-12-1-16,8-17 1 0,8-8-14 15,12-13-13-15,-9-14-16 16,9-3-23-16,0-6-39 16,0-1-12-16</inkml:trace>
  <inkml:trace contextRef="#ctx0" brushRef="#br0" timeOffset="92563.078">2310 9847 153 0,'7'-24'94'0,"-7"24"-49"0,0 0 17 15,8 0-23 1,12 24-39-16,20 28 4 0,12 19 24 15,16 2 4-15,5 0-16 16,2-4-4-16,-4-5-1 16,-2 1-7-16,-5 0-1 15,-8-2-2-15,0-3-1 16,-9-10 1-16,-11-6 0 16,-6-8-1-16,-4-7 0 15,-13-9-7-15,2-7-11 16,-6-6-7-16,1-3-11 15,-1-4-9-15,-1 0-4 0,12-5-5 16,-12-18 8-16,3-8-19 16</inkml:trace>
  <inkml:trace contextRef="#ctx0" brushRef="#br0" timeOffset="92959.4794">3726 9797 111 0,'8'-11'61'0,"-8"11"-31"16,0 0 27-16,0 0-12 0,0 0-32 16,0 34-6-1,-36 16 12-15,-9 6 1 0,-11 4-12 16,0-2-3-16,7 1-2 15,10-10 0-15,11-13 0 16,18-8 0-16,1-9-3 16,9-10-1-16,0-4 1 15,0-5 0-15,0 0 0 16,0 4-1-16,0-4-3 16,0 5 4-16,47-1 2 15,9-4 2-15,11 0 4 16,-3 0-1-16,0 0-1 15,-14 0-4-15,-10-7 1 16,-12 1-3-16,-6 1-11 16,-12 5-10-16,-1 0-18 0,-9 0-40 15,0 0-42-15</inkml:trace>
  <inkml:trace contextRef="#ctx0" brushRef="#br0" timeOffset="93187.4925">3473 10516 62 0,'-20'24'58'0,"20"-24"-12"15,0 0 20-15,0 0-28 16,33 0-16-16,18 0 17 16,5 0-16-16,4 0-1 15,2-2-4-15,-6-9-3 16,-9-7-8-16,9 0-5 0,-11-2-2 15,-2-2-33-15,-7-2-28 16,-36 18-56-16,0-3-24 16</inkml:trace>
  <inkml:trace contextRef="#ctx0" brushRef="#br0" timeOffset="93455.0575">4082 9642 162 0,'0'-17'51'0,"0"17"-49"15,0 17 24-15,0 34 20 16,0 11 5-16,19 11-19 16,-4 0-6-16,-2 3-4 15,-4-4-14-15,-9-5-3 16,0-8-4-16,0-1 0 15,0-4-1-15,0-2-4 16,0-10-26-16,0-8-10 16,0-10-16-16,0-24-26 15,0 0-33-15</inkml:trace>
  <inkml:trace contextRef="#ctx0" brushRef="#br0" timeOffset="93753.5987">4530 10019 149 0,'7'-8'69'16,"-7"8"-36"-16,-22 4 13 15,-40 35-42-15,-15 10-3 16,-5 3 6-16,9-4 0 16,9-4 2-16,23-15 9 15,13-10-7-15,18-6-2 16,10-4-9-16,0 1-2 15,0 4 1-15,0-4 1 16,19 4 0-16,22-3 3 16,12-2 0-16,12-5 0 15,1-4-2-15,7 0 1 0,-15 0-2 16,-13 0-2-16,-2 0-7 16,-11-8-19-16,-11-8-29 15,-21 8-36-15</inkml:trace>
  <inkml:trace contextRef="#ctx0" brushRef="#br0" timeOffset="94130.4347">4354 9500 137 0,'-6'-46'81'16,"6"46"-38"-16,0 0-6 15,0 0-22-15,19 11-13 16,28 27 15-16,13 27 9 16,7 16-8-16,-16 25 2 15,-6 14-7-15,-17 9-3 16,-15 8-5-16,-13 4 0 16,0-8-4-16,0-8 0 15,0-12-1-15,-21-21 2 16,-3-14-1-16,0-21 1 15,9-20-2-15,3-13 2 16,3-14-2-16,9-7 1 16,0-3 1-16,0 0 2 15,0 0 2-15,0 0-6 0,0 0-1 16,-6 0-11-16,-7 0-15 16,0-10-29-16,2 4-16 15,-2-5-60-15</inkml:trace>
  <inkml:trace contextRef="#ctx0" brushRef="#br0" timeOffset="97080.7992">6319 14453 28 0,'0'-3'20'16,"0"3"11"-16,0-2 6 15,0 2-12-15,0 0-3 0,0 0 5 16,0 0-11 0,0-3-7-16,0 3 0 0,0 0 8 15,0 0-4-15,0 0-2 16,0 0 0-16,0 0-1 16,0 0-3-16,0 0 0 15,0 0 2-15,0 0 1 16,0 0 1-16,0 0-3 15,0 0 1-15,0 0 1 16,0 0-3-16,0 0 4 16,0 0-2-16,-11 0-5 15,-4 0-4-15,-8 0-1 16,5 0-1-16,-7 0-3 16,7 0 4-16,-5 0-1 15,-1 5 1-15,1 4 0 0,6-2 1 16,2 2-3-16,6 0 1 15,3 3-2-15,6-5 2 16,0-1-1-16,0 3 2 16,0-1 0-16,0 3 1 15,0 3 1-15,0 5 0 16,0 3 1-16,0 4-2 16,0 0 1-16,0 3-1 15,0-3 0-15,0-4 4 16,0-2-3-16,0-7 0 15,-13-2 1-15,4-3 2 16,-10-1 1-16,4 4 0 0,-7-4-3 16,-6-1 0-16,5 3 1 15,-3-2-2-15,7-3-1 16,-1 5 0-16,10-9 0 16,3 2 2-16,7-2-4 15,0 0 2-15,0 0-1 16,0 0-1-16,0 0 2 31,0 0-1-31,0 0 0 0,0 0-2 0,0 0 1 16,0 0-2-16,9 0 2 15,10 0 2-15,-4 0 0 16,-2 0 0-16,2 0 0 0,-4 6-1 16,0 1 1-16,1 5 0 15,3 2 0-15,-2 2 0 16,9 2 0-16,-16 1 1 15,3 4 0-15,4-1 0 16,-11-1 1-16,6 3 2 16,-3 1-1-16,1 1 0 15,-6 2 1-15,0-1 1 16,0 6-1-16,0-6-3 16,0 0 0-16,0-5-1 15,0 3 1-15,0-7-1 16,0 4 1-16,0 0-1 15,0-1 0-15,0 3 1 0,0 1-1 16,0-3 0 0,0-1 1-16,0-4-1 0,0-2-1 15,0 5 1-15,0-7 0 16,0 7 0-16,9-4 0 16,-1-2-1-16,1 1 0 15,6-6 0-15,-7-2-1 16,12 1 2-16,-3 2 0 15,9 1 0-15,2-1 1 16,-1 1 0-16,1 0 1 16,0-3-2-16,-6-1 0 15,5-1 1-15,1-3-1 0,-4 2 0 16,-11-2 1 0,2-3-1-16,-11 0 1 0,3 0 1 15,-5 0 4-15,4 0 3 16,-4 0-2-16,5 0-5 15,3 0-2 1,-1 0 0-16,-7 0-15 0,-2-6-16 16,0-5-12-16,0 7-37 15,0-2-62-15</inkml:trace>
  <inkml:trace contextRef="#ctx0" brushRef="#br0" timeOffset="97822.2457">5778 13307 2 0,'-2'-13'137'0,"2"10"-95"0,0 3 0 16,0 0 27-16,0 0-22 16,0 0-23-16,-6 0 4 15,2 0-3-15,4 0-7 16,0 0-7-16,0 11-10 15,0 28-1-15,0 16 0 16,10 17 9-16,10 7-5 16,-3 6-1-16,-7 4-2 15,-1 15 0-15,-9 6 1 16,0-3-2-16,0-9 1 16,0-14-1-16,0-16 0 0,0-24-1 15,0-20-1-15,0-12 0 16,0-10 0-16,0-2 0 15,2 0-9-15,-2 0-14 16,0 0-15-16,0 0-16 16,0 0-24-16,0-2-22 15</inkml:trace>
  <inkml:trace contextRef="#ctx0" brushRef="#br0" timeOffset="99022.5019">5422 14042 112 0,'-2'-7'58'0,"2"7"-56"16,0 0-2-16,28 36 46 16,21 12-13-16,11 9-15 15,5-3-3-15,-9-2-4 16,-5-7-1-16,-14-5-3 15,1-9-3-15,-10-1-4 16,2-10 1-16,-2-4-1 16,-2-8 0-16,-18-3 0 15,-1-5 1-15,-7 0-1 16,0 0 1-16,0 0 3 0,0 0-2 16,0-18 3-16,0-20-2 15,0-11-2-15,-13-4-1 16,-15 2 1-16,0 2-1 15,0 9 0-15,11 6 1 16,4 10-1-16,5 12 2 16,1 6 6-16,7 6 2 15,-4 0-1-15,4 0-6 16,0 0-3-16,0 0-7 16,0 2-1-16,32 20 5 15,11 7 3-15,-5 2 0 16,8-1 0-16,-10-2 0 15,-15-2 0-15,-8-5-2 16,-13-4-3-16,0-4 1 16,0-2 4-16,0-3 2 0,-15-2-2 15,-13-6-2-15,-6 0-1 16,-7 0-1-16,-4-3-4 16,-8-25 3-16,-12-3 3 15,5-2 2-15,0 0 2 16,9 3-2-16,19 5 0 15,8 10 2-15,22 4 4 16,-5 3-3-16,7 8 0 16,0-3-3-16,0-3-2 15,13-1 1-15,39-2 1 0,8 5-2 16,11 0 2-16,2 2 0 16,-7 2 2-16,-10 0-2 15,-18 0 0 1,-12 0 1-1,-15 0-1-15,-11 0 0 0,0 0 1 0,0 0 1 16,0 6-2-16,-4 14-4 16,-31 8 4-16,-10 2-4 15,-2-1-8-15,0-5 7 16,4-1 5-16,11-4-2 16,8-6 2-16,16-2 0 15,3-7-1-15,5-4-2 16,0 0-3-16,0 0 1 15,0 0 4-15,0 0 1 16,20 0 1-16,10-4 8 0,4-18 0 16,5-6-1-16,-9 4 0 15,-5 0 4-15,-8 7-7 16,-17 8-3-16,0 3 2 16,0 1 2-16,0-5-6 15,-36 6-4-15,-11-2 0 16,-15 1 0-16,4 1 0 15,6 2 1-15,9 2 1 16,11 0 0-16,19 0-2 16,13 0 2-16,0 0-4 15,0 11-1-15,0 2 5 16,13-1 1-16,24-4 1 0,1 3 0 16,7-5 0-16,11 0 2 15,-4-1 0-15,5-3-1 16,-12 3 1-16,-15 1-2 15,-10 1 0-15,-14 4 0 16,-6 2-1-16,0 10 0 16,0-2 1-16,-34 3 0 15,-5 1 0-15,-8-6-3 16,0-5-2-16,0-3-1 16,2-5 2-16,2-6-6 15,11 0-10-15,8 0-9 16,20-17-44-16,4-5-5 15</inkml:trace>
  <inkml:trace contextRef="#ctx0" brushRef="#br0" timeOffset="99585.6359">4901 11804 60 0,'15'-14'93'16,"-15"14"-64"-1,2 0 24-15,3 0 10 0,-5 0-35 16,6 0-23-16,3 38-4 16,3 22 1-16,12 19 20 15,-7 8-14 1,-10 0-2-16,-3-4-1 0,-4-5-2 15,0-4-2-15,0-8 1 16,0-13-2-16,0-6-6 16,0-15-20-16,0-12-26 15,0-20-56-15,0 0-57 16</inkml:trace>
  <inkml:trace contextRef="#ctx0" brushRef="#br0" timeOffset="99813.3412">5086 11828 135 0,'27'-3'10'16,"1"12"-4"-16,5 53 41 16,1 23-9-16,-6 12-20 15,-11 7-8-15,-6 1-3 16,-3-5-6-16,-8-5-1 15,0-14 0-15,0-15-10 16,0-20-31-16,0-46-13 16,0 0 11-16</inkml:trace>
  <inkml:trace contextRef="#ctx0" brushRef="#br0" timeOffset="100132.1093">5030 11784 157 0,'0'-79'26'0,"23"42"-25"15,42 5 38-15,-1 4-8 16,0 7-15-16,-1 10-1 16,-16 11-3-16,-9 0-7 0,16 5-2 15,-7 32-1-15,-8 7 5 16,2 9-3-16,-18-4-1 15,-12-1-3-15,-11 4 0 16,0-2 0-16,-47 0 7 16,-11-2-2-16,-13-6-3 15,5-10-2-15,18-4 1 16,1-13-2-16,13-6-6 16,15-9-15-16,8 0-27 15,11-3-33-15,0-22-30 16</inkml:trace>
  <inkml:trace contextRef="#ctx0" brushRef="#br0" timeOffset="100382.1913">6001 11334 167 0,'0'6'7'15,"-2"73"12"-15,-45 15 39 16,13 7-21-16,12 5-13 15,7-4 10-15,5-7-4 16,10-8-8-16,0-11-2 16,0-10-9-16,0-12-4 15,0-8-5-15,19-3-2 16,9-10 0-16,8-7-11 0,9-13-25 16,7-13-38-16,-29 0-20 15,10-33-17-15</inkml:trace>
  <inkml:trace contextRef="#ctx0" brushRef="#br0" timeOffset="100628.8255">6666 11323 116 0,'15'-34'80'15,"-15"34"-78"-15,0 36 16 16,0 34 22-16,-10 22 3 15,-31 13-27-15,-11 8 5 0,-3 4 1 16,-1-5-14-16,9-11-5 16,2-20-2-16,8-13 1 15,16-16-2-15,-3-18 0 16,11-6-7-16,7-15-19 16,6-11-31-16,0-2-35 15,0 0-8-15</inkml:trace>
  <inkml:trace contextRef="#ctx0" brushRef="#br0" timeOffset="100844.2664">6139 11549 89 0,'0'-17'56'16,"10"42"-50"-16,55 56 35 0,14 11 14 15,0 0-16-15,-1-4-5 16,-5-5-14-16,-7-5 3 15,-4-11-7-15,-19-2-7 16,4-8-5-16,-10-9-3 16,-9-6-1-16,6-11-22 15,-4-12-42-15,-21-19-37 16,1 0-72-16</inkml:trace>
  <inkml:trace contextRef="#ctx0" brushRef="#br0" timeOffset="101048.6032">6932 11728 148 0,'-19'-12'68'16,"19"11"-65"-16,4 1 12 16,50 0 18-16,21 0-14 15,6-5-10-15,-1 5-3 16,-9 0-3-16,-16 0-3 15,-18 0-35-15,-37 0-51 16,0 0-73-16</inkml:trace>
  <inkml:trace contextRef="#ctx0" brushRef="#br0" timeOffset="101224.4244">6969 12098 117 0,'-17'23'70'15,"17"-23"-59"-15,0 0 26 16,36 0 1-16,22-2-23 16,6-19-6-16,1 1-6 15,1-7-3-15,-49 16-39 16,-6-2-80-16</inkml:trace>
  <inkml:trace contextRef="#ctx0" brushRef="#br0" timeOffset="101438.7244">7514 11451 149 0,'0'6'8'0,"0"41"35"16,0 6 22-16,15 8-18 15,-3 3-25-15,-3-2-9 16,-9 3-6-16,0-4-4 15,0-3-3-15,0-8-18 16,0-16-47-16,0-34-31 16,0 0-28-16</inkml:trace>
  <inkml:trace contextRef="#ctx0" brushRef="#br0" timeOffset="101716.0226">7893 11649 120 0,'0'-13'120'0,"-15"13"-119"16,-36 5 31-16,-5 22 16 16,-4 9-37-16,11-1-4 15,1 1 7-15,18-4-2 16,9-5 0-16,14-3-7 16,7 1 0-16,0-4-3 15,0 3 2-15,0-2-1 16,30-2 0-16,7-4 1 15,14-6-1-15,9-6-2 0,5-4-1 16,10 0-4-16,0 0-3 16,0-30-16-16,-8-6-30 15,-50 16-51-15,-9 2-72 16</inkml:trace>
  <inkml:trace contextRef="#ctx0" brushRef="#br0" timeOffset="102250.0662">8258 11240 126 0,'-4'-18'30'16,"4"18"-18"-16,0 0 40 0,0 0-10 16,0 0-22-16,0 0 9 15,0 0 3-15,0 0-12 16,0 0-6-16,0 0-3 15,0 0-6-15,0 0-1 16,0 0-2-16,0 0 2 16,0 0-1-16,0 0 0 15,0 0-2-15,0 0 0 16,0 0 0-16,0 0-1 16,0 0-3-16,0 0-1 15,0 0 3-15,0 0 0 16,0 0 1-16,0 0 1 15,0 0 1-15,0 0 0 16,0-4-1-16,0 4 2 16,0 0-2-16,0 0-1 0,0 0-3 15,8 4-3-15,33 29 6 16,10 15 0-16,9 7 0 16,-8 12 0-16,-7 3 2 15,-11 5-2-15,-21 10 2 16,-13-1 2-16,0-1-2 15,-19-3 0-15,-31-7-2 16,-1-11 2-16,-5-3-2 16,5-11 0-16,6-4 1 15,-3-11-1-15,3 1 0 16,-2-11-4-16,0-1-13 16,2-11-20-16,26-11-36 0,2 0-70 15</inkml:trace>
  <inkml:trace contextRef="#ctx0" brushRef="#br0" timeOffset="161260.3859">3164 4776 26 0,'0'2'88'16,"0"-2"-50"-16,0 0 8 15,0 0-1-15,0 0-13 16,-7 2-9-16,7-2 0 0,0 0 0 15,-2 0-3-15,2 0 3 16,0 0-4-16,0 5-2 16,0-5-2-16,-6 0-4 15,6 0-1-15,0 0-4 16,0 0-1-16,-4 0-2 16,-3 0 0-16,5 3 0 15,-4 1 1-15,6-2-2 16,-9 8-1-16,-10 5-1 15,-1 5 4-15,-5 0-2 16,5 2 2-16,-1 3 2 16,2 5-3-16,10 10-2 15,3 9 0-15,6 13-1 0,0 1 1 16,0 7 0 0,19 0 1-16,-2 1-1 0,9 3 2 15,-5 2-1-15,5-1-2 16,4 7 1-16,-2-1-1 15,-5 1 1-15,-3 0 0 16,-1 5-1-16,-8-6 0 16,-5-3 0-16,5-2 1 15,-11-4 0-15,0-4-1 16,0-10 0-16,0-8 1 16,0-20 1-16,-9-5-1 15,-1-7 1-15,-5-13 2 16,4-5 7-16,-6 0 11 0,-11 0-1 15,-13 0-4-15,-15 0-12 16,-6-11-1-16,4-3-2 16,9 6-2-16,8 3-3 15,28 0-5-15,13 5-7 16,0-5-16-16,0 5-17 16,0-5-18-16,0 4-21 15,0-1-50-15,0-2 36 16</inkml:trace>
  <inkml:trace contextRef="#ctx0" brushRef="#br0" timeOffset="163772.0307">3681 5429 4 0,'-41'30'19'0,"22"3"0"15,4 5 15-15,13 4-13 16,2 8-4-16,0 2 2 16,0-4 13-16,0-1-13 0,0-6 0 15,0-13-4-15,8-4-5 16,5-9-1-16,2-10 2 16,-2-5-9-16,-5 0-1 15,1 0 4-15,2 0 4 16,4 0 14-16,4-14 2 15,-2-11-8-15,-4-3-5 16,2-6-8-16,-4 2-3 16,-9 1 1-16,-2-8-1 15,0 0 0-15,0 5 1 16,0 0 0-16,0 16-2 16,0 5 1-16,0 10 6 15,0 3-2-15,0 0-2 0,0 0 0 16,0 0 1-16,0 0-1 15,0 0-2-15,0 0 1 16,0 0-1-16,0 0 0 16,0 0 3-16,0 0 8 15,0 0 1-15,0 0 1 16,0 0-4-16,0 0-2 16,0 0 0-16,0 0-1 15,0 0-2-15,0 0 1 16,0 0 1-16,0 0-7 15,0 0-11-15,0 23 2 16,15 19 2-16,26 12 7 16,2 9 3-16,-5 10 0 15,5 6-2-15,-15 4 1 0,-4 7-1 16,-16-7-1-16,-8-2 0 16,0-17-1-16,0-12 1 15,0-14-2-15,0-8 2 16,-8-11 2-16,-7-7 0 15,2-5 2-15,-7-7 4 16,-3 0 5-16,-18 0-2 16,-6 0-1-16,-11 0 0 15,-4-25-2-15,6-2-6 16,11 0-2-16,17 3-7 16,17-1-6-16,11 1-6 15,0-9-19-15,28-4-28 16,-2 21-33-16,2-4-77 0</inkml:trace>
  <inkml:trace contextRef="#ctx0" brushRef="#br0" timeOffset="164096.291">4153 5280 200 0,'-18'0'62'15,"1"0"-38"-15,-4 16 10 16,-3 25-7-16,1 10-2 16,5 10-4-16,8 1-2 0,1-3 2 15,9-1-5-15,0-4-3 16,0-7-9-16,0-10-2 15,13-4-1-15,21-4-1 16,14-8-1-16,1-2-9 16,5-10-32-16,1-9-8 15,12 0-18-15,-46-3-28 16,1-22-55-16</inkml:trace>
  <inkml:trace contextRef="#ctx0" brushRef="#br0" timeOffset="164290.3338">4676 5355 119 0,'0'-18'119'0,"0"18"-73"15,0 0 1-15,0 24-25 16,0 20-17-16,-28 15 8 16,-6 7-5-16,-7 7 0 15,5 0-6-15,-3-5-2 16,11-12-16-16,4-2-18 15,12-17-31-15,12-37-46 16</inkml:trace>
  <inkml:trace contextRef="#ctx0" brushRef="#br0" timeOffset="164860.7238">4354 5469 128 0,'-6'-2'80'0,"6"2"-21"0,0 0 12 16,0 0-32 0,0 0-26-16,0 0-7 0,0 0-3 15,0 13-3-15,28 25 0 16,10 5 7-16,7 12 1 15,-6-6-6-15,4 4 0 16,-11-5-2-16,-4-4 0 16,-7-11-7-16,-1-8-14 15,-5-5-4-15,-3-9-4 16,-3-6-17-16,10-5-27 16,-19 0-17-16</inkml:trace>
  <inkml:trace contextRef="#ctx0" brushRef="#br0" timeOffset="165144.8623">4770 5343 48 0,'0'-6'103'15,"17"6"-103"-15,13 11 27 16,13 29 23-16,5 12-16 15,-6 5-6-15,6 4-9 16,-12 0-5-16,-4-4-2 0,-8-2 4 16,-16-5-8-16,-8-3 2 15,0 2-1-15,0-4-1 16,-17-9-6-16,-11-5-2 16,5-9-10-16,12-12-8 15,-10-10-19-15,16 0-22 16,-5 0-51-16</inkml:trace>
  <inkml:trace contextRef="#ctx0" brushRef="#br0" timeOffset="165751.2996">5813 5343 29 0,'-65'-30'174'16,"18"30"-168"-16,11 0 22 15,-7 3 5-15,2 42-33 16,7 16-5-16,-7 10 5 16,13 3 3-16,11-2 5 0,11-7 6 15,6-12-4-15,0-7 1 16,0-6-4-16,27-17-2 16,1-9-4-16,0-12 0 15,4-2 4-15,1 0 9 16,5-21 5-16,3-19-6 15,0-15-8 1,-7-4-5-16,-6-9-6 0,-7-10-3 16,-10-5 2-16,-11-7 3 15,0-2 4-15,-28 3 0 16,-19 21 1-16,10 22 2 16,14 23 12-16,14 22 12 15,5 1 4-15,4 0-13 16,0 0-18-16,0 21-3 0,0 25-4 15,17 22 7-15,20 11 9 16,-3-1-2-16,-2 1-1 16,-8-3-4-16,4-8-2 15,-1-2 0-15,3-9-1 16,3-15-31-16,-1-12-21 16,6-19-18-16,-29-11-42 15,8-2-67-15</inkml:trace>
  <inkml:trace contextRef="#ctx0" brushRef="#br0" timeOffset="165975.9628">6293 5124 150 0,'-11'0'92'0,"11"29"-90"15,0 36 57-15,0 5-18 16,11 8-17-16,6 6-8 15,-2 0 6-15,-10-3-7 16,1-7-6-16,-4-6-7 16,7-10-2-16,1-15-13 15,5-9-29-15,-6-11-21 16,-5-23-47-16,-4 0-94 16</inkml:trace>
  <inkml:trace contextRef="#ctx0" brushRef="#br0" timeOffset="166215.7472">5931 5009 232 0,'0'-6'26'16,"0"-2"0"-16,40 0 3 15,31-3-12-15,26 4 4 16,6-4-4-16,0-3-3 15,-7 6 0-15,-10-3-11 16,-15 6-3-16,-16 2 0 16,-14 0 0-16,-9 3-11 0,-8 0-22 15,-20 0-24-15,-4 0-65 16</inkml:trace>
  <inkml:trace contextRef="#ctx0" brushRef="#br0" timeOffset="166488.7847">6111 5394 146 0,'0'28'36'0,"6"-28"20"16,63 0 32-16,10 0-39 15,3 0-4-15,-1-10-5 0,-14-2-5 16,-1 0-10-1,-16 4-1-15,-10-3-5 0,-10 6-10 16,-8-1-4-16,-3 3-3 16,-4-2-2-16,2 0 0 15,-6 3-13-15,-2 2-30 16,-9 0-22-16,0 0-27 16,0 0-51-16</inkml:trace>
  <inkml:trace contextRef="#ctx0" brushRef="#br0" timeOffset="167146.3616">6941 5334 182 0,'0'0'54'0,"0"0"-41"16,0 0 24-16,-7 24-31 15,-1 18 3-15,-1 8 15 16,-1 4-4-16,7 1-4 16,3-2 4-16,0-8-4 15,0 2-6-15,0-9-8 16,13-4 1-16,24-7-3 16,8-5-2-16,2-10-21 15,13-12-16-15,4 0-25 16,-36 0-22-16,-4-25-52 15</inkml:trace>
  <inkml:trace contextRef="#ctx0" brushRef="#br0" timeOffset="167325.6724">7484 5459 118 0,'0'-16'101'16,"0"16"-56"-16,0 3 7 15,0 31-32-15,-26 13-8 16,-11 8-3-16,-10 2 0 15,0 2-6-15,10-8-3 16,1-7-3-16,12-9-16 0,12-9-12 16,12-26-28-1,0 0-58-15</inkml:trace>
  <inkml:trace contextRef="#ctx0" brushRef="#br0" timeOffset="167533.5344">7179 5524 36 0,'0'-1'149'16,"0"1"-136"-16,11 19 42 15,34 15 4-15,2-4-18 16,4-3-16-16,-10-1-6 16,-4-1-11-16,-1-2-5 15,1-5-3-15,-7-7-7 16,4 0-40-16,-32-11-58 15,-2 0-78-15</inkml:trace>
  <inkml:trace contextRef="#ctx0" brushRef="#br0" timeOffset="167733.5434">7670 5405 88 0,'19'11'73'16,"9"35"-38"-16,9 0 16 15,-5 4-3-15,0-5-12 16,-8-2-4-16,-11 7-10 16,-13-4-17-16,0 0 1 0,0-3-6 15,0-6-15-15,0-8-28 16,-9-29-54-16,5 0-102 16</inkml:trace>
  <inkml:trace contextRef="#ctx0" brushRef="#br0" timeOffset="167950.8046">8136 5514 165 0,'10'-3'153'15,"-1"-4"-131"-15,23-5 10 0,15-2-8 16,9 0-13-16,4 0-6 15,-8 10-3-15,-16 4-2 16,-8 0-5-16,-11 0-35 16,-17 0-27-16,0 13-74 15</inkml:trace>
  <inkml:trace contextRef="#ctx0" brushRef="#br0" timeOffset="168138.0875">8275 5731 111 0,'0'13'93'0,"0"-13"-57"16,6 0 26-16,31 0-13 15,-1 0-21-15,7-11 0 0,-6 0-1 16,-5 4-8-16,-4-4-13 16,0 3-6-16,6 1-16 15,-32 5-51-15,15-3-98 16</inkml:trace>
  <inkml:trace contextRef="#ctx0" brushRef="#br0" timeOffset="169581.6757">9727 6406 113 0</inkml:trace>
  <inkml:trace contextRef="#ctx0" brushRef="#br0" timeOffset="180350.7126">8938 5600 58 0,'-9'6'42'0,"9"-6"-22"16,0 0 23-16,0 0-5 16,0 0-15-16,0 0-1 15,0 0-3-15,0 0 0 0,0 0-2 16,0 0-2-16,0 0-1 16,0 0-6-16,17-20-1 15,15-7 2-15,5-9 1 16,2-9-5-16,3-7-3 15,-5 1 1-15,-7-8-2 16,2-1 0-16,-4-4 0 16,-4-2 0-16,-7 1-1 15,-17-1 0-15,0 3 0 16,0 8-2-16,-9 1 2 16,-19 7 0-16,-4 9 0 15,0 10 1-15,8 12 0 16,9 10 0-16,-2 3 6 15,9 3-3-15,8 0-3 0,0 0-1 16,-3 0-5-16,-3 36-5 16,-7 19 10-16,5 8 0 15,-3 6 3-15,7 7-3 16,4 2 6-16,0 8 0 16,0-3-1-16,0-1 0 15,0-4-3-15,0-13 3 16,0-10-4-16,15-14-1 15,6-11-2-15,7-15 0 16,6-6-1-16,-6-7 0 16,9-2 2-16,-3 0-3 15,13 0-19-15,2-22-36 0,-29 6-33 16,-5 0-54-16</inkml:trace>
  <inkml:trace contextRef="#ctx0" brushRef="#br0" timeOffset="180626.4175">9650 5265 70 0,'-20'-3'111'16,"20"3"-61"-16,-2 0 17 15,2 0-22-15,0 0-30 16,0 26-7-16,0 20 3 0,0 8 10 15,0 7-13-15,0-7-7 16,0-3 0-16,0-10-1 16,0-8 0-16,0-11-6 15,0-9-17-15,0-8-6 16,0-5-16-16,2 0-20 16,18 0-22-16,-14-5 26 15,3-14-14-15</inkml:trace>
  <inkml:trace contextRef="#ctx0" brushRef="#br0" timeOffset="181162.1862">9727 5450 53 0,'4'-24'57'16,"-4"24"-22"-16,0 0 14 15,17 0-12-15,-10 3-32 0,14 18 13 16,-10 12 14-16,6 0-6 16,-10-1-2-16,-3-4-15 15,0-9 0-15,-4-8-4 16,7-5-3-16,-3-6 0 15,5 0-1-15,-5 0 0 16,4 0 2-16,7-12 0 16,5-12 6-16,1-10-9 15,11 6 0-15,3-3-3 16,-3 7 0-16,-15 11-3 16,-2 7 1-16,-11 6 1 15,-4 0-9-15,0 29-12 0,0 10 24 16,0 0-1-1,0-10 0-15,0-10 2 0,0-8 1 16,0-5 0-16,0-6 4 16,0 0-2-16,0 0-1 15,5 0 0-15,5-6 1 16,3-22 10-16,2-3-11 16,2-5-2-16,3 5 0 15,-1 13 0-15,-17 9-1 16,5 9 0-16,-7 0-2 15,0 0 3-15,8 0-7 16,5 20 7-16,4 4 4 0,-8-3 0 16,-1 2 2-16,-6-5 1 15,7-1-3-15,-7-7 0 16,5-4-1-16,-5-6-3 16,2 0-3-16,0 0 1 15,-4 0-12-15,9 0-16 16,-9 0-19-16,0 0-46 15,0 0-80-15</inkml:trace>
  <inkml:trace contextRef="#ctx0" brushRef="#br0" timeOffset="181362.5971">9594 5117 165 0,'-19'-13'112'0,"19"7"-51"16,0 1-5-16,0 2-40 15,0 3-16-15,0 0-8 16,0 0-33-16,0 3-74 16,0 13-67-16</inkml:trace>
  <inkml:trace contextRef="#ctx0" brushRef="#br0" timeOffset="182065.5525">8845 6273 105 0,'0'-13'135'16,"0"13"-119"-16,0 0 12 15,0 0-28-15,0 27-10 16,9 11 10-16,15 12 0 0,-3-1 2 16,3 4-2-1,-16-5 0-15,3-1 1 0,-7-9-1 16,1-14 4-16,1-10-2 16,-4-11-2-16,9-3 1 15,-11 0 1-15,4 0 5 16,0-11 15-16,3-24 7 15,-5-1-25-15,9-8-3 16,4 8 1-16,2-1-2 16,2 9 0-16,1 16 0 15,-10 3-2-15,-3 9 1 16,3 0 0-16,-7 0 1 16,12 24-2-16,4 16 2 15,9 6 3-15,-7 4 3 16,7-1-6-16,-11 3 0 0,3-11-1 15,-3-12-14-15,-2-11-9 16,8-14-25-16,-14-4-20 16,2 0-38-16</inkml:trace>
  <inkml:trace contextRef="#ctx0" brushRef="#br0" timeOffset="182302.5136">9594 6446 83 0,'0'0'79'0,"0"0"-75"0,15 0 67 15,26-2-5-15,4 2-20 16,2-3-3-16,-2 1-6 16,2 2-20-16,5 0-15 15,-7 0-2-15,-2 0-1 16,-11 0-20-16,-15 0-21 15,-6 2-18-15,-7 6-41 16,-4-8-18-16</inkml:trace>
  <inkml:trace contextRef="#ctx0" brushRef="#br0" timeOffset="182614.1938">9843 6309 17 0,'-45'-8'164'0,"30"8"-116"15,15-3 39-15,0 3-28 0,0-2-44 16,0 2-13-16,4 0-2 16,28 0 4-16,11 0 8 15,2 13-7-15,-2 6-3 16,-6-1 1-16,-5 4-1 16,-4-2-2-16,-5-2-5 15,-14-4-7-15,-3-3 5 16,-6-1-1-16,0-5 4 31,0 7 4-31,0 1 5 0,-11 1-2 0,-21 2-1 16,4-4 1-16,-4 6-3 15,4-5-5-15,5 2-14 0,3-2-8 16,16-4-32-16,4-9-27 16,0 0-34-16</inkml:trace>
  <inkml:trace contextRef="#ctx0" brushRef="#br0" timeOffset="183334.1415">10703 6243 73 0,'8'-11'64'16,"-8"11"-11"-16,0 0 6 16,0 0-23-16,0 0-20 15,0 0-2-15,0 0 1 16,0 0-15-16,0 11-6 16,0 8 1-16,0 9 5 15,0 3 0-15,-21 2 0 16,-22 3 1-16,-2-2 0 15,-2-9 1-15,15-3-2 16,4-10 7-16,15-10-1 16,2-2 7-16,3 0 4 0,3 0-4 15,-3-8-6-15,-3-11 4 16,7-6 3-16,0-2-7 16,4-2-4-16,0-2-3 15,0 6 0-15,0 2 0 16,27 10 0-16,1 1 3 15,9 7-3-15,-5 5 0 16,11 0-4-16,-7 0-5 16,-4 0 0-16,3 19-4 15,-7 4 1-15,0 6-1 16,-7 3-8-16,-6-2 8 16,4-4 8-16,-8-1 3 15,8-3-2-15,-6-7 1 0,2-3-1 16,-2-8-5-1,-4-4-2-15,1 0 6 0,-1 0 5 16,6-11 22-16,-2-16 0 16,2-7-6-16,2-6-4 15,-2 1-7-15,-6 1 0 16,-5 2-2-16,-4 7 1 16,0 6 6-16,-9 1-5 15,-34 3 9-15,-6 1-10 16,-7 11-4-16,1 2-1 15,-3 5-2-15,4 0-4 16,5 7-6-16,12 17-11 0,7 10-7 16,9 0-13-1,21-19-25-15,0-1-42 0</inkml:trace>
  <inkml:trace contextRef="#ctx0" brushRef="#br0" timeOffset="184639.4689">11271 4729 180 0,'-23'0'76'15,"23"0"-48"1,0 0 11-16,0 0-8 0,6 0-16 16,31 0-7-16,18-2 13 15,14-7 5 1,19 1 5-16,4 0-8 15,11-3-11-15,-6 4-5 0,-7-3 2 16,-9 3-7-16,-12 2-1 16,-18-4-1-16,-14 4 0 15,-14 5 0-15,-14-2-7 16,0 2-12-16,-9 0-14 16,0 0-15-16,0 0-5 15,0 0-6-15,0 0-40 0,-18 0-76 16</inkml:trace>
  <inkml:trace contextRef="#ctx0" brushRef="#br0" timeOffset="185367.5675">11299 4854 4 0,'-17'0'159'0,"17"0"-115"15,0 0-2-15,0 0 6 0,0 0-33 16,0 0-13-16,21 0 9 16,20 16 20-16,2 3-10 15,4 3-2-15,9 3-8 16,4 1-4-16,0 4 1 15,0 1-6-15,-4-4-1 16,-15-3 0-16,-13-3 2 16,-11-1-3-16,-11 1 1 15,-6 4-1-15,0 6 1 16,0 11-1-16,-17 7 6 16,-30 2-6-16,-5 1-3 15,5-3 0-15,-4 2-1 16,6-2 4-16,-7 0 0 0,11 0-1 15,5-3 1 1,8-5-1-16,9-14-1 0,15-5 2 16,-1-10-2-16,5-5 1 15,0-5-1-15,0-2 0 16,0 0 2-16,0 0 0 16,0 0 3-16,0 0 0 15,0 3 2-15,9 0 4 16,23 0-1-16,9-3 1 15,10 0 3-15,14 0 0 16,14 0 1-16,9 0-1 16,2-6-6-16,-6-6-2 0,-14 0-1 15,1-2-2 1,-17 1 0-16,2 0-1 0,-1-5 1 16,-3 3 0-16,-16 1-1 15,-1 3 0-15,-16 5-1 16,-13 4 1-16,-6 2 0 15,0-4 0-15,0 4-1 16,0-2-8-16,9 2-12 16,4-2-7-16,-3-2 6 15,8 4-6-15,-8 0 0 16,-5 0 10-16,-5 0-25 16,0 0-36-16,0 12-72 15</inkml:trace>
  <inkml:trace contextRef="#ctx0" brushRef="#br0" timeOffset="185996.2786">11554 6251 128 0,'0'-14'81'0,"0"9"-52"16,5 5 17-16,-1 0-3 16,0 0-25-16,1 0-15 15,-5 0-3-15,6 28-4 16,-6 10 4-16,0 3 9 16,0 2-7-16,0-1 2 15,0-11-3-15,0-1 0 16,0-8 1-16,9-6-2 15,-1-3 0-15,11-1-3 16,1-10 3-16,1-2 4 16,3 0 5-16,-1 0-1 0,1 0 2 15,4-8-7-15,-7-9-3 16,-1-3-6-16,-8-8-25 16,-12 18-40-16,0-5-73 15</inkml:trace>
  <inkml:trace contextRef="#ctx0" brushRef="#br0" timeOffset="186114.2868">11554 6251 206 0</inkml:trace>
  <inkml:trace contextRef="#ctx0" brushRef="#br0" timeOffset="186196.112">11554 6251 206 0,'33'-127'53'0,"-33"124"-11"0,0 1 5 0,0 2-40 0,0 0-7 15,0 0-6-15,17 0-17 16,13 0-42-16,-22 0-37 16,1 0-55-16</inkml:trace>
  <inkml:trace contextRef="#ctx0" brushRef="#br0" timeOffset="186389.0241">11739 6320 86 0,'8'11'101'0,"7"-11"-71"0,18 0 37 16,3 0-11-1,11-6-17-15,9-9-11 0,-7 3-9 16,-1 4-16-16,-8 5-3 16,-8 3-10-16,-12 0-28 15,-20 0-40-15,0 0-50 16</inkml:trace>
  <inkml:trace contextRef="#ctx0" brushRef="#br0" timeOffset="186552.0587">11955 6498 92 0,'-8'15'62'0,"8"-15"-35"16,0 0 23-16,8 0-8 15,31 0 2-15,-2-12-17 16,3 0-12-16,-3 0-15 15,1 2-14-15,-1-2-31 0,-33 6-55 16,0 1-89-16</inkml:trace>
  <inkml:trace contextRef="#ctx0" brushRef="#br0" timeOffset="186746.6225">12316 6260 91 0,'0'32'49'0,"0"8"1"16,11 10 21-16,12 1-2 16,-1-4-41-16,1-8-16 0,-1-8-10 15,-7-12-2-15,0-7-1 16,-7-10-15-16,1-2-36 16,-9 0-45-16,0-8-30 15</inkml:trace>
  <inkml:trace contextRef="#ctx0" brushRef="#br0" timeOffset="187757.5597">11795 4057 110 0,'8'-11'78'0,"-8"7"-35"15,0 4 23-15,0 0-29 16,0 0-22-16,0 0-11 16,0 0-4-16,0 8-4 15,-17 17 4-15,-22 9 1 16,-6 6 3-16,-2-2-4 16,-4-6 0-16,6-1 2 15,13-9 2-15,4-13-4 16,19-5 3-16,3-4-1 15,6 0 4-15,0 0 3 16,0 0 4-16,0 0-1 16,0-4-4-16,0-12-3 0,0-8-1 15,0-6 0-15,0-4-4 16,19-4-2-16,9 8 1 16,0 11 0-16,-9 4-1 15,-6 12-3 1,-5 3-1-16,3 0-10 0,13 0-5 15,4 9 9-15,8 13 7 16,-4 13 4-16,5-5 1 16,-9 2 0-16,-5-8-1 15,7-2-2-15,-15-7 3 16,7-4-1-16,-7-8-2 16,-2 1-1-16,-7-4-3 0,9 0 4 15,2 0 3-15,3-18 3 16,-3-8 5-1,2-3-2-15,-19 0-2 0,0 3-1 16,0 2 1-16,-4 0-1 16,-39 6-1-16,6 8-1 15,-1 3-1-15,10 4-1 16,6 3-6-16,-1 0-16 16,6 18-13-16,-5 20-22 15,16-16-24-15,1 5-41 16</inkml:trace>
  <inkml:trace contextRef="#ctx0" brushRef="#br0" timeOffset="188787.1617">12700 5192 124 0,'-17'-31'67'15,"6"29"-24"-15,2-3 14 16,5 5-8-16,0 0-26 16,-1 0-5-16,1 0-5 15,-7 0-4-15,7 0-1 16,-9 7-8-16,-6 23 2 16,-5 13-2-16,1 6 0 0,10 2 0 15,4-2 0-15,9-10-2 16,0-5 2-16,0-12-4 15,0-7 0-15,0-5 0 16,13-9 2-16,6-1 1 16,-1 0 1-16,10 0 1 15,4-7-1-15,-4-23-1 16,-1-5 1-16,1-6-3 16,-4 0 1-16,-15 10-3 15,-3 8 5-15,-6 15 0 16,0 8 0-16,0 0 0 15,0 0-11-15,0 42-5 16,0 14 5-16,0 17 11 16,9 3 2-16,3 1-1 15,3-10-1-15,-10-7-1 0,-5-6 0 16,0-4 1-16,0-5 0 16,-5-4-1-16,-31-6-14 15,-3-10 12-15,3-7 1 16,-5-4 4-16,7-8-2 15,-3-6 16-15,5 0 3 16,0-9-5-16,0-24-4 16,8 1-3-16,14 1 3 15,10 0-4-15,0 2-6 16,6 10-4-16,50-6-2 16,27 0 0-16,5 2-12 15,-4 2 5-15,-11 3 7 0,-13 2-17 16,-6-1-27-16,-16 1-14 15,-38 10-29-15</inkml:trace>
  <inkml:trace contextRef="#ctx0" brushRef="#br0" timeOffset="189153.1704">13195 4846 201 0,'-8'-24'88'16,"-7"21"-31"-16,6 3 4 16,0 0-25-16,-1 0-23 15,-3 0-4-15,-11 28-9 16,-4 20 0-16,-4 12 0 15,4 13 2-15,13 3 1 16,2 2 0-16,13-4 3 16,0-6-5-16,0-9 0 15,0-10-1-15,33-12 0 16,10-13-2-16,2-3 0 16,10-12 1-16,1-8-9 15,8-1-17-15,12 0-16 0,1-24-21 16,-45-1-24-16,-9-1-54 15</inkml:trace>
  <inkml:trace contextRef="#ctx0" brushRef="#br0" timeOffset="189366.2534">13787 4946 76 0,'0'-21'109'0,"0"21"-46"16,0 0-16-16,0 0-6 15,0 11-27-15,0 23-10 16,0 24 21-16,-8 9-6 0,-25 6-9 16,-14 10-6-1,6-4-4-15,-1-8-3 0,5-8-36 16,14-13-18-16,5-16-25 16,18-34-22-16</inkml:trace>
  <inkml:trace contextRef="#ctx0" brushRef="#br0" timeOffset="189581.5936">13495 5159 22 0,'-17'-55'146'0,"11"49"-69"16,6 6 8-16,0 0-16 16,0 0-32-16,0 0-23 0,0 22-6 15,28 17 2 1,23 6 8-16,-4 2-9 0,-2-2-7 15,-2-4 1-15,2 2-3 16,-8 1-5-16,10-4-27 16,0-4-26-16,-6-12-17 15,-26-24-55-15</inkml:trace>
  <inkml:trace contextRef="#ctx0" brushRef="#br0" timeOffset="189770.1038">14064 5500 96 0,'0'27'88'16,"0"-2"-55"-16,0 1 19 16,0-7-3-16,4 3-33 0,11-2 8 15,-2-4-3-15,2-6-10 16,-6-4-9-16,-1-6-2 16,-1 0 0-16,1 0-26 15,12 0-54-15,-16 0-17 16,9-3 10-16</inkml:trace>
  <inkml:trace contextRef="#ctx0" brushRef="#br0" timeOffset="189890.076">14064 5500 24 0,'163'-187'138'0,"-163"175"-79"16,0 1-2-16,0-2-35 16,0 1-22-16,0 0-13 15,0 12-37-15,0 0-61 16</inkml:trace>
  <inkml:trace contextRef="#ctx0" brushRef="#br0" timeOffset="190143.8229">14259 4773 46 0,'52'5'53'0,"8"50"-3"16,0 4 2-16,-20 9-12 16,-12 8-2-16,-19 8-16 15,-9 0-8-15,0-4-4 0,-9-6-5 16,-27-10-3-16,-3-11-1 16,13-14-2-16,-1-11-1 15,3-5-27-15,20-23-38 16,-1 0-48-16</inkml:trace>
  <inkml:trace contextRef="#ctx0" brushRef="#br0" timeOffset="191621.8288">15016 4497 55 0,'0'-33'102'0,"0"25"-56"0,0-1 16 15,0 7-3-15,0-2-26 16,-4 4-9-16,4 0 9 16,-9 0-5-16,-6 0-12 15,-17 30-12-15,-9 36-4 16,1 20 1-16,-8 18 2 16,12 9 3-16,8 9-1 15,13 9 2-15,2 3-2 16,13-7-3-16,0-8 2 15,0-16-4-15,4-20 1 16,33-11-2-16,6-18 1 16,2-11 0-16,2-10 0 15,-6-9-3-15,-5-10-7 0,-1-5-19 16,-3-9-14-16,6 0-23 16,-31 0-40-16,-3-11-51 15</inkml:trace>
  <inkml:trace contextRef="#ctx0" brushRef="#br0" timeOffset="191915.2255">15419 4911 215 0,'0'-15'57'16,"0"15"-20"-16,0 6-3 15,0 41-23-15,0 18-4 16,0 16 4-16,5 3-5 16,-5 2 2-16,0-3-5 15,0-7-1-15,0-14-2 16,0-10-7-16,0-14-31 15,0-17-38-15,0-21-36 16</inkml:trace>
  <inkml:trace contextRef="#ctx0" brushRef="#br0" timeOffset="192139.6732">15256 4966 208 0,'-8'-30'51'16,"8"26"-9"-16,4 4-7 16,63-1-22-16,18-3 15 15,10-2 2-15,-3 2-12 16,-15 1-6-16,-10 3-7 16,-22 0-5-16,-13 0-18 0,-13 0-30 15,-19 0-27-15,0 6-77 16</inkml:trace>
  <inkml:trace contextRef="#ctx0" brushRef="#br0" timeOffset="192328.9785">15319 5253 37 0,'-11'24'106'15,"11"-24"-94"-15,4 0 38 16,43 0 14-16,9 0-19 15,4 0-17-15,-4-6-9 16,0 0-12-16,-7-3-7 0,7-1-15 16,-41 9-51-1,-7-4-59-15</inkml:trace>
  <inkml:trace contextRef="#ctx0" brushRef="#br0" timeOffset="192551.8384">15887 5069 165 0,'-28'0'69'15,"9"29"-32"-15,-9 15 11 16,0 12-16-16,4 11-18 16,7-6 1-16,2 1-2 0,15-7-10 15,0-6-2-15,0-7-2 16,0-11-7-16,15-10-15 15,22-10-33-15,-22-11-50 16,2 0-96-16</inkml:trace>
  <inkml:trace contextRef="#ctx0" brushRef="#br0" timeOffset="192784.5448">16312 4980 96 0,'0'-10'52'0,"0"10"-17"0,0 0 3 15,0 30-10-15,0 20 7 16,0 9-13-16,0 4-1 16,-20 5-15-16,-12 2-3 15,-9-8-3-15,-1 1-4 16,1-8-29-16,28-48-42 15,2-4-24-15</inkml:trace>
  <inkml:trace contextRef="#ctx0" brushRef="#br0" timeOffset="193010.9075">15996 5139 170 0,'0'-22'41'15,"0"22"1"-15,0 0-4 16,11 13 12-16,21 18-11 16,0 4-3-16,1 7-13 15,-1 3-14-15,0 4-6 16,-4-3-3-16,-5 0-11 16,1-3-38-16,-7-6-18 15,-13-33-37-15,-4-4-63 16</inkml:trace>
  <inkml:trace contextRef="#ctx0" brushRef="#br0" timeOffset="193245.0141">16488 5453 137 0,'-20'27'70'0,"20"-7"-22"16,0 3 4-16,0 1-13 15,0 5-22-15,0 1 2 16,0-6-2-16,0-3-11 16,11-7-6-16,-2-5-1 15,3-4 1-15,-1-5-1 16,6 0-17-16,3 0-43 0,7-20-19 16,-22 1-16-1</inkml:trace>
  <inkml:trace contextRef="#ctx0" brushRef="#br0" timeOffset="193361.9699">16488 5453 33 0,'55'-157'142'0,"-55"157"-98"15,0-2-31-15,0 2-13 16,0 0-9-16,0 0-20 16,0 0-41-16</inkml:trace>
  <inkml:trace contextRef="#ctx0" brushRef="#br0" timeOffset="193585.3695">16715 5345 83 0,'0'0'122'0,"0"9"-95"15,0 3 10-15,0 10-9 16,0 9-18-16,0 6 6 15,0 0-6-15,0 5-8 16,0-1 1-16,0-1-3 16,0-5-7-16,0-2-36 15,0-30-49-15,0-3-57 16</inkml:trace>
  <inkml:trace contextRef="#ctx0" brushRef="#br0" timeOffset="193766.1523">16719 5504 1 0,'-4'-12'201'16,"4"10"-175"-16,0-2 18 15,0 4-6-15,0 0-20 16,26 0-4-16,17 0-9 16,-3 0-5-16,12 0-9 15,-5 0-45-15,-34 0-47 16,-5 0-42-16</inkml:trace>
  <inkml:trace contextRef="#ctx0" brushRef="#br0" timeOffset="193948.7025">17060 5400 41 0,'0'-9'74'16,"0"9"-51"0,0 0 29-16,0 10-31 0,4 24-1 15,11 4 26-15,-6 3-20 16,0-3-12-16,1-4-7 15,-5-4-5-15,-5-7-2 16,0-7-14-16,0-8-21 16,0-8-19-16,0 0-40 15</inkml:trace>
  <inkml:trace contextRef="#ctx0" brushRef="#br0" timeOffset="194208.248">17140 4844 49 0,'36'0'57'16,"0"3"-18"-16,-3 39 10 15,10 5-3-15,-3 12-4 16,-8 8-15-16,-12 1-15 15,-16 9-5-15,-4-7-4 16,0 7 0-16,-4-5-3 16,-33-1-10-16,-6-3-35 0,26-57-41 15,-2-3-3-15</inkml:trace>
  <inkml:trace contextRef="#ctx0" brushRef="#br0" timeOffset="194629.6553">17804 5228 117 0,'-4'0'67'0,"4"0"-36"16,0 0-12-16,0 0-8 16,0 0-1-16,32 0 14 15,16 0-3-15,-3 0-8 0,10 0 0 16,-3 0-13-16,-1 0-6 16,-6 0-24-16,-34 0-42 15,-7 0-95-15</inkml:trace>
  <inkml:trace contextRef="#ctx0" brushRef="#br0" timeOffset="194849.4188">18456 4921 91 0,'11'0'46'16,"-7"39"7"-16,5 15 10 15,10 8-19-15,-1 6-26 16,-3 1-3-16,-15-8-10 16,0-1-1-16,0-6-4 15,0-5-24-15,-5-43-51 16,-5-6-33-16</inkml:trace>
  <inkml:trace contextRef="#ctx0" brushRef="#br0" timeOffset="195076.1012">18373 4854 145 0,'-13'-35'120'0,"13"26"-113"16,0 3 4-16,36-4 1 15,29 1 0-15,14 2-5 16,0 5 9-16,-10 2-4 15,-13 0-7-15,-11 0-5 16,-11 0-6-16,-17 16-17 16,-17-5-34-16,0-1-67 15</inkml:trace>
  <inkml:trace contextRef="#ctx0" brushRef="#br0" timeOffset="195253.3841">18336 5173 144 0,'-8'25'33'0,"8"-21"-32"16,4-2 39-16,37-2 6 15,10 0-32-15,5 0-2 16,-4 0 2-16,-3 0-8 16,-2-6-6-16,-6-5-35 15,-30 3-61-15</inkml:trace>
  <inkml:trace contextRef="#ctx0" brushRef="#br0" timeOffset="195497.9948">18920 4847 180 0,'0'0'54'15,"0"0"13"-15,0 0-23 16,0 30-30-16,-5 20-8 15,-22 11 19-15,3 5-8 16,0 6-5-16,12-7-6 16,12-5-4-16,0-12-2 15,0-6-1-15,4-11-11 16,28-3-15-16,15-12 3 16,3-13-32-16,-27-3-14 15,1 0-104-15</inkml:trace>
  <inkml:trace contextRef="#ctx0" brushRef="#br0" timeOffset="195726.3798">19497 4931 142 0,'4'-20'74'15,"-4"20"-18"-15,0 0-4 16,0 0-16-16,0 33-33 0,0 15 9 15,-36 12 3 1,-5 5-6-16,-2 3-6 16,2-7-3-16,0 3-10 0,-2-10-23 15,11-13-39-15,24-35-31 16,-3-6-67-16</inkml:trace>
  <inkml:trace contextRef="#ctx0" brushRef="#br0" timeOffset="195967.0393">19063 5038 167 0,'0'-26'153'16,"0"26"-109"-16,0 0-24 16,0 0 7-16,18 13-15 0,29 24 18 15,-2 7-11 1,6 4-11-16,1 2-4 0,-7-1-3 15,2-6 0-15,-6-2-1 16,-3-3-1-16,-10-8-20 16,-2-6-16-16,-2-4-29 15,-24-20-38-15,4 0-47 16</inkml:trace>
  <inkml:trace contextRef="#ctx0" brushRef="#br0" timeOffset="196167.2667">19688 5411 139 0,'0'38'50'0,"0"-7"-13"0,0 0 12 15,0-1-3-15,0-1-25 16,12-2-4-16,3-2-7 16,-6-10-5-16,0-6-4 15,-5-5 0-15,2-4-1 16,7 0-11-16,0 0-34 15,-6 0-72-15,-3-11 109 16</inkml:trace>
  <inkml:trace contextRef="#ctx0" brushRef="#br0" timeOffset="196316.4347">19688 5411 111 0,'120'-191'195'0,"-120"180"-116"0,0-6 10 16,0 4-41-16,0-5-48 15,0 10-3-15,0 3-8 16,0 1-39-16,0 4-47 16,0 0-96-16</inkml:trace>
  <inkml:trace contextRef="#ctx0" brushRef="#br0" timeOffset="196557.4574">19825 4778 60 0,'28'0'25'15,"10"35"35"-15,-1 15-4 16,-1 4-2-16,-4-1-16 16,-12 5-5-16,-16-2-23 15,-4-1-5-15,0-9-1 16,0-4-3-16,-19-13-1 15,2-8-8-15,-7-8-26 16,15-13-43-16,-1 0-30 16</inkml:trace>
  <inkml:trace contextRef="#ctx0" brushRef="#br0" timeOffset="196856.2966">20117 4246 109 0,'32'0'32'0,"-4"26"34"16,8 40 0-16,7 30-16 15,-2 18-18-15,-5 12 19 16,-12 8-24-16,-20 4-5 15,-4 6-12-15,0 4-3 0,-32-6-3 16,-24 2-4 0,-4-13 0-16,-9-17-19 0,1-21-11 15,3-26 2-15,-1-30-14 16,49-37-57-16,2-2-107 16</inkml:trace>
  <inkml:trace contextRef="#ctx0" brushRef="#br0" timeOffset="198159.2836">15276 6148 59 0,'36'-13'56'16,"-8"2"4"-16,11-3-3 15,-3 3-5-15,9-2-22 16,11 2-5-16,-5 3 0 16,1 6-3-16,4 2-9 15,-3 0-5-15,7 0-4 16,11 27-1-16,2 5-2 0,6 6 0 16,5 2 3-1,-7 1-3-15,-2 1-1 0,-19-7-1 16,-19-9 0-16,-14-6 1 15,-10-9 0-15,-9-11 1 16,-4 0 1-16,0 0 5 16,0 0 0-16,0 0 0 15,0 0 0-15,0 0 3 16,0 0-2-16,0-2 0 16,0-10-8-16,11-1-4 15,6-2-1-15,15-4 0 16,20 6-12-16,23-5-5 15,26-2 7-15,19 1 15 16,28 1 0-16,19-1 1 0,22 3 0 16,19-4 4-16,19 4 3 15,3 2-2-15,-3-1-3 16,-27 11-2-16,-40-1 5 16,-35 5 6-16,-37-2-10 15,-22 2 4-15,-21-7 8 16,-2 3 1-16,2-6 1 15,2-3-4-15,3 0-3 16,1-4-5-16,-10 7-3 16,-2 2-1-16,-7 2 1 15,-4 4-2-15,-5 0 1 16,-10 2 0-16,-4-4 0 16,-5 4 0-16,2 0-1 0,-6 0-2 15,0 0-13-15,0 0-4 16,0 0-18-16,0 0-33 15,0 0-78-15</inkml:trace>
  <inkml:trace contextRef="#ctx0" brushRef="#br0" timeOffset="199071.1269">15059 6951 168 0,'-32'0'89'15,"0"0"-78"-15,8 9 33 16,9 18-7-16,7 8-33 15,8 9-4-15,0 4 7 16,0 7-4-16,0-1 2 16,0-8-3-16,0-6 0 15,8-9 4-15,7-12-5 16,-4-9-1-16,2-7 0 16,2-3 3-16,6 0 7 0,7-18 3 15,9-23-4 1,-1-3-9-16,-4-2-2 0,-8 0-8 15,-5 3-4-15,-10-1 3 16,-9-2 6-16,0 4 2 16,0 0-2-16,-28 8 2 15,-9 9 2-15,9 7-1 16,-2 8 0-16,-4 2 2 16,-9 2 3-16,2 6 2 15,1 0-5-15,-8 0-1 16,8 0 1-16,1 0 0 15,18 6-3-15,6 12-1 0,10 10-22 16,5 5-35 0,0-20-31-16,0-1-85 0</inkml:trace>
  <inkml:trace contextRef="#ctx0" brushRef="#br0" timeOffset="199599.7935">16177 6930 94 0,'0'-17'134'16,"0"17"-91"-16,0 0 16 15,-5 0-21-15,1 0-12 16,0 0-15-16,4 0-4 16,-5 0-5-16,1 0-2 15,0 0 1-15,-7 0-1 16,7 12 0-16,4 4-5 15,0 5-2-15,0 8 2 16,0-3-1-16,28 6-1 0,8 2 4 16,5-3 1-16,-11-1 1 15,-9 1-3-15,-10-4-5 16,-11 3 1-16,0 0-2 16,0-5 7-16,-19 1 3 15,-22-4 2 1,-6-3-1-16,2-5 4 0,-7-3 5 15,7-10-2-15,2-1-4 16,7 0-4-16,4 0-5 16,8-21-11-16,9-9-4 15,15-4-16-15,0 1-24 16,11 16-30-16,21 1-58 16</inkml:trace>
  <inkml:trace contextRef="#ctx0" brushRef="#br0" timeOffset="199989.7888">16584 6889 101 0,'0'0'123'0,"0"0"-109"16,-9 0 34-16,-10 24-27 16,2 7-13-16,-7 10-7 15,-8 7 13-15,4-1-4 16,5-2 0-16,3-6 1 15,12-10-8-15,8-13-3 16,0-4-1-16,0-12-2 16,0 0-1-16,0 0 1 0,0 0-2 15,8-12 5-15,20-13 1 16,0-6-1-16,-4 7-5 16,-5 0-6-16,-6 17 4 15,-13 7 4-15,0 0 3 16,0 0 0-16,0 5 0 15,0 21 0-15,0 0 1 16,15 3 5-16,-2-4-5 16,-5-1 0-16,3-1-1 15,2-10-1-15,-4-2-14 16,6-9-30-16,8-2-32 0,-18 0-18 16,3 0-4-1</inkml:trace>
  <inkml:trace contextRef="#ctx0" brushRef="#br0" timeOffset="200200.1523">16835 6610 66 0,'13'-18'54'0,"-5"19"-2"16,-1 46 27-16,10 8-15 15,-8 6-23-15,1 4-11 16,-10-3-4-16,0-4-12 0,0-3-7 15,0-4-3 1,0 0-4-16,0 4-8 0,0-2-42 16,0-36-6-16,0-7-59 15</inkml:trace>
  <inkml:trace contextRef="#ctx0" brushRef="#br0" timeOffset="201333.1147">17305 6922 146 0,'6'-15'65'15,"-6"14"-22"-15,0-4 10 16,0 5-9-16,0 0-26 16,0 0-3-16,0 0 10 0,0 0-19 15,9 0-6-15,4 35-7 16,14 10 7-16,6 13 1 15,1-3 3-15,-2-5-4 16,-4-4 0-16,-7-10-2 16,3-11-4-16,-9-12 2 15,-6-8 0-15,-5-5 0 16,0 0 4-16,-4 0 1 16,0 0 6-16,11-11-1 15,-2-15 0-15,-1-11-4 16,7-3 1-16,-2-1-1 15,-9-1-2-15,1 0 0 0,-5 3-4 16,6 3-7 0,3 6-14-16,3 6-15 0,-1 24-43 15,2 0-49-15</inkml:trace>
  <inkml:trace contextRef="#ctx0" brushRef="#br0" timeOffset="201640.382">17884 6955 27 0,'0'32'113'16,"-9"-2"-102"-16,-6 11 17 15,7-4 4-15,3 8-12 16,5-8-9-16,0-8 7 0,0-3-13 16,0-13-2-1,9-7 1-15,4-6 5 0,2 0 15 31,8 0 1-31,10-8-1 0,3-22 3 0,5-4-7 16,-3-5-12-16,-10 2-4 16,-11-3 2-16,-17 1 1 15,0 2 0-15,0 1-1 16,0 7-6-16,-27 8-9 16,-1 3-13-16,11 14-14 15,-3 4-21-15,20 0-69 16,0 0-63-16</inkml:trace>
  <inkml:trace contextRef="#ctx0" brushRef="#br0" timeOffset="202324.016">18772 7080 45 0,'28'3'90'16,"-15"-3"-50"-16,-3 0 12 16,3-20 0-16,-4-2-22 15,6-2-23-15,-11 3 2 16,0-2-2-16,-4 1 4 0,0 7 4 16,0 1-2-16,-8 9 0 15,-24 5-12-15,-1 0-2 16,1 21 1-16,-2 26-4 15,17 7-1-15,8 1 0 16,9-9 0-16,0-7 3 16,0-12-1-16,0-4 2 15,22-13-2-15,5-4 0 16,-3-6 1-16,4 0-2 16,4-12 3-16,9-19-1 15,2-6-7-15,-7-3-20 16,-4 3 1-16,-4-2 1 15,-8 10 8-15,-12 11 15 0,-4 8 4 16,-4 10 1-16,0 0-1 16,0 4-5-16,0 24-10 15,0 9 15-15,5-3 0 16,-1-4 4-16,-4-14 0 16,0-2 5-16,0-10 5 15,0-4 10-15,0 0 2 16,11 0-3-16,-7 0-6 15,-4-12 6-15,9-13-17 16,6-9-6-16,2-2 0 16,11-5-1-16,4 3 1 15,6 9-1-15,-10 7 0 16,-6 13 0-16,-11 9-1 16,-7 0 2-16,0 4-2 0,0 23 4 15,1 9 1-15,-1 1 1 16,-4 4-1-16,0-5-1 15,0-8-2-15,0 1-2 16,0-11-16-16,0-3-28 16,0-15-32-16,0 0-58 15</inkml:trace>
  <inkml:trace contextRef="#ctx0" brushRef="#br0" timeOffset="202585.6644">19728 6452 138 0,'0'-32'93'0,"0"32"-47"16,0 0 5-16,0 0-10 16,5 13-19-16,10 34 2 15,-2 9 11-15,-5 13-14 16,-1 10-9-1,1-4-9-15,-8-1-1 0,4-6-2 16,1-9-7-16,-5-5-24 16,4-10-26-16,2-12-10 15,-6-32-39-15,0 0-54 16</inkml:trace>
  <inkml:trace contextRef="#ctx0" brushRef="#br0" timeOffset="202916.0889">19969 6947 124 0,'0'0'34'0,"0"15"1"16,0 21-10-16,0 2-8 15,0-2-3-15,0-5 10 16,0 0-4-16,0-12-16 16,19-7 0-16,4-2 4 15,-1-10-2-15,10 0 4 16,-4 0 13-16,4-13-8 15,-4-15-8-15,-9-8-3 0,1 1-2 16,-12-4 0-16,-8 2-1 16,0 1 0-16,0 2 0 15,0 9 2-15,-19 12-1 16,2 10 0-16,-3 3-2 16,8 0 0-16,-8 0-16 15,1 5 7-15,2 15-5 16,-7 5 0-16,11-2-11 15,3-3-37-15,10-16-43 16</inkml:trace>
  <inkml:trace contextRef="#ctx0" brushRef="#br0" timeOffset="203276.691">20533 6848 166 0,'0'-4'101'0,"-24"4"-59"16,-12 0-3-16,12 0-17 16,3 0-15-16,1 11-6 15,12 7-2-15,-3 1-1 16,11 2 1-16,0 2-2 16,0-8 1-16,0 3 1 15,6-2-3-15,39-3 0 16,3-2 1-16,5 0 0 15,-6-7 2-15,-6 2-2 16,-17-6 3-16,-9 3 0 0,-15-3 0 16,0 0 4-16,0 3 8 15,0-3 4-15,-15 3 1 16,-26 2-11-16,-15 9-6 16,-8 8-9-16,4 3-13 15,8 10-7-15,16-3-13 16,17-7-25-16,19-16-36 15</inkml:trace>
  <inkml:trace contextRef="#ctx0" brushRef="#br0" timeOffset="203717.3">21120 6844 84 0,'9'-23'56'0,"-9"16"-18"16,0 7 30-16,0 0 7 15,0 0-12-15,0 0-14 16,0 0-18-16,0 0-8 16,-9 0-21-16,1 4-2 15,-7 11-4-15,-9 4-3 16,11 2-2-1,-6 3 0-15,19 1 2 0,0-3-2 16,0-4-6-16,0 1 1 16,39 2 5-16,6-6 0 0,6 7 2 15,-6-3-2-15,-6 0 1 16,-18-2-2-16,-10-10 1 16,-11 1 3-16,0-6 1 15,0 4 5-15,0-1 15 16,-11 4 3-16,-34-4-5 15,-6 3 2-15,-14-1-10 16,5 1-5-16,-8 2 0 16,1-2-13-16,18 1-17 15,21-5-18-15,28-4-56 16,0 0-26-16</inkml:trace>
  <inkml:trace contextRef="#ctx0" brushRef="#br0" timeOffset="204123.6848">21408 6892 140 0,'0'0'58'0,"0"0"-12"16,-20 9-26-16,1 22-14 15,2 8 1-15,-2 1 1 16,-1 1 0-16,16-5-3 15,0-10-2-15,4-9-3 16,0-12-1-16,0-5 0 0,0 0 1 16,0 0 8-16,8 0-2 15,16-22 7-15,8-4-11 16,-4-10-2-16,-4 6-2 16,-1 6-3-16,-10 6 3 15,-9 9 1-15,-4 9 1 16,0 0 6-16,0 0 10 15,0 14-15-15,0 12 5 16,0 7 0-16,0 3-3 16,0-7 0-16,0-2-2 15,0-8-1-15,0-5-2 16,0-6 1-16,0-8-7 16,20 0-38-16,-12 0-34 15,7-5-5-15</inkml:trace>
  <inkml:trace contextRef="#ctx0" brushRef="#br0" timeOffset="204356.0087">21777 6388 64 0,'0'-25'93'0,"0"25"-82"15,0 36 56-15,0 20-10 16,19 14-19-16,-2 10-24 15,-2 4 5-15,-6 0-7 0,-9-2-6 16,4-11-2 0,-4-1-4-16,0-14-4 0,0-10-13 15,4-13-11-15,7-20-3 16,-7-13-47-16,1 0-30 16</inkml:trace>
  <inkml:trace contextRef="#ctx0" brushRef="#br0" timeOffset="204587.5367">22053 6344 165 0,'0'0'18'16,"0"24"30"-16,15 35 12 15,-2 19-25-15,11 3-17 16,-5 0 1-16,-6 0-1 15,-9-8-8-15,3-11-9 16,-7-4 1-16,0-12-2 16,0-11-21-16,0-5-46 15,0-30-38-15,0 0-92 16</inkml:trace>
  <inkml:trace contextRef="#ctx0" brushRef="#br0" timeOffset="204978.4056">22221 6888 16 0,'88'-23'48'0,"-28"10"5"15,-13 5-17-15,-15 2 3 16,-19 6-17-16,-13 0-12 16,0 0 9-16,0 25-17 15,0 13 4-15,-9 10 13 16,-10 1-11-16,2-3-3 15,6-6-3-15,7-4 2 16,4-9 9-16,0-5-6 16,0-5 0-16,15-8 4 0,17-2 8 15,0-7-6 1,0 0 4-16,-4 0-3 0,0-18-8 16,0-7 0-16,-7-5-3 15,-1-1-1-15,-16-1-1 16,-4-6 1-16,0-5-1 15,0 2-1-15,-32-2 0 16,0 21-2-16,0 6-8 16,12 12-2-16,3 4 1 15,2 0-18-15,6 0-12 16,5 9-39-16,4-4-26 16</inkml:trace>
  <inkml:trace contextRef="#ctx0" brushRef="#br0" timeOffset="205317.5522">23034 6675 174 0,'19'-8'149'0,"-19"8"-100"16,0 0 8-16,0 0-21 15,0 15-36-15,-4 18 2 16,-16 8-2-16,3 0 4 15,6 6-2-15,7-8-1 16,4 3-1-16,0-5 2 16,0-3 0-16,0-8 1 15,0-1 2-15,0-9 2 0,0-6 0 16,0 0-2 0,0-5 2-16,0 5 7 0,-13 1 6 15,-38 9-5-15,-9 2-11 16,-24 2-4-16,-17 7-10 15,-23 8-16-15,-35 7-19 16,-34 8-27-16,105-34-43 16,-15 1-109-16</inkml:trace>
  <inkml:trace contextRef="#ctx0" brushRef="#br0" timeOffset="207079.6339">16923 7687 51 0,'32'-14'126'16,"-32"14"-113"-16,0 0 20 15,0 0 28-15,0 0-21 16,0 0-23-16,0 0 7 15,0 0 4-15,-6 0-11 16,-16 0-4-16,-16 20 6 16,-3-1-8-16,-11 3-2 15,3 4-5-15,-11-1 1 0,0 5-2 16,-7-3 0 0,3-3-2-16,-5 1 2 0,1-1-2 15,-12 1 0-15,-3-1-1 16,-9 1 1-16,-9 1 0 15,2 2-1-15,-2-1 0 16,-2 0 0-16,7 0 0 16,-1 2 0-16,9 2-2 15,0 2 1-15,1 3-1 16,3 1 1-16,0 1-2 16,-4 5-2-16,2 3 2 15,-8 0 1-15,2 0 1 16,4 6 1-16,6-3 0 15,3-4 0-15,0 6 0 16,6-8 0-16,8 6 0 0,5-4-2 16,5 2 2-16,-1 0-1 15,0 1 1-15,5-6 0 16,6-3 0-16,8 0 0 16,-1-5 0-16,5 2 0 15,1 7 0-15,-4 4-3 16,-7 4 1-16,-7 13 0 15,-16 2 2-15,6 1 1 16,-9 5 0-16,-4-11-1 16,13-3-1-16,0-4 1 15,13-8 0-15,6 0-1 16,7-7 1-16,13 0-2 0,1-4-2 16,7-5-1-16,13-8 4 15,0-2-1-15,-6-4 0 16,6 0 2-16,0 0 0 15,0 6 0-15,0 2-2 16,0 4 1-16,0 3 1 16,0 6 1-16,0 4-1 15,6 4-1-15,12 5-1 16,5-1 2-16,-4 0 2 16,-1-4-2-16,1 0 0 15,-6 0 0-15,6-2 2 16,-6-3-2-16,-2-2 2 15,6-2-2-15,-2-6-1 0,-2-6-1 16,6-4 1-16,-6-4-1 16,2 5 2-16,2 3 0 15,7 5 0-15,-5 0 2 16,0 0-1-16,-10 5 0 16,4-1-1-16,-9 4 3 15,7 0 0-15,-5-1-1 16,-4 2 1-16,-2-4-2 15,5 6-1-15,5-5 3 16,1 2-3-16,-5-1 2 16,16 2 1-16,-20 0-3 15,7 0 0-15,1 0 1 0,-5-3 0 16,3 0-1 0,-3 1 0-16,-5-2 0 0,4-4 2 15,-4-2-2-15,4-4 2 16,-4-2 1-16,0 2-2 15,0 4 0-15,0 0 0 16,0 9 0-16,0-3 1 16,0 2-1-16,-8-3 2 15,-10-7-1-15,3-3-1 16,2-9 0-16,7-3 0 16,-3 0 0-16,-3 3 1 15,-3 4-1-15,-13 4-1 16,6 2 0-16,-1 4 0 15,-1-5-4-15,3-4 2 16,6-5-1-16,-5-9 3 0,16-5 1 16,0 0 1-16,-1 0 2 15,-1 0 0-15,-7 0-1 16,5 0 1-16,-3 0-4 16,7 0 0-16,4 0 2 15,0 0-2-15,0 0 0 16,0 0-1-16,0 0 1 15,0 0-1-15,0 0-3 16,0 0-13-16,0 0-13 16,0-5-18-16,0-4-23 15,0-4-86-15</inkml:trace>
  <inkml:trace contextRef="#ctx0" brushRef="#br0" timeOffset="207986.3631">13279 11899 107 0,'4'-3'112'15,"-4"3"-82"-15,0 0 7 16,4 0-25-16,-4 14-10 15,0 18 7-15,0 1 3 0,0 3-2 16,0-2-3-16,0-3 2 16,-4-4-2-16,-4-9 0 15,3-7-4-15,-1-8 2 16,6-3-1-16,0 0-1 16,0 0 0-16,0 0 2 15,0 0 3-15,0 0 9 16,0 0 6-16,0-21-17 15,0-8-6-15,0-11-2 16,11 1-1-16,6 8 3 16,2 6 0-16,-6 12-1 15,-7 8 0-15,-6 5 0 0,0 0 1 16,0 0-1-16,0 0-13 16,0 2-5-16,0 23 7 15,0 9 3-15,0 8 9 16,0-1 0-16,0-7 0 15,5-3 0-15,12-6 0 16,2-9-1-16,-6-3 0 16,8-5 0-16,-14-3 1 15,-1-2-1-15,-1-3 1 16,-5 0 0-16,0 0 3 16,0 0 0-16,0 0 4 15,0 0-1-15,0 0 10 16,0-22-12-16,-5-8-4 0,-29-8 0 15,0-7-2 1,-5-7 0-16,3 3-3 0,12 11 0 16,9 13 3-16,11 17 0 15,4 8 1-15,0 0 0 16,0 0-4-16,0 0-11 16,28 22 7-16,19 2 8 15,2 4 1-15,7 0 0 16,-7 1 0-16,-10-2 0 15,-7-3-1-15,-8 0 1 16,-9-7 0-16,-11-3 0 16,-4-9 0-16,0-2 5 15,0 2 6-15,0-2-4 16,0 6 4-16,-19-1-4 0,-20 0 3 16,-15 3-6-16,3-4-1 15,-9 4 7-15,10 2 0 16,3 4-7-16,2 0-3 15,11-1-1-15,2-1-1 16,19-6 0-16,9 0 0 16,4-9 0-16,0 0-3 15,0 0-2-15,0 0-23 16,0 0-25-16,0 0 55 16,8 0-125-16</inkml:trace>
  <inkml:trace contextRef="#ctx0" brushRef="#br0" timeOffset="211031.4273">10701 9644 245 0,'-26'2'154'0,"26"-2"-103"16,0 0-6-16,0 0-5 15,0 0-18-15,0 0-9 16,0 0 9-16,9 0-4 15,8 0-9-15,11 0-1 16,10 0-5-16,27 0 0 16,10 3-1-16,13-3-2 15,-15 4 2-15,-3-4-2 16,-14 0-6-16,-15 0-15 16,-13 0-13-16,-3 0-14 15,-16 0-21-15,-9 0-11 16,0 10-16-16,0-7-25 15,0 6-41-15</inkml:trace>
  <inkml:trace contextRef="#ctx0" brushRef="#br0" timeOffset="211284.5908">10859 9934 126 0,'-19'23'74'0,"19"-23"-21"15,0 0-13-15,11 0-14 16,40 0 28-16,14 0 15 15,14-15-7-15,-2 1-5 16,3 1-15-16,-1-1-24 16,-6 6-11-16,-4 0-2 15,-9 1-3-15,-13 7-2 0,-6-7 1 16,-22 7-1 0,-6 0-1-16,-7 0-9 0,-6 0-13 15,0 0-13-15,0-4-20 16,9-13-33-16,-9 6-57 15,4-2-48-15</inkml:trace>
  <inkml:trace contextRef="#ctx0" brushRef="#br0" timeOffset="211801.4736">12807 8485 142 0,'-41'-9'59'0,"37"9"-3"16,4 0 10-16,0 0-18 15,0 0-21-15,0 0-3 16,0 0 3-16,0-2 1 16,49 0-13-16,41-4 8 15,28-3 24-15,17-2-15 16,-2 0-14-16,-15 2-11 16,-19-3-4-16,-11 0-3 15,-13 3 0-15,-11-2-1 16,-16 3-14-16,-16 2-26 0,-15 1-25 15,-2 5-14-15,-15 0-12 16,0 0-28-16</inkml:trace>
  <inkml:trace contextRef="#ctx0" brushRef="#br0" timeOffset="212306.7043">12908 8586 94 0,'-45'22'123'16,"45"-22"-97"-16,0 2 13 16,41 6-19-16,38 2 23 15,17 8 14-15,1 2-12 16,2 11-13-16,-7 3-22 16,-15 11-6-16,-11 2-2 0,-12 12-1 15,-20 8-1-15,-25 8-5 16,-9 8-12-16,0-10 5 15,-28-9 6-15,-23-9 5 16,1-11 1-16,-10-8 3 16,-2-5-1-16,8-3 0 15,-6-1-1-15,13 1 2 16,6-10-3-16,14-2 0 16,12-8 0-16,15-5-1 15,0 5 0-15,0-2-7 16,4 5 8-16,28-3 0 15,15 0 7-15,13-8 7 16,15 0 0-16,13 0 6 0,13 0 8 16,19-29-3-16,9-10-2 15,2-3 5-15,-3 2 0 16,-12 6-6-16,-24 6-17 16,-27 11-4-16,-27 3-1 15,-16 9 0-15,-16 5-16 16,-1 0-11-16,-5 0-7 15,0 0-29-15,0 0-23 16,0 0-31-16,0 0-83 16</inkml:trace>
  <inkml:trace contextRef="#ctx0" brushRef="#br0" timeOffset="221469.5691">13712 9928 177 0,'7'-7'61'15,"-3"4"-26"-15,0 0 11 16,0 0-9-16,-4 3-25 16,0 0 5-16,0 0 11 15,0 0-1-15,0 0-5 0,0 0-4 16,0 0-3-16,0 0-4 16,0 0-1-16,0 0-5 15,0 0 0-15,0 0-5 16,0 0-1-16,0 16-2 15,0 15 1-15,0 11 2 16,-8 13 5-16,-24 5-2 16,-11-2 0-16,2-4-2 15,-2-5 1-15,2-3-1 16,9-6 4-16,-4-11 3 16,14-6 1-16,1-13-4 15,14-4-3-15,1-6-1 0,6 0-1 16,-4 0 0-1,-1 0 0-15,-1 0-3 0,6 0-8 16,0 0-9-16,0 0-25 16,0 0-17-16,0 0-11 15,0 0-21-15,0 0-36 16</inkml:trace>
  <inkml:trace contextRef="#ctx0" brushRef="#br0" timeOffset="221907.694">14060 10054 249 0,'0'0'60'16,"0"0"-21"-16,-9 0 17 0,-27 2-31 15,-7 16-22-15,-9 7 1 16,7 0 2-16,-2 3-2 15,6-5 0-15,5-1 2 16,8-3 0-16,4-2-6 16,11-1 0-16,3-3 0 15,1 1 0-15,5-1 1 16,4 1 0-16,0-3 2 16,0 2-1-16,0 5 1 15,17 0 2-15,26 0-1 16,2 5 0-16,6-4 1 15,5-3 0-15,-4-2 4 0,-3-8-3 16,-4-2 2-16,-15-4 3 16,-13 0-5-16,-2 0-2 15,-6 0 1-15,4 0-1 16,-7 0-3-16,-6 0 0 16,0 0-1-16,0 0-9 15,0 3-18-15,0 4-27 16,4 1-29-16,-4-4-6 15,5-4-72-15</inkml:trace>
  <inkml:trace contextRef="#ctx0" brushRef="#br0" timeOffset="223121.0948">15439 8962 146 0,'-28'-27'43'0,"9"16"-12"15,6-1 21-15,-2 6-4 16,10 4-29-16,-3-2 1 15,-7 4 5-15,2 0-4 16,-11 0-7-16,-8 12-9 16,-11 31-5-16,2 17 0 15,5 8-2-15,8-1 1 16,20-3 1-16,8-3-1 16,0-11-1-16,0-2-3 0,12-13 5 15,21-11 0-15,-6-8 0 16,1-10 1-16,0-6 3 15,0 0 0-15,4 0-2 16,-4-16 1-16,4-18-3 16,1-5-2-16,-10-3-2 15,-10 1-5-15,-13 1 5 16,0 2 3-16,0 3 1 16,0 10 2-16,-4 11 2 15,-5 11 5-15,9 3-9 0,0 15-12 16,0 40-5-1,13 23 17-15,34 14 0 0,9 6 3 16,-11 0-3-16,-9-6 0 16,-12-2 0-16,-24-9 0 15,0-6-3-15,0-5-13 16,-36-11 3-16,-12-15 6 16,3-11 3-16,-2-13 4 15,6-12 3-15,-6-8 15 16,-2 0 0-16,2 0 3 15,2-19 2-15,10-8-7 16,14-2-4-16,2-7 0 16,19-2-12-16,0-9-2 15,0-4-1-15,47-6-1 16,13-3-8-16,4 4-14 0,5 2-31 16,-46 35-28-16,-10 4-69 15</inkml:trace>
  <inkml:trace contextRef="#ctx0" brushRef="#br0" timeOffset="224104.5829">15756 8759 165 0,'-8'-10'96'16,"-5"10"-52"-16,6 0 8 16,3 0-5-16,-9 0-37 15,-6 21-6-15,-9 25 2 16,-4 20-1-16,8 4 3 16,7 2 2-16,13 3 2 15,4-5-5-15,0-8-3 16,0-2-1-16,0-8-3 0,13-9 1 15,14-3-2-15,6-4 1 16,-6-5 0-16,10-11-3 16,-5-6-20-16,7-8-11 15,6-6-16-15,-2 0-21 16,-30 0 1-16,-1-20-25 16</inkml:trace>
  <inkml:trace contextRef="#ctx0" brushRef="#br0" timeOffset="224362.3216">16084 8884 198 0,'-8'-19'62'0,"8"19"-19"0,0 0-6 16,0 0-20-16,0 41-15 15,8 19 32-15,7 12-2 16,-2 4-20-16,-2-2-4 15,-11 0-3-15,0-5-4 16,0-5-1-16,0-11-10 16,0-8-18-16,0-23-5 15,0-10-12-15,8-12-37 16,16 0-13-16,-15-27 27 16,4-2-22-16</inkml:trace>
  <inkml:trace contextRef="#ctx0" brushRef="#br0" timeOffset="224659.4239">16395 9060 97 0,'5'-27'112'16,"-5"27"-56"-16,0 0 4 15,-9 5-37-15,-23 20-11 16,-11 8-6-16,2 1 6 16,7 0-3-16,-7-1 2 15,13-8 5-15,7 0-7 31,6-3-3-31,10 0-1 0,5-3-2 0,0 0-2 16,0 2-1-16,0-4 1 16,0 2 0-16,24-3 0 0,4-5 1 15,0-3-1 1,2-3 1-16,0-5-1 0,2 0 1 16,-4 0-2-16,8 0-4 15,-3-13-9-15,-1-9-13 16,0-4-25-16,-28 15-28 15,1-7-58-15</inkml:trace>
  <inkml:trace contextRef="#ctx0" brushRef="#br0" timeOffset="224937.2605">16539 8778 66 0,'0'0'86'0,"0"5"-72"15,0 38 36-15,28 6 12 16,8 6-24-16,5 11-9 16,-4-2 6-16,-10 1-8 15,-7 0-11-15,-20-2-10 16,0-4-2-16,0 5 0 16,-5-8-1-16,-31-1 0 15,-3-4-3-15,7-15-7 16,0-5-6-16,8-9-12 15,-3-11-5-15,5-3-8 16,-1-8-17-16,18 0-44 16,1 0 56-16</inkml:trace>
  <inkml:trace contextRef="#ctx0" brushRef="#br0" timeOffset="225411.078">17504 8783 125 0,'-8'-10'94'16,"8"10"-45"-16,0 0 13 15,0 0-17-15,0 16-24 16,0 36-11-16,4 19 33 16,19 2-18-16,-5 2-11 15,-8-2-7-15,-5-2 2 16,-1-6-5-16,-4-5-3 0,0-9-1 16,0-10-3-16,0-11-17 15,4-9-15-15,11-11-15 16,7-10-24-16,-12 0-66 15,8-11-2-15</inkml:trace>
  <inkml:trace contextRef="#ctx0" brushRef="#br0" timeOffset="225607.0483">17832 8930 127 0,'0'-6'127'0,"0"8"-117"16,24 46 35-1,0 7 6-15,12 10-9 0,-4-1-25 16,-4 0 1-16,-4-4-10 0,-12 1-6 16,-7 0-2-16,-5 4-16 15,0-13-44-15,-13-10-28 16,0-42-12-16,-2 0-72 16</inkml:trace>
  <inkml:trace contextRef="#ctx0" brushRef="#br0" timeOffset="225928.0911">17620 8900 202 0,'-60'-77'86'0,"51"52"-47"0,9 3 10 16,0 2-10-16,5-2-29 16,40 7-8-16,15 2 11 15,6 9-5-15,3 4 0 16,4 0-1-16,2 8 3 15,-7 22-3-15,-7 6-2 16,-19 2-5-16,-14-1-1 16,-19 6 1-16,-9 4-1 15,0-2-1-15,-24 2 2 16,-27-3-4-16,-9-9 3 16,0-5 1-16,0-3 0 15,0-10 0-15,0-2-3 0,15-3 0 16,8-11-15-1,13 3-18-15,20-4-20 0,4 0-35 16,0 0-58-16</inkml:trace>
  <inkml:trace contextRef="#ctx0" brushRef="#br0" timeOffset="226220.3327">18619 8740 144 0,'0'-16'107'16,"0"16"-43"-16,0 0-3 0,-10 10-36 16,-27 37-22-16,-3 17 0 15,-3 17 15-15,2 8-5 16,4 1-6-16,18-5 0 15,11-8-4-15,8-13-3 16,0-11 0-16,4-14-5 16,37-8-20-16,14-14-12 15,5-17-13-15,-32 0-52 16,0-13-24-16</inkml:trace>
  <inkml:trace contextRef="#ctx0" brushRef="#br0" timeOffset="226451.1885">19220 8738 136 0,'13'-30'132'0,"-13"30"-83"16,0 0-3-16,0 34-22 16,0 26-3-16,-17 13 3 15,-30 8-8-15,-9 7-7 16,-9-2-3-16,5-3-3 15,9-14-3-15,10-11-6 16,18-18-9-16,10-18-4 16,13-14-33-16,0-8-25 15,0-6-55-15</inkml:trace>
  <inkml:trace contextRef="#ctx0" brushRef="#br0" timeOffset="226678.6083">18703 8770 146 0,'0'0'11'0,"32"46"60"15,37 31-1-15,4 1-19 16,2-1-9-16,-11-6-6 16,-12-4-6-16,-11-9-23 15,-5-3-1-15,-2-6-5 0,-2-2-1 16,1-7-2-1,-5-10-28-15,-7-13-23 0,-21-17-48 16,6 0-66-16</inkml:trace>
  <inkml:trace contextRef="#ctx0" brushRef="#br0" timeOffset="226912.3087">19387 9009 168 0,'0'2'46'0,"5"-2"-25"16,35 0 33-16,8 0-15 0,1 0-20 16,2 0-7-16,-18 0-1 15,-10 0-11-15,-10 0-6 16,-13 0-31-16,0 0-55 15,0 0-33-15</inkml:trace>
  <inkml:trace contextRef="#ctx0" brushRef="#br0" timeOffset="227082.5594">19289 9293 26 0,'-22'23'219'0,"22"-23"-173"16,0 0-6-16,17 0-11 0,31 0 0 15,7 0-15-15,-5-16-2 16,1 3-9-16,-10-5-3 16,-9 2-36-16,-26 7-37 15,-6 4-83-15</inkml:trace>
  <inkml:trace contextRef="#ctx0" brushRef="#br0" timeOffset="227304.6942">19761 8838 23 0,'15'11'217'0,"2"22"-204"16,11 11 60 0,-5 6-11-16,1 7-19 0,-16 9-34 15,-8-4-2-15,0 2-3 16,0-1-4-16,0-15-22 15,0-4-57-15,-4-40-42 16,4-4-20-16</inkml:trace>
  <inkml:trace contextRef="#ctx0" brushRef="#br0" timeOffset="227651.2552">20108 8868 110 0,'9'-19'149'16,"-9"19"-101"-16,0 0 18 15,0 0-19-15,0 7-33 16,0 27-10-16,-13 13 11 16,-34 8-6-16,-5 1-9 15,7 3 1-15,-2-8-1 16,15-5-3-1,8-13-1-15,15-5-1 0,9-11-1 16,0 0 5-16,0-6-1 16,0-3 2-16,28-3 0 0,9-5 1 15,1 2 0 1,12-2-1-16,-3 0 0 0,-2 0 0 16,-2 0-1-16,-15 0-4 15,-7 0-18-15,-1-4-18 16,-20-1-19-16,0-5-51 15</inkml:trace>
  <inkml:trace contextRef="#ctx0" brushRef="#br0" timeOffset="227959.2417">20224 8494 189 0,'0'-26'108'0,"0"26"-49"16,0 0-17-16,8 4-10 16,33 33-13-16,6 18 23 15,5 9-4-15,-7 16-18 16,-7 6-6-16,-5 13-9 16,-25 4-1-16,-8 6-1 15,0-6-1-15,0 5-2 16,-23-5 0-16,-5-17-6 15,0-12-4-15,0-17-2 16,0-18-4-16,0-10-11 16,-8-9-17-16,-1-5-22 15,18-15-16-15,2 0-56 0</inkml:trace>
  <inkml:trace contextRef="#ctx0" brushRef="#br0" timeOffset="229513.1862">20717 9079 221 0,'-4'-7'43'15,"4"4"8"-15,0 0 12 16,0-3-12-16,0 6-33 15,0 0-1-15,0 0 9 16,0 0-12-16,0 0-6 16,0 0-8-16,0 0 0 0,0 0-6 15,23 0 4-15,14 0 1 16,-5 0 1-16,-8 0-27 16,-1 14-20-16,-18 6-32 15,-5-9-42-15,0-2-33 16</inkml:trace>
  <inkml:trace contextRef="#ctx0" brushRef="#br0" timeOffset="229671.205">20629 9288 45 0,'-17'12'87'16,"17"-12"-52"-16,0 0 11 16,0 0-1-16,0 0-14 15,28 0-10-15,17 0 7 0,6 0-18 16,5 0-10-16,4-1-9 15,-36-2-54-15,-7-2-63 16</inkml:trace>
  <inkml:trace contextRef="#ctx0" brushRef="#br0" timeOffset="229901.3609">21288 8900 237 0,'0'23'19'16,"0"39"32"-16,0 13 27 0,0 9-36 15,4 9-23-15,-4-5-3 16,0-5-9-16,0-8-5 16,0-15-2-16,-4-14-25 15,-3-16-27-15,3-18-15 16,4-12-41-16,0-6-60 15</inkml:trace>
  <inkml:trace contextRef="#ctx0" brushRef="#br0" timeOffset="230148.2248">21144 8719 93 0,'-28'-38'124'0,"28"35"-92"15,0 3 26-15,4 0 1 16,52 0-26-16,13 0 14 16,14 0-5-16,1 0-10 15,0 0-12-15,-7 0-7 16,-6 0-8-16,-18 0-5 16,-10 0-8-16,-6 0-27 15,-5 0-17-15,-13 8-25 16,-19 3-38-16,0 0-39 15</inkml:trace>
  <inkml:trace contextRef="#ctx0" brushRef="#br0" timeOffset="230346.2799">21277 9079 103 0,'-32'26'90'15,"32"-26"-66"-15,0 0 27 16,23 0 15-16,33 0-15 15,8 0-23-15,1 0-2 16,-18 0-12-16,-11 0-10 16,-12 0-4-16,-11 0-23 15,-13 17-35-15,0-3-29 16,0 5-69-16</inkml:trace>
  <inkml:trace contextRef="#ctx0" brushRef="#br0" timeOffset="230535.7">21204 9655 51 0,'-15'42'97'0,"15"-42"-57"16,15 0 36-16,41 0-2 15,4 0-26-15,4 0-13 16,1-18 4-16,-5 0-7 16,-5-5-10-16,-10 4-19 15,-2 1-3-15,-2 0-20 16,6-8-31-16,-38 19-37 15,-1-5-64-15</inkml:trace>
  <inkml:trace contextRef="#ctx0" brushRef="#br0" timeOffset="230907.2633">22096 8498 70 0,'0'0'99'15,"-4"0"-54"-15,-11 20 0 0,-2 30-5 16,-7 21-9-16,-8 20-12 15,4 5 6-15,-4 8 4 16,8-7-10-16,1-2-1 16,10-9-6-16,6-6-2 15,7-9-5-15,0-11-1 16,0-10-2-16,0-14-2 16,28-8-1-16,11-7 1 15,2-4-8-15,6-9-22 16,7-4-35-16,-31-4-35 15,1 0-62-15</inkml:trace>
  <inkml:trace contextRef="#ctx0" brushRef="#br0" timeOffset="231456.496">22693 9060 144 0,'-9'-40'115'0,"-10"31"-57"16,-1 7 10-16,3-3-14 16,-2 5-28-16,-9 0-23 15,-8 20-3-15,-1 25 2 16,-2 11-2-16,12 7 1 16,9 0 1-16,14-14-2 0,4-6 1 15,0-13-1-15,0-12-1 16,0-12-1-1,0-6-1-15,0 0-15 0,17 0-2 16,11-27 10-16,11-12-5 16,-3-5-14-16,-4 1-6 15,-8 12 0-15,-11 11 2 16,-13 15 29-16,0 5 4 16,0 5-1-16,8 44-7 15,7 19 8-15,-2 17 4 16,7 13 0-16,-16 3-3 15,-4 9 1-15,0-10-2 16,0-15 1-16,0-11 24 0,-24-22-22 16,-8-16 14-16,0-13 12 15,-4-12-4-15,-5-4 1 16,-2-7-5-16,-2 0-8 16,-11-7-2-16,-4-22 2 15,0-14-5-15,0-8-1 16,13-2-7-16,15 3-7 15,23 8-5-15,9 7-1 16,0 6-7-16,60-1-20 16,13-3-3-16,-41 22-32 15,0-2-42-15</inkml:trace>
  <inkml:trace contextRef="#ctx0" brushRef="#br0" timeOffset="231745.5697">22989 8594 207 0,'8'-33'63'0,"-8"33"-28"16,0 0 8-16,0 44-21 15,-13 17-12-15,-25 18 14 16,1 10 6-16,1 1-18 15,4 1 1-15,12-7-6 16,7-10-4-16,13-8-2 16,0-9-1-16,0-5-2 0,0-14-1 15,37-11-20-15,10-14-4 16,7-13-18-16,12 0-6 16,-44-11-14-16,5-14-48 15</inkml:trace>
  <inkml:trace contextRef="#ctx0" brushRef="#br0" timeOffset="231985.4208">23649 8670 128 0,'0'0'103'0,"0"13"-70"0,-13 44 33 15,-25 8-23-15,-7 9-12 16,-11 2-6-16,-4-2 5 15,-5 4-18-15,5-2-5 16,0-3-5-16,9-6-2 16,10-11-3-16,9-14-18 15,13-12-22-15,4-12-11 16,6-15-17-16,9-3-34 16,0 0-24-16</inkml:trace>
  <inkml:trace contextRef="#ctx0" brushRef="#br0" timeOffset="232191.0295">23085 8949 184 0,'0'-37'77'0,"0"37"-8"0,19 0-31 16,22 29-26-16,11 21 37 16,8 3-6-16,-5 4-8 15,-10-3-13-15,-2-2-9 16,-15-3-9-16,0 0-4 15,-6 0 0-15,-7-2-33 16,-3-8-35-16,-7-7-26 16,-5-32-50-16</inkml:trace>
  <inkml:trace contextRef="#ctx0" brushRef="#br0" timeOffset="232446.1028">23718 8720 97 0,'10'-18'116'15,"3"18"-103"-15,20 11 45 16,-1 25-2-16,11 4-15 16,2 3-17-16,-2 9 13 15,-7 7-7-15,-8 7-12 16,-9 10-12-16,-19 5-6 15,0 4 0-15,0 4-31 16,-51-3-31-16,4-7-17 16,6-16 1-16,26-60-30 0</inkml:trace>
  <inkml:trace contextRef="#ctx0" brushRef="#br0" timeOffset="232781.2044">24130 8253 207 0,'23'-21'31'16,"20"21"-24"-16,6 28 51 0,11 18-11 15,5 5-17-15,1 6 4 16,3 11 8-16,-9 11-15 15,-13 10-7-15,-15 12-9 16,-27 8-6-16,-5 5-1 16,0 2-1-16,-52 2-1 15,-12-1 0-15,-5-7-2 16,-6-12-5-16,11-19 2 16,-1-16-5-16,14-15 0 15,4-11-11-15,10-11-13 16,14-5-12-16,18-21-14 15,5 0-54-15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9-08T00:16:24.777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10886 5705 0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57:25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14371 15435 66 0,'8'-3'185'15,"-4"3"-155"-15,1 0-18 16,5 0 29-16,-1 0-4 15,-5 0-17-15,-4-2-10 16,0 2 3-16,0 0 7 16,0 0 1-16,0 0-3 0,0 0 0 15,0 0-4 1,0 0-4-16,0 0 0 0,0 0-3 16,0 0-2-16,0 0 0 15,-8 0-2-15,-20 0 3 16,-9 0-2-16,-18 0-4 15,-16 0-2-15,7 2 2 16,-1 10-1-16,9-6 1 16,16 0 0-16,18-1 0 15,5-5 0-15,13 0-1 16,4 0 0-16,0 0-2 16,-5 0-1-16,5 0 1 15,-2 0 1-15,2 0 2 16,0 1-1-16,0 10-3 0,-6 15-1 15,-5 17 3-15,-2 11 2 16,0 10 2-16,3-1-2 16,-3 5 0-16,-2 3 2 15,-2 6-2-15,-3-19 0 16,12-6 0-16,3-18 0 16,5-9-1-16,0-6 0 15,0-8-5-15,0-4 3 16,22-1 3-16,12-3 6 15,3-3 2-15,3 0 5 16,-3 0 2-16,-5 0-5 16,-8 0-5-16,-1-9-5 15,-14 7-4-15,4-3-18 0,-11 5-27 16,11 0-31 0,-13 0-46-16,0 0-105 0</inkml:trace>
  <inkml:trace contextRef="#ctx0" brushRef="#br0" timeOffset="493.0616">14296 16659 216 0,'-20'0'100'0,"7"0"-66"16,-6 0 25-16,6 0-9 16,-2 0-30-16,7 0-10 15,-10 0-3-15,-5 3-7 16,-5 37-4-16,-6 15-3 16,-7 9 2-16,13-3 3 15,13-16 0-15,9-18-2 16,6-12-1-16,0-10 1 15,0-5-3-15,0 0-8 16,0 0 10-16,0 0-2 16,8-24 7-16,20-9 1 15,-2-5-1-15,-7-1-1 16,-4 13 1-16,-6 12-3 0,-9 11 3 16,0 3 0-16,0 0 3 15,0 0-3-15,4 24-7 16,15 14 7-16,9 9 3 15,9 4 10-15,-1-2-8 16,11-5-2-16,0-4 2 16,9-5-5-16,9-4 0 15,12-12-11-15,19-9-31 16,16-10-17-16,-65 0-61 16,2-19-93-16</inkml:trace>
  <inkml:trace contextRef="#ctx0" brushRef="#br0" timeOffset="1349.0116">20112 14691 243 0,'0'0'38'0,"0"21"-37"16,0 29 15-16,0 26 4 16,0 25-10-16,20 10-5 15,7 7 17-15,-1 7 0 16,2-5-10-16,-9-16-5 15,1-14-2-15,-3-23-3 16,-6-20-1-16,-3-17-1 16,-4-18 1-16,1-12-1 15,-1 0 0-15,2 0 5 16,3 0 7-16,0-30 6 0,-1-8-10 16,12-3-8-16,3 7 0 15,5 6 0 1,4 7-2-16,9 8 0 0,2 3-2 15,-2 9 2-15,-5 1-2 16,-4 0 2-16,-8 0 1 16,-1 26 0-16,1 4 1 15,-11 6 3-15,-13-1-3 16,0 3 3-16,0-4-1 16,-37 8 3-16,-23-1 8 15,-15-3 3-15,-2-3 1 16,-2-5 4-16,6-9-2 0,-2-4-2 15,10-6-10-15,10-9-2 16,-1-2-1-16,0 0-4 16,2 0-20-16,3-11-27 15,36-2-35-15,2-7-56 16</inkml:trace>
  <inkml:trace contextRef="#ctx0" brushRef="#br0" timeOffset="2364.1056">13918 15957 116 0,'-6'0'71'15,"6"0"-47"-15,0 0 10 16,0 0-9-16,0 0-14 16,32 0 5-16,11 0-4 15,12-4 4-15,10-7-2 16,12 4 2-16,22-4-2 16,21-3-1-16,28-7 1 15,21-6 3-15,22 0-4 16,17-7-2-16,4 2-3 0,9-1-4 15,15-2-1-15,11-1 0 16,10-1-2-16,26-5 0 16,22-2-1-16,6-1 2 15,-15-2-2-15,-28 8-1 16,-32-2 1-16,-39 6 0 16,-25 4 0-16,-37 7 0 15,-43 6 0-15,-27 4 0 16,-29 6 0-16,-12 2 0 15,-11 4 0-15,2-3 0 16,-3-1 0-16,8 0 0 16,-7 1 0-16,6-1 0 15,0 3 0-15,-2 0 0 0,3 2 0 16,-7 1-1-16,-3-3 1 16,-1 3-1-16,-9 0 1 15,0 0 1-15,0 0-1 16,0 0 1-16,0 0 1 15,0 0-2-15,0 0-3 16,0 0-6-16,0 0-1 16,0 0-2-16,0 0-6 15,0 0-10-15,-24 0-12 16,11 0-36-16,3 0-53 16</inkml:trace>
  <inkml:trace contextRef="#ctx0" brushRef="#br0" timeOffset="2879.8514">18684 14936 183 0,'-15'-3'63'0,"15"0"-27"16,0-2 20-16,28-1-24 15,27-1-18-15,21-3 13 16,-8-1 2-16,-3 7-14 16,-5-2-7-16,-13 6-3 15,-11 0-3-15,-8 0-2 16,-9 0 0-16,-6 0-1 0,2 0 0 16,-6 0-3-16,-5 0 4 15,5 10 0-15,-5 7 1 16,2 0 1-16,-1 8-1 15,-5 4 0-15,0 9 0 16,4 6 0-16,0 4 0 16,5 9 0-16,10 0-1 15,5 6 1-15,4 0 1 16,4-9-2-16,-4-8 2 16,0-14-1-16,-16-8-1 15,-3-5 0-15,-2-10 1 16,-7-3 0-16,0-3 1 0,0-3 10 15,0 11 2-15,-28-2 2 16,-15 0-12-16,-2-2 0 16,2 1-1-16,-2-2-3 15,-2-1-3-15,2 1-17 16,2 0-20-16,2 2-35 16,26-5-35-16,2-1-77 15</inkml:trace>
  <inkml:trace contextRef="#ctx0" brushRef="#br0" timeOffset="3921.6349">16792 15494 24 0,'28'-6'103'0,"-28"6"-102"16,0 0 0-16,0 0 8 0,0 27-6 16,0 0 4-16,0 2-2 15,0 0 3-15,0-1 0 16,-32-4 5-16,4-8 3 15,0-6 3-15,11-10 7 16,-2 0 3-16,4 0 4 16,-3-7-15-16,3-23-3 15,7-4-9-15,4-2-1 16,4 1 3-16,0 2-4 16,0 3-1-16,23 7 4 15,14 8 1-15,-5 10-5 16,4 5-3-16,3 0-4 0,-7 14-3 15,0 16 2-15,-15 7-1 16,-6 0-5-16,-11 0 1 16,0-2 5-16,0-5 5 15,-39-9 0-15,7-4 5 16,4-13-2-16,7-4 2 16,-7 0 2-16,-4 0 3 15,4-11 1-15,-4-13 0 16,8-5-4-16,5-2-2 15,15 5 3-15,4-3-1 16,0 5-2-16,13 3-4 16,38 3 2-16,5 7 1 15,-5 5-1-15,-10 6-3 0,-9 0-8 16,-17 12-5 0,-11 22 1-16,-4 0-5 0,0 6 1 15,-4-5 6-15,-34-8 2 16,1-8 7-16,1-8 1 15,-1-7 2-15,5-4 3 16,0 0 0-16,4 0 12 16,4-15-5-16,9-4 2 15,11-5 2-15,4 0-9 16,0-1 2-16,0 2-4 16,0 8 0-16,0 10-2 15,0 5-3-15,0 0-1 0,0 0-32 16,0 11-39-1,0 4-71-15,0 4 4 0</inkml:trace>
  <inkml:trace contextRef="#ctx0" brushRef="#br0" timeOffset="4860.8348">15192 16459 176 0,'60'-71'68'0,"-8"24"-31"16,-5 13 14 0,-19 17-28-16,-11 12-22 0,-17 5-1 15,0 0-2-15,4 2-7 16,7 41-15-16,2 15 24 15,2 13 0-15,-7 3 5 16,1-4-3-16,2-18 0 16,-3-8-2-16,5-14 2 15,-2-13-1-15,-3-6 1 16,-3-11 3-16,-1 0-3 16,0 0-1-16,3 0 2 15,1 0-2-15,5-13 3 16,6-26 5-16,5-15-1 15,-7-15-8-15,0-6-10 0,-17-5-3 16,0 13 3-16,0 19 5 16,0 15 5-16,0 15 4 15,0 17 11-15,0 1 8 16,0 0-4-16,0 0-9 16,0 0-10-16,7 30-3 15,21 10 3-15,8 15 7 16,-4 1 0-16,-4 3-3 15,-9-6-1-15,-6-3-2 16,2-10 0-16,-6-2-1 0,6-11-9 16,-11-6-17-1,0-6-12-15,1-15-20 16,-5 0-37-16,0 0-21 0</inkml:trace>
  <inkml:trace contextRef="#ctx0" brushRef="#br0" timeOffset="5160.8449">16219 16108 184 0,'9'-11'81'16,"-9"11"-63"-16,0 17 2 16,0 23-5-16,-4 12-9 15,-16 2-5-15,-1-5 1 16,-3 0 1-16,5-9-1 0,6-8 5 15,9-7 2-15,4-6-4 16,0-8 0-16,0-2-2 16,0-7-1-16,8 2 0 15,25-4 3-15,7 0 1 16,12 0 4-16,-5 0-4 16,-10-15-5-16,-14 7-1 15,-10 2-20-15,-4 5-30 16,-9 1-49-16,0 0-44 15</inkml:trace>
  <inkml:trace contextRef="#ctx0" brushRef="#br0" timeOffset="5360.7308">16187 16759 127 0,'0'19'86'15,"0"-19"-65"-15,37 0 61 16,23 0-19-16,4-19-15 15,-4 4-3-15,-13 0-5 16,-19 9-22-16,-11 2-15 16,-10 4-3-16,-3 0-16 15,0 0-35-15,-4 0-40 16,0 0-56-16</inkml:trace>
  <inkml:trace contextRef="#ctx0" brushRef="#br0" timeOffset="6292.0317">16473 14902 89 0,'0'-11'88'16,"0"7"-51"-16,0-5 4 0,0 3-3 15,0 3-20-15,0-1-10 16,0 4-8-16,0 0-1 16,10 0-4-16,-1 13-1 15,6 17 3-15,6 6 3 16,-1 2 0-16,-1-3 0 15,-2-5-2-15,2-9 2 16,-1-4 0-16,-8-12 0 16,-1-2-1-16,-5-3-1 15,0 0 0-15,-4 0 2 16,11 0 1-16,-2-18-1 16,-1-7 5-16,7-8-5 15,-10-1-6-15,-5 8-1 0,0 11 1 16,0 0 6-1,0 13 5-15,0 2 11 0,0 0-1 16,0 0 0-16,0 0-9 16,0 0-6-16,0 5-3 15,4 17 3-15,15-1 7 16,-2 0-3-16,3 5 0 16,-8-4-4-16,4 4 0 15,3 4-14-15,-11 1-15 16,5 4-25-16,-13-25-33 15,0-1-26-15</inkml:trace>
  <inkml:trace contextRef="#ctx0" brushRef="#br0" timeOffset="7445.3588">16631 16320 118 0,'0'-4'37'0,"0"4"4"15,0-1 4-15,0 1-22 16,0 0-14-16,5 0 6 15,3 0-6-15,3 0-8 16,2 0 0-16,0 0 0 0,2 19 2 16,4-1-1-1,-6 3 0-15,0 3 0 0,2-6 0 16,-7-3-1 0,3 0 0-16,2-8 0 0,-5 2 0 15,3-7 0-15,2-2 0 31,-9 0-1-31,-4 0-1 0,5 0-1 0,1 0 2 16,-2 0 4-16,9 0 1 16,2-16 0-16,-2-10 1 15,2-2-6-15,-2-2 0 16,-9 5-1-16,-4 3 1 16,0 10 0-16,0 4 1 15,0 2 1-15,0 6 5 16,0 0-1-16,0 0 0 0,0 0-1 15,0 0-2-15,0 0-1 16,0 0-2-16,0 3-2 16,0 11-2-16,11 6 4 15,6 5 5-15,7 8 1 16,-1-3-1-16,1 0 0 16,2-5 1-16,-3-6-4 15,-4-7-2-15,-1-5 1 16,-3 0-1-16,-11-7 0 15,5 0-9-15,-3 0-22 16,7 0-30-16,-13 0-25 16,0-2-42-16</inkml:trace>
  <inkml:trace contextRef="#ctx0" brushRef="#br0" timeOffset="9391.6">13920 15136 9 0,'0'-5'65'0,"0"3"-36"15,0-2 29-15,0 2-3 16,0-1-16-16,0-2-10 16,0-1 2-16,0-7-6 0,0 2-12 15,19-2-6 1,7-2-2-16,-9 5-4 0,5 1-1 16,1 5-2-16,5 1 1 15,9-3 1-15,-1 1 0 16,16-1 0-16,-1 0 0 15,9-1 0-15,9 0-2 16,-5 6 2-16,7-2-1 16,-7 3 1-16,-4 0-1 15,0-7 1-15,-4 3 1 16,-11-3-1-16,7-3 0 16,-5 0 1-16,2-6 1 15,7-6-2-15,8-2 1 0,7-3 0 16,13-1-1-1,12 2 0-15,1 1 0 0,-5 6-1 16,-4 0 1-16,-11 3 0 16,-15 4-1-16,-2 2 1 15,-8 4 0-15,-16-2 1 16,1 5-1-16,-9-1 0 16,-5 1 0-16,1 0 0 15,-3-1 0-15,-1 2 0 16,-1-4 0-16,-6 5 0 15,2-2 0-15,-7-3 0 16,1 3 0-16,-5 1-3 0,3-1-7 16,1 0-3-1,1-1-13-15,6 3-13 0,-7-5-5 16,1 3-6-16,-5 3-5 16,-4-2-1-16,0-4 11 15,0 0 24-15</inkml:trace>
  <inkml:trace contextRef="#ctx0" brushRef="#br0" timeOffset="9659.2021">16116 14592 12 0,'0'-4'38'15,"0"3"-4"-15,0-3-5 16,0 4 3-16,0 0 5 16,0-2-6-16,0-2-10 15,7 0 0-15,25-2-1 16,5 6-4-16,-1 0-3 0,-4 0-8 15,-8 0-3-15,-1 0-2 16,-5 9-1-16,-3 9-4 16,-15 8-1-16,0 5 5 15,0 6 1-15,0-1 4 16,-15-4-2-16,-11-8-2 16,-2-2 0-16,4-8-6 15,-4-3-19-15,5-9-25 16,14-2-12-16,-1 0-99 15</inkml:trace>
  <inkml:trace contextRef="#ctx0" brushRef="#br0" timeOffset="10262.4517">13819 14595 157 0,'5'-3'47'0,"-5"3"-22"15,0 0 5-15,0 0-30 16,15 26-5-16,2 12 5 16,11 5 7-16,0 1 2 15,-1-7-2-15,-1-8-5 16,2-5 1-16,-13-3-3 16,0-1-9-16,-15-20-43 15,0 0-37-15</inkml:trace>
  <inkml:trace contextRef="#ctx0" brushRef="#br0" timeOffset="11069.208">14343 14567 101 0,'68'-9'45'16,"16"2"7"-16,12-4-18 15,1-1-1-15,2 4-19 16,1-5-3-16,8 5-4 16,1-3-1-16,11-2-2 0,20-3 12 15,8-4 2-15,8-3-13 16,11 1-1-16,1-9-1 16,-7 1 0-16,-18 3-3 15,-10-3 2-15,-21 6-1 16,-20 2 0-16,-17 5 0 15,-26 8 1-15,-6 0-2 16,-15 1 1-16,4 3-1 16,5-1 4-16,10-2-4 15,17-1 1-15,24-1 5 16,5-5-1-16,12 2-5 16,2 1 0-16,-6-6 0 15,-3 2 1-15,-10 3-1 16,-19-1 0-16,-18 4 0 15,-14 3 0-15,-13 5-1 0,-12 2 1 16,3 0 0-16,-2-2 0 16,2-2 0-16,2 1 0 15,-2 0 0-15,-2 2 1 16,2-2-1-16,-6 1 0 16,4-4 0-16,6 3 0 15,-4 0 1-15,7 2-1 16,-3-3-2-16,0 4-2 15,-10-2-1-15,-1 2-5 16,3 0-3-16,-2 0-3 16,3 0-3-16,4-3 5 15,-4 0 6-15,-1 0 5 0,-2 0 2 16,4 1 1-16,-3 2 0 16,-5-3 2-16,7 3 6 15,3-5-6-15,7-1 2 16,16-2 5-16,3-6-4 15,2 0 3-15,-6 1-1 16,-10 3 3-16,-9 2-1 16,-3 2 1-16,-2 2-7 15,-3 3-3-15,3-2 0 16,2 0-1-16,-6-2-1 16,4 2-1-16,2 0-2 15,-7 1-5-15,-4 2 2 16,1 0 3-16,-5 0-1 0,0 0-6 15,0 0-13-15,0 0-17 16,0 0-10-16,0 0-42 16</inkml:trace>
  <inkml:trace contextRef="#ctx0" brushRef="#br0" timeOffset="11386.973">18789 13687 41 0,'0'-3'121'0,"0"3"-83"16,0 0 2-16,11 0-1 15,-3 0-30-15,12 9 0 16,1 11 0-16,-2-2-3 15,1 3-2-15,3-2 3 16,-6 4 0-16,3-8-3 16,-12 1-2-16,1-2 0 15,-3-3-2-15,-1 0-3 16,-5 6-6-16,0 2-11 16,0 1-16-16,0-13-29 15,0 0-20-15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7T23:57:49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3024 1774 68 0,'-19'-20'170'0,"2"13"-155"15,-2-1 23-15,4 2 19 0,6-2-25 16,-2 5-5-16,9 0-5 16,-4 0 2-16,6 3-5 15,0 0-7-15,0 0-7 16,0 0-3-16,-13 0-2 16,-6 0-1-16,-14 0-1 15,-7 17 1-15,-10 15 0 16,-5 5 0-16,-1 9 1 15,11 3-1-15,0 8 1 16,15 10-2-16,2 14 2 16,13 11-1-16,4 15 1 15,11 12 0-15,0 8 0 16,0 3 0-16,0 10 0 0,19-2 0 16,16-2 0-1,-7-11 0-15,-9-9 1 0,-19-11-1 16,0-11 0-16,0-8 0 15,-19-13 2-15,-29-11-2 16,-3-4 1-16,-1-13 0 16,-12-12 1-16,0-11 0 15,14-15 0-15,-5-7 1 16,1 0 2-16,9 0-1 16,-13-24-1-16,-8-16-3 15,6-10 0-15,-1 2-12 16,19 2-6-16,18 10-15 15,13 9-3-15,11 7-3 0,0 9-23 16,0 11-54-16,11 0-38 16</inkml:trace>
  <inkml:trace contextRef="#ctx0" brushRef="#br0" timeOffset="630.266">3269 3586 117 0,'0'-19'87'15,"0"11"-53"-15,0 3 21 0,0 3-7 16,-11 2-25-1,-17 0-3-15,-2 0-13 0,-15 21-7 16,-11 21-3-16,1 8 2 16,8 4 0-16,10 1 1 15,3-6 0-15,19-6 0 16,-2-12 0-16,17-13-1 16,0-10 0-16,0-6 1 15,27-2 3-15,12 0 0 16,10-10 1-16,5-30-4 15,2-8-2-15,-3-2-5 16,-3 3-4-16,-14 13-2 16,-10 11 3-16,-20 19 8 15,-6 4 2-15,0 0 10 16,0 13-5-16,0 30-4 0,0 17 8 16,-12 5 6-16,9-5-5 15,3-12-3-15,0-10-1 16,0-13-6-16,0-11 0 15,0-10-2-15,9-4-22 16,10 0-22-16,-17 0-40 16,7-22-48-16</inkml:trace>
  <inkml:trace contextRef="#ctx0" brushRef="#br0" timeOffset="1537.1393">2969 1120 144 0,'-9'-12'83'15,"3"12"-46"-15,1 0 16 16,1 0-22-16,4 0-28 16,0 15-3-16,0 29 0 15,0 17 2-15,0 12 2 16,0 1-3-16,0-4 2 15,0-4-1-15,-11-9 0 16,3-17 1-16,3-12-3 16,1-16 1-16,4-5-1 0,0-7 1 15,0 0 0 1,0 0 3-16,0 0 3 0,0-22 18 16,0-8-18-16,0 0-7 15,17 1 0-15,11 7-1 16,-2 7-1-16,2 8 1 15,-11 7-2-15,-4 0-5 16,13 0 3-16,-5 5 0 16,5 16 2-16,-9 5 1 15,-4-5-1-15,-7 0 0 16,-6 1-4-16,0 2 5 16,-47-2 2-16,-17-2 2 15,-3-7 0-15,3-8 1 16,0-5 6-16,14 0-1 0,5 0 4 15,9-2-3-15,8-14-2 16,11-1-2-16,12 0-5 16,5 6-1-16,0 1-31 15,11-1-16-15,11 11-65 16,3 0-42-16</inkml:trace>
  <inkml:trace contextRef="#ctx0" brushRef="#br0" timeOffset="2167.7425">3430 2371 109 0,'-41'-41'81'0,"5"28"-30"15,1 4 21-15,7 9-27 16,7 0-26-16,-9 0-10 16,-9 27-8-16,3 19-1 15,-1 9 2-15,12 5 2 16,5-9-1-16,18-5 3 0,2-8-4 15,0-6-2-15,0-10 0 16,0-4 0-16,19-8 0 16,9-10-3-16,9 0-5 15,4 0-6 1,1-21-6-16,-3-20 7 0,-7 1-5 16,-8-1-3-16,-7 10 11 15,-15 20 5-15,-2 11 4 16,0 0-1-16,4 19 1 15,9 30-1-15,2 25 2 16,7 5 2-16,-16 4 3 16,-2-2 4-16,-4-5-2 15,0-5 0-15,0-7 7 16,-38-16-4-16,-7-9 3 0,-7-8-3 16,9-13 3-16,-10-9 5 15,14-9 2-15,-6 0-1 16,0-9 4-16,-2-28-3 15,-2-14-14-15,12-8-6 16,9 3 0-16,18 8-8 16,10 4 0-16,0 3-7 15,47 1-14-15,21-3-20 16,-25 30-42-16,-4 2-54 16</inkml:trace>
  <inkml:trace contextRef="#ctx0" brushRef="#br0" timeOffset="2610.5258">4037 2024 152 0,'8'-25'104'0,"-8"25"-87"16,0 0 11-16,0 37-17 15,0 18-10-15,-28 22 19 16,5 6 1-16,-1 1-9 15,11-2 7-15,5-17-2 16,8-10-12-16,0-12-3 16,0-10-1-16,0-9-1 15,13-10 0-15,6-10-2 0,-2-4-5 16,2 0-1 0,1 0 0-16,12-16 5 0,-4-24 3 15,10-16-4-15,-8-8-2 16,-4-1-3-16,-9 6 4 15,-6 17 5-15,-2 14 1 16,-9 14 1-16,0 6 5 16,2 8 0-16,-2 0-3 15,0 0 1-15,0 0 1 16,0 0-6-16,0 0-2 16,0 0-4-16,0 0-1 15,0 0-3-15,0 0-5 0,0 0-7 16,0 0-11-1,0 0-21-15,0 0-20 0,0 0-37 16</inkml:trace>
  <inkml:trace contextRef="#ctx0" brushRef="#br0" timeOffset="4388.4151">4228 2153 71 0,'2'-9'96'0,"-2"9"-55"15,0 0-5-15,0 0-1 0,0 0-17 16,0 0-13-1,0 20-2-15,0 16-1 0,0 13 6 16,0 5-3-16,0-1-2 16,0 0 0-16,0-14 1 15,0-2-1-15,0-12-2 16,0-13 0-16,8-6 2 16,3-6 1-16,-2 0 3 15,10 0 7-15,5-6-3 16,8-20 1-16,4-10-4 15,1-7-6-15,-9-6-2 16,-3 0-2-16,-10 9 0 16,-8 15 2-16,-7 17 0 15,0 8 1-15,0 0-1 16,0 0-1-16,0 28 0 0,0 11 0 16,0 8 1-16,0-3 2 15,0-10-1-15,0-5-1 16,0-7 0-16,0-7 0 15,8-7 0-15,-3 1-2 16,7-8-25-16,4-1-23 16,-12 0-28-16,7 0-21 15</inkml:trace>
  <inkml:trace contextRef="#ctx0" brushRef="#br0" timeOffset="4611.4412">4633 2015 174 0,'0'-4'30'0,"43"4"-26"16,15 13 42-16,13 22-11 15,-5 8-9-15,-14 8 3 16,-10 12-14-16,-24 2-11 16,-18 3-2-16,0 3-2 15,-13-1-2-15,-39-1-2 16,-3-4-4-1,-3-14-12-15,13-8-18 0,27-43-36 16,10 0-32-16</inkml:trace>
  <inkml:trace contextRef="#ctx0" brushRef="#br0" timeOffset="5474.191">5349 2240 165 0,'9'-40'45'0,"-9"37"6"16,0 3 26-16,0 0-46 15,-21 41-31-15,-22 16-6 16,-5 16 6-16,10 1 1 16,4-4 0-16,14-8 4 15,12-10 0-15,8-8-4 0,0-18-1 16,0-6 1-1,0-11 0-15,8-9 6 0,18 0-5 16,2 0-1-16,0-12-1 16,8-29 1-16,1-17-1 15,-9-17-7-15,-1-19-4 16,-14-19-4-16,-4-5-1 16,-9 6 0-16,0 25 7 15,0 33 9-15,0 29 5 16,0 21 19-16,0 4-2 15,0 0-12-15,0 0-10 16,0 46-2-16,-2 22 2 0,-5 19 3 16,7 7 0-1,-2-2 3-15,2-5-3 0,0-3-3 16,0-7 0-16,0-13 0 16,17-10-12-16,24-21 3 15,2-14-20-15,-4-16-6 16,8-3-31-16,0-3 30 15,2-38-20-15,-2-10 26 16,-10-6 30-16,-13-13 8 16,-14 0 21-16,-10 22 11 15,0 19-2-15,0 21 24 16,0 8-8-16,0 0-25 16,0 0-13-16,0 32-12 15,0 9-4-15,-10 12 1 16,10-3 4-16,0-7 1 0,0-1 0 15,0-11 0-15,0-6-2 16,0-6-3-16,12-8 0 16,8-8 2-16,8-3-3 15,-3 0 0-15,5 0 0 16,7-19 0-16,4-23 3 16,8-6-3-16,-19-6-3 15,-4 0 3-15,-20 6 1 16,-6 20 0-16,0 14 2 15,0 12 4-15,0 2 11 16,0 0-8-16,-4 2-5 16,-16 28-5-16,3 7 0 15,2 8 0-15,9 0 3 0,6-4-3 16,0 0 0 0,0-6 0-16,0-8-1 0,6-3-2 15,31-4-25-15,4-4-14 16,-3-5 0-16,-19-11-36 15,-6 0-31-15</inkml:trace>
  <inkml:trace contextRef="#ctx0" brushRef="#br0" timeOffset="5791.9395">6718 2332 119 0,'0'-2'135'16,"0"0"-113"-16,0-1 32 15,19-3-13-15,30 0-25 16,14-1 11-16,-5-2-9 16,-13 4-16-16,-9 2-2 0,-14 3-20 15,-16 0-31 1,-6 0-68-16,0 0-33 0</inkml:trace>
  <inkml:trace contextRef="#ctx0" brushRef="#br0" timeOffset="5971.5526">6651 2543 122 0,'-13'13'107'0,"13"-13"-83"15,0 0 40-15,33 0-9 16,22 0-14-16,16-9-15 16,-11-4-3-16,0 5-14 15,-15 4-9-15,3 4-22 16,1 0-47-16,-36 0-83 0,-7 0 118 15</inkml:trace>
  <inkml:trace contextRef="#ctx0" brushRef="#br0" timeOffset="6577.4681">8219 1532 140 0,'0'-16'104'15,"0"13"-78"-15,0 3 35 16,0 0-14-16,0 0-24 15,0 0-14-15,-19 3-6 0,-22 33-3 16,-8 12 3-16,-7 14 2 16,-2 15-2-16,5 12 2 15,12 15-4-15,9 18 5 16,17 18-3-16,15 15 0 16,0 8 0-16,0 0 1 15,23-3 4-15,20-12-2 16,4-12-4-16,-8-17-1 15,-11-20 0-15,-9-21 0 16,-19-18 1-16,0-11-2 0,0-12 1 16,-28-6 4-1,-19-8-2-15,-7-12 0 16,-6-11-3-16,-10 0-6 0,-8 0-13 16,1-34-19-16,0-4-26 15,55 15-78 1,10 8-55-16</inkml:trace>
  <inkml:trace contextRef="#ctx0" brushRef="#br0" timeOffset="7050.4298">8193 3685 123 0,'9'0'56'0,"-9"0"-11"16,0-9 29-16,0-8-29 16,0 6-14-16,0 7 0 15,-2 4-7-15,-20 0-16 16,3 0-8-16,-4 2-5 16,-5 25 2-16,-9 7 0 15,7-1 2-15,7 1 1 16,10-5 0-16,4-7-1 15,9-5-1-15,0-6-5 16,0-9-6-16,0-2 2 16,28 0 6-16,8 0 0 0,-1-19 3 15,8-14-4 1,-7 4-3-16,-8 5 3 0,-11 7 6 16,-8 12 0-16,-9 5 5 15,0 0 10-15,0 0 10 16,0 0-13-16,0 24-7 15,-17 12-5-15,6 3 2 16,4 3 2-16,7-9-3 16,0-7 1-16,0-9-2 15,0-8 0-15,0-9-11 16,18 0-23-16,1 0-25 16,5-22-52-16</inkml:trace>
  <inkml:trace contextRef="#ctx0" brushRef="#br0" timeOffset="7955.5887">8447 882 156 0,'8'-23'101'16,"-8"23"-65"-1,0 0 28-15,0 0-36 0,0 6-28 16,0 39-5-16,-8 21 5 16,-20 10 1-16,-5 0 2 0,1-8-3 15,0-12 1-15,13-14-1 16,6-13 0-16,9-12 0 16,4-12 0-16,0-5-4 15,0 0 2-15,8 0-4 16,33 0-4-16,15 0 6 15,15 0 1-15,-5 3-8 16,1 15-13-16,-12 2-6 16,-14 4 1-16,-13-1 2 15,-24 7 12-15,-4-6 15 16,0 0 0-16,-4-9 7 16,-33-1 8-16,5-9 8 15,-4-5 4-15,8 0 5 16,0 0-8-16,0 0 4 15,0-8-1-15,7-11-5 0,-5-1-8 16,13 0-4-16,-2 0 0 16,15 2-4-16,0 4-6 15,0 1-3-15,0 4-1 16,0 7 2-16,0 0-6 16,0 2-11-16,0 0-18 15,0 0-21-15,0 0-59 16,0 0-73-16</inkml:trace>
  <inkml:trace contextRef="#ctx0" brushRef="#br0" timeOffset="9190.5551">9575 2178 145 0,'-37'-16'49'0,"14"16"-22"15,-5 0 30-15,-4 0-23 0,-5 0-16 16,-6 31-14-1,7 14-2-15,4 6 0 0,12 4 0 16,7-6-2-16,9-6 2 16,4-12-1-16,0-8 0 15,0-6-1-15,0-12-1 16,0-5-4-16,9 0-7 16,19 0 0-16,0 0-5 15,8-27 8-15,-4-11 5 16,-8-3-2-16,-9 1-2 15,-7 9 3-15,-3 9 4 16,-5 15 1-16,0 7 0 0,8 0 0 16,7 40-6-1,9 25 3-15,-1 14 3 0,-1 5 1 16,-7-3 0-16,-15-5-1 16,0-4 1-16,0-9 1 15,-28-5 5-15,-28-9 3 16,0-16 3-16,9-9 3 15,7-13 6-15,12-5-2 16,4-6 6-16,7 0 13 16,-7-11-13-16,-1-27-10 15,-3-11-13-15,0-9-3 16,13 2-16-16,15-1-13 16,0 8-11-16,0 33-27 15,34 6-59-15</inkml:trace>
  <inkml:trace contextRef="#ctx0" brushRef="#br0" timeOffset="9774.248">10107 1891 221 0,'0'0'41'15,"0"0"-8"-15,0 0 0 16,0 26-30-16,0 25-3 16,0 16 0-16,-5 0 3 0,-3-1-3 15,1-13 1-15,7-10 0 16,0-10 1-16,0-13-2 16,0-12-2-16,0-8 1 15,0 0 0-15,0 0 0 16,20 0-5-16,-1-8-1 15,9-23 7-15,0-9 5 16,-3-1-5-16,-5 11 0 16,-16 17 1-16,-4 10 0 15,0 3 2-15,0 0 7 16,0 16-10-16,0 20 0 16,0 2 0-16,0-2 1 15,0-8 1-15,0-9-1 16,4-10-1-1,5-6 0-15,-1-3-1 0,-1 0 1 0,8 0 0 16,-2 0-5 0,10-12 0-16,3-12 2 0,2-3-8 15,0 2-4-15,-13 12 1 16,-6 8 0-16,-3 5 11 16,-2 0 1-16,5 0 2 15,6 26 0-15,-2 5 7 16,6-1 5-16,-6 0-4 15,-5-8-1-15,3-6-2 16,-2-3-4-16,6-2-1 0,-2-6-8 16,6-5-34-1,-15 0-36-15,1 0-17 0</inkml:trace>
  <inkml:trace contextRef="#ctx0" brushRef="#br0" timeOffset="10359.4912">10634 1936 129 0,'0'-7'102'0,"0"7"-82"15,0 0 32-15,5 0-16 16,22 0-22-16,10 27 11 15,-3 16-15-15,-4 15-4 16,2 9-1-16,-17 6-2 16,-15-3-3-16,0-2 0 15,0-10-1-15,-30-4-2 16,-17-11 2-16,4-11 1 16,15-7 0-16,7-9 1 15,6-9-1-15,11-7-6 0,-5 0-6 16,-6 0-7-1,4 0-42-15,9-9-44 0,2-2-70 16</inkml:trace>
  <inkml:trace contextRef="#ctx0" brushRef="#br0" timeOffset="12031.6224">11479 1807 0 0,'5'-11'107'16,"-5"11"-73"-16,6 0 4 0,-2 0 0 15,1 0-15-15,-5 0-12 16,0 0-3-16,0 24-8 16,0 25 2-16,0 11 15 15,0 7-8-15,-9 4 1 16,-10-5-7-16,-1-5 1 15,8-6-1-15,-3-18 1 16,6-10-3-16,5-12 0 16,-1-11 0-16,5-4 0 15,0 0 1-15,0 0-1 16,0 0 5-16,0 0 8 16,0 0-11-16,5-7-3 15,27 1-3-15,9 0 1 16,10 6 1-16,-4 0 0 15,-6 0 0-15,-9 6-1 0,-8 10 1 16,-11 1 1-16,-7-1-3 16,-6 2 1-16,0 2 0 15,0 3 2-15,-28-4 0 16,-19 0 3-16,-9-4 1 16,1-7 7-16,-1-6 1 15,11-2 5-15,8 0 5 16,9 0-1-16,7 0-5 15,6-19-7-15,4-1-9 16,11-4-9-16,0-7-9 0,0 1-9 16,28 6-6-1,32 2-41-15,-28 22-27 0,-4 0-26 16</inkml:trace>
  <inkml:trace contextRef="#ctx0" brushRef="#br0" timeOffset="12243.9645">12067 2341 236 0,'15'0'61'16,"2"0"-13"-16,15 0 6 16,11 0-28-16,2-9-11 15,2 2-6-15,1 1-9 16,-8 6 0-16,-3 0-11 0,4 0-33 15,-1 0-26-15,-33 0-56 16,1 0-43-16</inkml:trace>
  <inkml:trace contextRef="#ctx0" brushRef="#br0" timeOffset="12601.5557">12706 2232 138 0,'-19'-13'86'0,"-5"13"-39"15,7 0 23-15,-6 0-50 16,-5 6-15-16,-5 25-2 16,-9 10-2-16,5 3-1 0,9-8 2 15,18-7-1-15,3-13-1 16,7-4-1-16,0-8 0 16,0-4-5-16,22 0-4 15,25 0-3-15,8-8 3 16,1-22-7-16,-6-2-15 15,-8 5-1-15,-18 8 14 16,-15 14 19-16,-9 5 0 16,0 0 31-16,0 11-6 15,0 27-23-15,0 13 4 16,-15 5 10-16,2-3 4 16,-2-9-3-16,6-10-10 15,1-7-6 1,3-7 0-16,5-12-1 0,-10-4-27 15,5-4-55-15,-3 0-82 0</inkml:trace>
  <inkml:trace contextRef="#ctx0" brushRef="#br0" timeOffset="13127.9518">10954 1794 110 0,'-28'48'34'0,"0"11"11"16,4 8-16-16,9 7-11 16,7 11 3-16,8-1 1 15,0 2-3-15,0-4-11 16,32-6-2-16,24-3-3 15,8-11-3-15,16-7 0 16,12-12-8-16,-54-43-42 16,3 0-48-16</inkml:trace>
  <inkml:trace contextRef="#ctx0" brushRef="#br0" timeOffset="13541.0375">12771 1743 86 0,'12'0'91'0,"-12"0"-76"16,0 0 21-16,7 0-26 16,6 0-8-16,2 26-2 15,2 6 6-15,2 11 12 16,3 6-1-16,3 12-5 16,3 9-5-16,-6 14-2 15,-5 2 2-15,-9 5-5 16,-8-10-1-16,0-11 1 15,0-10-2-15,-21-11 0 16,-20-12-1-16,0-6 1 16,3-9 0-16,6-9-2 15,8-6-8-15,1-7-12 0,5 0-16 16,18 0-26-16</inkml:trace>
  <inkml:trace contextRef="#ctx0" brushRef="#br0" timeOffset="13899.202">14152 1807 138 0,'0'0'102'0,"0"0"-95"16,0 21 27-16,0 26 5 15,0 12-10-15,0 6-6 16,0-3 8-16,0 1-11 15,0-5-14-15,0-2-5 16,0-5 0-16,0 4-1 16,0-1-16-16,-4-4-31 0,-5-38-26 15,-2-5-72-15</inkml:trace>
  <inkml:trace contextRef="#ctx0" brushRef="#br0" timeOffset="14222.8395">13247 2651 89 0,'-5'8'52'0,"5"-5"-51"15,65-2 38-15,46 2 9 0,31-3-2 16,29 0 6-1,10 0-4-15,14 0-12 0,9 0 1 16,4-4 2-16,-11-7-14 16,-2-1-9-16,-30 2-11 15,-25-1-3-15,-29-3-2 16,-42 6-4-16,-26 2-7 16,-35-2-16-16,-8 6 14 15,0-7-1-15,-36-3-19 16,-31 0-18-16,22 4-42 15,-2 6-134-15</inkml:trace>
  <inkml:trace contextRef="#ctx0" brushRef="#br0" timeOffset="14812.7542">13270 3070 36 0,'-6'54'94'15,"6"5"-63"-15,0 11 11 0,0 9-8 16,0 2-17-16,0-1 3 16,0-12 3-16,0-10-9 15,0-20 0-15,0-16-7 16,0-11-1-16,0-11 1 16,0 0 6-16,0 0 3 15,0 0 9-15,15-19-5 16,8-14-20-16,10-1-5 15,3-3 3-15,5 11-9 16,10 4 1-16,5 8 4 16,-11 7 2-16,-2 7 2 0,-11 0-2 15,-8 0 2-15,-7 2-1 16,-11 22-3-16,-6 6 2 16,0 0-1-16,0 5 0 15,-28 0 2-15,-27-2 2 16,-10-1-2-16,-5-7 3 15,7-6 1-15,-3-5 0 16,10-8 10-16,9-6-4 16,10 0 2-16,10 0-3 15,9 0-6-15,12 0 0 16,6-18-20-16,0-3-8 16,0-4-23-16,19 15-87 15,13-6-3-15</inkml:trace>
  <inkml:trace contextRef="#ctx0" brushRef="#br0" timeOffset="15067.64">14015 3536 77 0,'-15'10'253'0,"15"-10"-232"15,0 0 7-15,15 0 18 16,30 0-31-16,15 0 7 0,-5 0 5 16,1 0-15-1,-4 0-10-15,-7 0-2 0,10 0-16 16,1 10-29-16,13 4-34 16,-41-11-23-16,-5-3-40 15</inkml:trace>
  <inkml:trace contextRef="#ctx0" brushRef="#br0" timeOffset="15466.1293">14855 3481 141 0,'5'-19'99'16,"-5"10"-70"-16,0 7 46 16,0 2-33-16,0 0-15 0,0 0 1 15,-28 0-16-15,-9 14-12 16,-10 21-4-16,-9 6 3 15,16 2 1-15,3-1-1 16,18-9 1-16,14-5 0 16,5-12-2-16,0-4 0 15,0-9 0-15,28-3 0 16,20 0 0-16,1 0 2 16,7-22-4-16,-1-5-6 15,5-9-8-15,-8-5-10 16,-7 3 5-16,-13 8-1 15,-10 13-1-15,-20 13 25 16,-2 4 4-16,0 0 17 16,0 0-11-16,0 13-10 0,0 17 0 15,0 5 8-15,0 3 3 16,0-3-4-16,0 1-3 16,25-7-4-16,6-4 0 15,5-11-12-15,7-9-56 16,-30-5-51-16,2 0-43 15</inkml:trace>
  <inkml:trace contextRef="#ctx0" brushRef="#br0" timeOffset="16222.7443">16144 2338 148 0,'7'-41'88'0,"-7"25"-31"16,0 2 19-16,0 7-25 15,0 1-26-15,-7 6-3 16,-14 0-4-16,-7 0-15 15,-11 0-3-15,-10 10-1 16,-11 27-1-16,-4 6 1 16,1 8 1-16,14 1-1 15,13-3 1-15,12-8-1 16,13-8 0-16,11-10 0 0,0-3 0 16,0-9-1-1,7-4-1-15,21-1 2 0,4-6 1 16,0 0 0-16,13 0-3 15,2-16 2-15,5-15-1 16,1-9-3-16,-5-6-6 16,-8-11 1-16,-12-13-1 15,-13-10 5-15,-11-1 0 16,-4 9 4-16,0 13 2 16,0 22 3-16,0 18 7 15,0 16-1-15,0 3-1 16,0 0-4-16,0 0-4 15,0 0-6-15,0 41-4 16,0 16 10-16,0 16 2 16,-8 4 1-16,1 1 1 0,3-1 1 15,4-10-2-15,0-4 1 16,0-9-3-16,0-8-1 16,0-9 0-16,0-4 0 15,15-8-13-15,9-10-27 16,2-6-36-16,-16-9-60 15,3 0 7-15</inkml:trace>
  <inkml:trace contextRef="#ctx0" brushRef="#br0" timeOffset="17686.0195">16511 2230 179 0,'0'-11'29'16,"0"3"5"-16,0-1 26 15,0 0-28-15,0-1-21 16,4-1 8-16,9 3 7 15,2 3-2-15,-6 3-1 16,-5-2-5-16,-4 4-11 16,0 0-7-16,0 0 0 15,0 0-2-15,0 9-6 0,0 22 0 16,4 3 2-16,-4 6-3 16,0 6 6-16,0 7 0 15,0-8 2-15,0 2 0 16,0-4 0-16,0-7 1 15,0-6-1-15,0-7 0 16,0-6-1-16,0-6 1 16,20-5 0-16,8-6 1 15,0 0 1-15,4 0-1 16,4 0 3-16,1-17-2 0,6-10-1 16,-7-3-1-16,7-13-2 15,-11-4 0-15,-4-9 1 16,-7-4 0-16,-6 2 0 15,-6 10 1-15,-5 21 1 16,-4 10 0-16,0 17 2 16,0 0 0-16,0 0 0 15,0 0 1-15,0 0-3 16,0 14-4-16,0 16 3 16,5 11 1-16,5-1 5 15,-1 4 1-15,-1-3-1 16,7 0 3-16,-2-1-2 15,2-4-2-15,-2 2-2 16,2-9-2-16,2 1 1 16,-2 0-1-16,3-8 0 0,1 0 0 15,-6-9-9-15,2-2-16 16,-2 0-19-16,2-7-26 16,-11-4-52-16,4 0 74 15</inkml:trace>
  <inkml:trace contextRef="#ctx0" brushRef="#br0" timeOffset="25044.8318">7147 6667 191 0,'-32'-3'76'16,"27"3"-28"-16,1-9 1 16,4 7-10-16,0-3-17 15,0 2-2-15,0 3-2 16,0-5-7-16,0-1-2 16,41 0 1-16,15-1-1 0,14-2-5 15,3 2 0-15,2 1-4 16,-2 0 1-16,-4-1-1 15,-9-3 1-15,-17 6-1 16,-11 1-8-16,-23 3-20 16,1 0-12-16,-10 0-7 15,0 0 3-15,-15 0-19 16,-40 17-40-16,20-6 14 16</inkml:trace>
  <inkml:trace contextRef="#ctx0" brushRef="#br0" timeOffset="25238.6368">7119 6799 103 0,'0'0'49'0,"0"0"1"0,0 0-17 16,15 0-18-16,21 0 20 15,12 0 18-15,3 0-12 16,-2-2-2-16,-1-6-11 16,-12 3-15-16,-8-1-10 15,6 4-2-15,-6-7-1 16,2 5-3-16,11-6-28 15,10-3-32-15,-31 7-43 16,-3-2-30-16</inkml:trace>
  <inkml:trace contextRef="#ctx0" brushRef="#br0" timeOffset="25800.707">8942 5493 146 0,'-36'-20'64'0,"16"14"-39"16,1 3 22-16,10 3-22 15,1 0-9-15,-3 0-4 16,-6 0-7-16,-2 5-5 16,-5 23 0-16,-4 10 1 15,11 11-1-15,-2 13 1 16,10 17 0-16,9 14 0 15,0 18 1-15,0 11 2 16,28 5-3-16,13 11 2 16,10 15-2-16,9 3 0 15,5 8 4-15,5-6-1 16,-5-10-1-16,1-10-1 0,-23-15 1 16,-15-19 0-1,-15-21-1-15,-13-18 0 0,0-9 4 16,0-16-3-16,0-10 1 15,-26-4 0-15,-10-11 0 16,1 0-1-16,-5-7-2 16,-10-8-1-16,-6 0-1 15,-14 0-12-15,10-2-19 16,0-19-41-16,47 11-30 16,13 3-80-16</inkml:trace>
  <inkml:trace contextRef="#ctx0" brushRef="#br0" timeOffset="26287.156">9974 7740 201 0,'-48'-22'30'16,"16"16"13"-16,4 6-1 15,1 0-23-15,-1 0-9 16,-5 13-10-16,3 22-2 16,-6 11 0-16,8 4 0 0,9-8 1 15,12-6-1-15,7-8 1 16,0-13 0-16,0-6-1 15,20-6 1-15,1-3 0 16,7 0-3-16,4 0 4 16,7-14 0-16,2-15 0 15,-9-4-2-15,0 2-3 16,-9 6 1-16,-14 13 0 16,-5 9 4-16,-4 3 0 15,0 0 16-15,0 0-4 16,0 24-11-16,0 17 0 15,0 3-1-15,20 1 0 0,8-5 0 16,-1-12-1-16,6-4 1 16,-10-6 0-16,1-7 0 15,-5-11-17-15,3 0-38 16,-16 0-48-16</inkml:trace>
  <inkml:trace contextRef="#ctx0" brushRef="#br0" timeOffset="27226.9528">9315 4877 152 0,'0'-9'104'0,"0"9"-73"15,0 0 15-15,0 0-20 16,0 28-26-16,0 31 2 15,0 14-2-15,0 10 0 16,0 2 0-16,0-10 0 16,0-5 2-16,11-17-2 15,-7-4 0-15,1-17 1 16,3-10-1-16,-4-11 0 16,3-8-1-16,-3-3 1 15,-4 0 0-15,9 0 2 16,-5 0 6-16,11-18 0 15,-2 3-2-15,10-1-6 0,1 7 0 16,4 5-2-16,0 4-2 16,0 0-2-16,-5 0 2 15,-1 0-1-15,-14 0 3 16,3 0 1-16,-2 7 1 16,-3 1-2-16,-4 3-4 15,-2 0-1-15,0 6 4 16,0 3 3-16,-38-5 2 15,-10-1-1-15,1-8 2 16,-4-5 4-16,6-1-2 16,6 0 7-16,7 0-3 15,8-17-1-15,11-9 3 16,9-4-5-16,4-3-6 16,0 2-3-16,0 0-1 15,9 6-4-15,19 7-9 0,0 4-12 16,12 6-33-16,-25 8-31 15,5 0-58-15</inkml:trace>
  <inkml:trace contextRef="#ctx0" brushRef="#br0" timeOffset="27953.3567">10757 6045 156 0,'-63'-9'73'0,"31"9"-66"0,4 0 28 15,0 29-9 1,11 13-20-16,7 13-4 0,1 2-1 15,9-8 2-15,0-3-2 16,0-6 1-16,0-9-1 16,4-7 1-16,20-13-1 15,4-7 1-15,-7-4-2 16,13 0-7-16,-6 0-5 16,2-29 4-16,-2-9 5 15,-8-5-4-15,-8 0-2 16,-5 9 1-16,-7 14 1 15,0 14 7-15,0 6 2 0,0 0 1 16,13 21-3 0,10 27-6-16,9 22 6 0,1 13 0 15,3 7 0-15,-12 4 1 16,-11-6-1-16,-13-6 2 16,0-12 0-16,0-10 4 15,-22-8 1-15,-21-15 3 16,7-10 3-16,-1-11 4 15,7-10 10-15,-4-6 3 16,-5 0 10-16,3-19-4 16,-13-26-9-16,1-20-17 15,1-2-10-15,30-1-4 16,17 3-6-16,0 6-4 16,37 8-8-16,31 4-16 15,16 1-24-15,-43 36-37 0,-1-2-35 16</inkml:trace>
  <inkml:trace contextRef="#ctx0" brushRef="#br0" timeOffset="28567.3587">11310 5862 126 0,'0'-24'119'16,"0"24"-83"-16,0 0 24 15,0 0-26-15,0 0-24 16,0 24-10-16,-7 18-4 0,-5 14 4 16,3 5 3-16,9 1-1 15,0-6-1-15,0-2 0 16,15-15-1-16,15-9-1 16,7-7 0-16,1-10 0 15,-6-10-2-15,0-3-3 16,1 0-4-16,-1 0 1 15,0-21 6-15,4-10 0 16,-8-12-1-16,0-1 2 16,-8 6-2-16,-12 10 4 15,-8 13 0-15,0 9 5 16,0 6 7-16,0 0 2 16,0 0-14-16,0 11-1 0,15 16-2 15,4 5 3 1,3-2 2-16,1-7-2 0,1-8 1 15,-7 0-1-15,3-11 0 16,-8-4 0-16,10 0 0 16,-3 0 1-16,5 0-1 15,10-15-1-15,-2-18-5 16,0-8 1-16,-10 0-1 16,-3 6-2-16,-15 11 3 15,-4 16 5-15,0 8 1 16,0 0 14-16,0 0-4 15,0 10-11-15,0 20 1 0,0 2 0 16,11 0 3-16,-7-7 0 16,5-8-2-16,0-5-2 15,1-7-1-15,-5-3 1 16,3-2-3-16,1 0-26 16,10 0-33-16,-15 0-17 15,7-16-22-15</inkml:trace>
  <inkml:trace contextRef="#ctx0" brushRef="#br0" timeOffset="28800.0936">12266 5799 100 0,'41'24'51'0,"15"15"-15"15,4 3-7-15,4 5 4 0,-8-2 9 16,-9 4-7-16,-25-2-7 15,-7-4-23-15,-15-3 1 16,0-2 3-16,-4 0-7 16,-39-4-2-16,2-5-2 15,-6-8-11-15,6-6-14 16,-11-11-32-16,35-4-29 16,-4 0-75-16</inkml:trace>
  <inkml:trace contextRef="#ctx0" brushRef="#br0" timeOffset="31252.8272">13112 5700 184 0,'0'-13'92'16,"0"13"-59"-16,0 0 21 15,-13 0-16-15,2 0-17 16,-2 0-5-16,-15 0-3 0,-8 6-12 15,-16 21-1 1,1 13 0-16,1 7 3 0,10 12-2 16,1 10 5-16,26-1-1 15,13 1-2-15,0-3 0 16,0-9-3-16,26-12 1 16,17-6 1-16,-5-9-2 15,-3-7 0-15,6-5 0 16,-7-5-5-16,7-5-7 15,6-8-21-15,9 0-20 16,-1-5-13-16,-38-15-34 16,-1-5-77-16</inkml:trace>
  <inkml:trace contextRef="#ctx0" brushRef="#br0" timeOffset="31698.298">13378 5659 174 0,'0'-2'29'16,"0"4"-28"-16,0 50 26 16,40 13 4-16,-8 2-26 15,-10 7-1-15,-3-2 1 16,-15-8 2-16,-4-7-6 16,0-10 1-16,0-17 0 15,0-8 0-15,0-12 0 16,0-10 1-16,0 0-1 15,0 0-2-15,0 0-2 0,0-8-10 16,9-8 7-16,19-1 2 16,4 7 0-16,7 4 2 15,-3 6-1-15,5 0-3 16,-2 0 2-16,-7 11 2 16,-4 16 1-16,-7-3 0 15,-15 6 0-15,-6-8 1 16,0 0 0-16,0-4 10 15,-15-3 1-15,-21-2 4 16,-11-3 11-16,2-4-9 16,-11 0-4-16,5-4 2 15,-1-2-7-15,9 0-6 16,0 0-3-16,9-8-1 16,17-17-16-16,13-3-14 0,4 13-44 15,0 2-40-15</inkml:trace>
  <inkml:trace contextRef="#ctx0" brushRef="#br0" timeOffset="31908.5396">13867 6092 83 0,'8'0'181'15,"1"0"-156"-15,14 0 25 16,18 0-9-16,15 0-14 15,8-6 6-15,3-3-16 16,-7 4-14-16,-11 3-3 0,-2 2-3 16,-6 0-32-16,-2 0-30 15,-35 0-81-15,4 0 34 16</inkml:trace>
  <inkml:trace contextRef="#ctx0" brushRef="#br0" timeOffset="32302.518">14703 5970 144 0,'-11'-12'161'15,"3"7"-108"-15,-1-1 30 16,-6 3-44-16,7 3-27 16,-5 0 4-16,-11 0-16 0,-4 16-4 15,-8 27-4-15,-3 1 3 16,11 1 0-16,15-9-1 15,9-7 3-15,4-11-5 16,0-9-5-16,0-5-7 16,0-4-3-16,11 0 6 15,19 0 1-15,2 0-1 16,9-15 7-16,-11-10-1 16,-9-2-5-16,-1 5 4 15,-12 9 10-15,-8 13 2 16,0 0 11-16,0 0 15 15,0 6-18-15,0 23-8 0,0 4 0 16,0 1 1-16,0-3-1 16,0-10 0-16,0-1 0 15,15-7 0-15,-2-6 0 16,2-2-16-16,9-5-49 16,-20 0-54-16</inkml:trace>
  <inkml:trace contextRef="#ctx0" brushRef="#br0" timeOffset="32603.3464">14875 5600 139 0,'0'-14'90'0,"0"14"-90"15,0 11 25-15,36 29 28 16,9 5-13-16,11 12-12 15,-9 7 6-15,-10 13-10 16,-14 7-15-16,-19 8-6 16,-4 0-2-16,0 3 1 15,-30-3-2-15,-25-10-17 16,-1-5-1-16,2-18-11 16,13-13 9-16,9-20 19 15,4-14-22-15,5-9-14 16,10-3 22-16,-2-10-36 15,15-15-70-15,0 1 7 0</inkml:trace>
  <inkml:trace contextRef="#ctx0" brushRef="#br0" timeOffset="34342.585">15956 5929 165 0,'0'-19'100'0,"-20"8"-79"0,3 3 37 15,2 5-16-15,7 3-23 16,-1 0 0-16,-6 0 1 15,-9 0-14-15,-8 14-6 16,-13 28-3-16,2 17-1 16,7 3 0-16,12 1 2 15,16-7-1-15,8-12 2 16,0-16 1-16,0-8-3 16,0-6 2-16,0-12 1 15,15-2 0-15,-3 0 0 16,8 0 1-16,8 0-1 15,4-13 3-15,4-17-3 16,1-8 0-16,-1-9-3 0,-8-7-5 16,-9-9-4-16,-10-3 1 15,-9-7 5-15,0-3 4 16,0 7 2-16,-32 6 1 16,0 14-1-16,8 20 7 15,11 13-2-15,9 13 0 16,4 3 1-16,0 0-3 15,0 19-3-15,0 24 0 16,4 17 6-16,24 5-1 16,-4 6 5-16,-7 1 0 15,2-2-3-15,-2-6-3 16,-2-4-1-16,-2-9-2 0,2-7-1 16,-2-10 0-16,6-3-7 15,9-9-25-15,0-10-23 16,-19-12-37-16,6 0-45 15</inkml:trace>
  <inkml:trace contextRef="#ctx0" brushRef="#br0" timeOffset="34710.7897">16548 5739 223 0,'-15'-14'60'0,"15"14"-30"0,0 0 10 16,0 30-30-16,0 27-10 16,6 19 23-16,7 8-10 15,2-3-5-15,-2-7-4 0,0-6-3 16,-3-12 1 0,3-11-2-16,-2-13-8 0,-2-10-23 15,3-12-14-15,-12-10-36 16,0 0-55-16</inkml:trace>
  <inkml:trace contextRef="#ctx0" brushRef="#br0" timeOffset="34951.0257">16344 5671 114 0,'-32'-34'143'16,"32"27"-95"-16,0 3 2 15,4-3-23-15,47 0-25 16,29-5 11-16,16 1 16 0,16-2-10 16,1-2 1-16,3 2-11 15,-8 3-6-15,-25-1-3 16,-18 7 0-16,-25-1-22 16,-16 5-25-16,-24 0-21 15,0 0-40-15,-47 0 83 16</inkml:trace>
  <inkml:trace contextRef="#ctx0" brushRef="#br0" timeOffset="35145.713">16288 6000 149 0,'0'36'49'0,"15"-36"-3"15,58 0 40-15,19 0-37 16,11-7-6-16,-2-11-12 15,2-2-14-15,-11 4-13 16,-19 5-4-16,2 2-34 16,-11 5-35-16,-55 4-67 15,-9 0-72-15</inkml:trace>
  <inkml:trace contextRef="#ctx0" brushRef="#br0" timeOffset="35511.5958">17024 6159 104 0,'-32'60'51'0,"32"-19"-8"16,0 0 3-16,0-1-11 16,4-2 12-16,28-4-27 15,11-1 3-15,-7-12-16 16,1-5 5-16,-14-10-4 16,1-6-7-16,-7 0 0 15,2 0-1-15,5-4 0 16,-2-26 3-16,16-8-3 15,-6-8-2-15,-4-9-8 16,0 4 0-16,-24 8 5 16,-4 19 4-16,0 13 1 15,0 11 8-15,0 0 8 0,0 0-8 16,0 0-8 0,0 26-4-16,0 7 4 0,0 6 3 15,13-3-1-15,7 6 4 16,7-4-2-16,1 0-1 15,0-6-2-15,4-5-1 16,5 3-6-16,-14-5-51 16,-14-19 57-16,-9-6-97 15</inkml:trace>
  <inkml:trace contextRef="#ctx0" brushRef="#br0" timeOffset="37125.5844">17564 5663 40 0,'0'-8'149'16,"0"8"-127"-16,0 0 2 15,0 0 24-15,0 0-28 16,0 0-16-16,0 0 12 16,0 0 9-16,0 0-2 15,0 21-3-15,-8 18-8 16,-12 12 7-16,-3 8 0 15,1 4-7-15,12 0-6 16,-3-3 0-16,13-13-3 16,0-6-3-16,0-12 0 0,0-7-2 15,28-10-7-15,-1-5-11 16,1-3-4-16,5-4-4 16,3 0 7-16,5-14 8 15,6-21 6-15,-6-8-2 16,-3-9 4-16,-10 4 0 15,-11 8 4-15,-12 16 1 16,-5 17 20-16,0 7 11 16,0 0 12-16,0 0-16 15,0 7-27-15,0 23 0 0,6 12 0 16,3-2 1-16,4-7 1 16,6-9-1-16,-6-8 0 15,2-8-1-15,-2-8-1 16,-3 0 1-16,7 0-7 15,11 0-6-15,4-18 5 16,11-18 3-16,-2-5-2 16,-4 9-3-16,-10 7 1 15,-7 14 4-15,-12 11 4 16,-8 0 1-16,5 0 6 16,10 13-5-16,-2 16 0 15,14 3 6-15,-3-2-2 16,-5-9-2-16,-2-4-2 0,-2-4-1 15,-6-8-3 1,6-5-32-16,-15 0-49 0,4 0-56 16</inkml:trace>
  <inkml:trace contextRef="#ctx0" brushRef="#br0" timeOffset="37311.4174">18467 5679 187 0,'22'-8'39'0,"6"11"-10"16,19 48 25-16,-7 12-14 16,8 4-2-16,-16 7 0 15,-24 8-26-15,-8 3-8 16,-12 12-4-16,-76 11-14 0,-28 15-50 16,47-78-24-16,-10-1 17 15</inkml:trace>
  <inkml:trace contextRef="#ctx0" brushRef="#br0" timeOffset="37853.8338">11391 9183 250 0,'20'-6'104'16,"-20"6"-103"-16,0 54 0 15,0 25 7-15,0 19-6 16,13 3 0-16,6-5 0 16,-6-4 0-16,-3-10-1 15,-5-11-1-15,-5-9 0 16,0-11-8-16,0-13-26 0,0-38-51 15,0 0-77 1</inkml:trace>
  <inkml:trace contextRef="#ctx0" brushRef="#br0" timeOffset="38085.738">10645 9116 187 0,'77'-31'44'0,"69"9"10"16,26-12 26-16,21 1-20 15,-11-11-12-15,-2 4-13 0,-30 7-13 16,-36 8-18-16,-26 12-4 16,-32 6-8-16,-20 7-28 15,-21 0-21-15,-15 0-31 16,-6 20-42-16</inkml:trace>
  <inkml:trace contextRef="#ctx0" brushRef="#br0" timeOffset="38293.0391">11138 9561 198 0,'78'0'70'15,"24"0"8"-15,4-28-1 0,-3 0-26 16,-3 2-35-16,-1 1-14 16,-13 3-2-16,8-2-19 15,-6 0-29-15,0-4 1 16,-75 15-64-16,0-1-29 16</inkml:trace>
  <inkml:trace contextRef="#ctx0" brushRef="#br0" timeOffset="38860.0781">12363 8926 194 0,'-30'0'76'15,"-4"30"-44"-15,12 34 4 0,3 10-17 16,4 5-2-16,11-1-1 16,4 0 0-16,0-3-7 15,0-3-5-15,27-5-3 16,14-9-1-16,6-21-9 15,3-12-21-15,6-22 0 16,-1-3-39-16,5-20 35 16,0-32-49-16,-17-4 10 15,-6-6 59-15,-18-4-21 16,-10 10 35-16,-5 12 29 16,-4 21 34-16,0 14 30 15,0 9-3-15,0 0-36 31,0 0-27-31,0 9-22 0,0 16-4 0,0 9-1 0,0 4 1 16,15-7 1 0,-6-6-1-16,3-7 1 0,-3-11-2 15,2-7 0-15,-3 0-1 16,7 0-5-16,7-7-8 16,3-25 8-16,3-8-4 15,0-6-7-15,-8-3 0 16,-5 9 5-16,-11 14 8 15,-4 15 4-15,0 11 26 16,0 0 12-16,0 5-22 16,0 23-14-16,0 13-1 15,0 0 4-15,8 6 12 16,3-8 3-16,8 0-3 0,-1-6-4 16,5-11-9-16,1-7-4 15,-7-6-4-15,7-9-24 16,8 0-11-16,0-6-52 15,-21-16-43-15,-3-1-3 16</inkml:trace>
  <inkml:trace contextRef="#ctx0" brushRef="#br0" timeOffset="39061.8481">13296 8933 117 0,'15'8'64'0,"45"42"-37"0,13 0 40 15,0-1-3-15,-11 5-13 16,-15-1-15 0,-21 1-16-16,-15 1-1 0,-11 4-12 15,0 2-1-15,-28 0-6 16,-19-5-18-16,-3-10-36 16,29-43-9-16,-1-3-102 15</inkml:trace>
  <inkml:trace contextRef="#ctx0" brushRef="#br0" timeOffset="39273.9538">14156 8992 260 0,'34'-12'25'0,"11"-6"30"16,24 2 15-16,10 0-51 15,5-2-6-15,-11 10-10 16,-13 4-3-16,-17 4-4 16,-19 0-56-16,-24 0-30 15,0 0-6-15</inkml:trace>
  <inkml:trace contextRef="#ctx0" brushRef="#br0" timeOffset="39440.9296">14328 9183 120 0,'0'15'74'16,"4"-15"-37"-16,67 0 35 0,17-15-27 15,17-16-16-15,15-7-2 16,0 1-16-16,7-11-11 16,-3 1-37-16,-88 21-70 15,-8 3-125-15</inkml:trace>
  <inkml:trace contextRef="#ctx0" brushRef="#br0" timeOffset="39831.2067">15572 8121 200 0,'0'0'44'0,"0"17"-28"15,4 37 48-15,32 8-34 31,5 5-12-31,-7-8 6 0,-1-8-11 0,-1-8-7 16,-9-15 3-16,-3-12-7 16,-3-11-1-16,-9-5-1 15,7 0-5-15,5-3-6 16,-3-26 10-16,7-16 0 16,-1-11-5-16,-10-9-1 15,-9-3-4-15,-4 10 3 16,0 23 8-16,0 21 7 15,0 14 19-15,0 0 11 16,0 0-7-16,0 0-18 0,0 30-11 16,0 14 1-16,0 11 2 15,7 0 0-15,10-5-3 16,11 1 0-16,0-1-1 16,4-1-1-16,0 4-24 15,-8 2-38-15,-24-42-34 16,0-2-18-16</inkml:trace>
  <inkml:trace contextRef="#ctx0" brushRef="#br0" timeOffset="40079.4369">15267 9166 80 0,'0'17'87'15,"73"-17"-70"-15,62-31 43 16,26-20-13-16,23-6-15 16,3-7 9-16,-7-4-6 15,-27 10 2-15,-29 6-11 16,-28 14-12-16,-25 14-13 16,-30 8-1-16,-17 8-22 15,-24 8-26-15,0 0-16 0,-5 0-53 16</inkml:trace>
  <inkml:trace contextRef="#ctx0" brushRef="#br0" timeOffset="40607.3606">15681 9535 33 0,'0'78'193'15,"0"-10"-184"-15,0 15 11 16,2-2 27-16,15-5-33 0,-2-4-5 16,-15-9-7-16,0-16 3 15,0-12-2-15,0-16 0 16,0-12-1-16,0-7 2 15,0 0 0-15,0 0 3 16,0-23-7-16,-4-11-5 16,0 1 4-16,4 3 0 15,0 6 0-15,0 5-1 16,13 7 2-16,23-2 1 16,3 6 3-16,-3 4 0 15,5 4 2-15,-9 0 0 16,0 0-3-16,-4 23-1 0,-4 4-2 15,-20 1 1-15,-4 3-1 16,0 0 0-16,-13 1 2 16,-34-3-1-16,-9 2 1 15,-8-4-2-15,-13-2-1 16,-5-5 1-16,-4 0 0 16,7-4-2-16,19-2-2 15,19-8-3 1,22-4-12-16,19-2-14 0,0 0-43 15,15-14-33-15,21-5-17 16</inkml:trace>
  <inkml:trace contextRef="#ctx0" brushRef="#br0" timeOffset="40916.6333">16252 9815 273 0,'-24'13'80'15,"24"-13"-47"-15,0 0 33 0,13 0-37 16,34-13-20-1,17-12 17-15,16-1-12 0,3 1-7 16,-10 5-4-16,-6 6-3 16,-14 6-12-16,-10-3-24 15,2 4-29-15,-34 3-24 16,-7 0-75-16</inkml:trace>
  <inkml:trace contextRef="#ctx0" brushRef="#br0" timeOffset="41302.1765">17037 9459 151 0,'-5'-13'159'0,"-27"10"-111"15,15 3 32-15,-2 0-19 16,4 0-47-16,-2 0-13 0,-7 36-1 16,-8 12 0-16,8 12 0 15,1-1 0-15,10-6 0 16,13-7 0-16,0-16-1 15,0-12-1-15,0-15 0 16,13-3-3-16,21 0 4 16,2-11-2-16,5-21-1 15,6-10 0-15,-2-3-3 16,2-8-9-16,-10 11-3 16,-9 6 0-16,-9 16 6 0,-15 18 13 15,-4 2 9 1,0 0 11-16,0 22-5 0,0 22-7 15,0 13 1-15,0 4-3 16,0-5-2-16,0-2-3 16,9-11-1-16,15-8 0 15,-5-11-10-15,2-7-23 16,3-15-24-16,-20-2-56 16,7 0-117-16</inkml:trace>
  <inkml:trace contextRef="#ctx0" brushRef="#br0" timeOffset="41516.1947">18100 8702 292 0,'28'-7'199'16,"-17"-2"-173"-16,2-2 53 15,-5 0-24-15,3 2-55 16,-2 2-6-16,-9 5-31 16,0 2-92-16,0 0 65 15</inkml:trace>
  <inkml:trace contextRef="#ctx0" brushRef="#br0" timeOffset="49624.8128">7786 12035 33 0,'-19'7'198'16,"19"-7"-151"-16,0 0-9 0,0 0-3 15,0 0-13-15,0 0 1 16,0 0 4-16,0 0-1 15,0 0-4-15,0 0-3 16,0 0-6-16,0 0-8 16,4 0-4-16,52 0 1 15,23 0 2-15,13 0-1 16,9 0-2-16,2 0-1 16,-2 0 1-16,-18 0-1 15,-16 0-2-15,-26-2-20 16,-24-1-19-16,-6 3-3 15,-11 0-3-15,0 0 2 0,-20 3-13 16,-12 6-35-16,-11 4-63 16</inkml:trace>
  <inkml:trace contextRef="#ctx0" brushRef="#br0" timeOffset="49819.9747">7670 12502 152 0,'0'40'49'15,"32"-40"-4"-15,61 0 8 16,9 0-17-16,-9-8 4 16,-3-11-6-16,-19-4-14 0,-16 8-19 15,-3 2-1-15,-7-4 0 16,-2-5-21-16,8-4-14 16,7-11-32-16,-43 23-39 15,9-6-69-15</inkml:trace>
  <inkml:trace contextRef="#ctx0" brushRef="#br0" timeOffset="50163.0437">9798 11540 181 0,'17'-14'131'0,"-13"14"-86"16,-4 0 13-16,7 0-10 16,1 17-30-16,5 36-13 15,15 17 15-15,0 17-7 16,-5 2-4-16,1-5-8 15,-11-14 1-15,2-10-1 16,-6-12-1-16,10-6-1 16,-11-6-26-16,1-10-25 0,6-4 3 15,-11-11-21-15,-4-11-27 16,0 0-113-16</inkml:trace>
  <inkml:trace contextRef="#ctx0" brushRef="#br0" timeOffset="50411.9307">9515 11538 139 0,'-5'-22'92'0,"5"6"-54"15,43-5 28-15,43-10-4 0,17 2-21 16,2-1-6-16,-13 2-8 15,-8 7-18-15,-13 6-9 16,-11 8-1-16,-7 3-17 16,-5 4-25-16,-16 0-10 15,-17 0-24-15,-15 9-27 16,0 15-92-16</inkml:trace>
  <inkml:trace contextRef="#ctx0" brushRef="#br0" timeOffset="50606.279">9826 11892 146 0,'60'12'59'0,"13"-12"13"0,15-12-4 16,6-24-20-16,9-2-7 16,-9 0-8-16,-16 8-7 15,-18 10-26-15,-18 10-12 16,-29 6-30-16,-13 4-33 15,0 0-66-15,-8 12-63 16</inkml:trace>
  <inkml:trace contextRef="#ctx0" brushRef="#br0" timeOffset="50811.3726">10042 12366 125 0,'0'34'113'0,"0"-34"-77"15,0 0 29-15,37 0-8 16,10 0-10-16,4 0-26 16,-1 0-18-16,6 0-1 15,4-10-2-15,0-14-25 16,8-9-10-16,3-13-47 16,-50 22-9-16,-1-3-38 15</inkml:trace>
  <inkml:trace contextRef="#ctx0" brushRef="#br0" timeOffset="51071.3681">10902 11397 218 0,'-19'0'82'0,"10"0"-35"16,3 35-9-16,-7 22-15 15,0 14-2-15,-2 7-3 16,7 8-6-16,3 4-8 16,5-2-2-16,0-6-1 15,0-4-1-15,41-8-3 16,24-9-15-16,14-13-8 16,13-20-22-16,11-23-21 15,-62-5-23-15,-5-11-16 0</inkml:trace>
  <inkml:trace contextRef="#ctx0" brushRef="#br0" timeOffset="51611.6749">11550 11560 159 0,'-15'-38'99'15,"15"29"-53"-15,0 2 3 16,0-1-20-16,15 3 12 15,2 1-7-15,-2 4-20 16,-2 0-8-16,11 0-2 16,4 19-1-16,4 16-3 15,-9 18-2-15,-5 8-3 0,-12 12-2 16,-6 4 3-16,0-1-2 16,0-3 3-16,0-9 2 15,0-11 1-15,0-16-1 16,0-9-3-16,4-14 0 15,20-12-1-15,-3-2 2 16,5 0-5-16,8-16 8 16,9-25 3-16,2-14 2 15,7-12-3-15,-7-9-2 16,-7-9-3-16,-10-5-2 16,-15-4 1-16,-9 0-4 15,-4 1 5-15,0 16 3 16,0 27 0-16,0 23 1 0,0 21 2 15,0 6 5-15,0 0-7 16,0 40-1-16,0 18 0 16,5 15 6-16,10 2-1 15,-7 2 0-15,3-10 0 16,-2-1 1-16,8-5-4 16,6-16 0-16,1-2-2 15,0-8 0-15,-5-13-5 16,0-5-22-16,-10-12-28 15,-5-5 5-15,5 0-41 16,-9 0-32-16</inkml:trace>
  <inkml:trace contextRef="#ctx0" brushRef="#br0" timeOffset="51903.3529">12608 10997 140 0,'10'-10'96'0,"7"10"-56"16,11 9 2-16,15 23 1 15,13 11-1-15,-7 9-1 16,-2 7 1-16,-10 18-9 16,-9 6-18-16,-15 23-9 15,-13 14-2-15,0-2-4 16,0-10 2-16,-15-14-3 0,-30-23 1 15,8-18 0-15,5-9 0 16,4-14-8-16,5-13-12 16,10-10-15-16,4-7-27 15,9 0-4-15,0 0-65 16</inkml:trace>
  <inkml:trace contextRef="#ctx0" brushRef="#br0" timeOffset="53949.4502">11185 11705 78 0,'3'-17'103'16,"-3"6"-65"-16,6 0 7 15,-6 0-8-15,0 2-17 0,4 1 0 16,-4 6 3-16,0 2 5 16,0 0 0-16,0 0-3 15,0 0-3-15,0 0-5 16,0 0-6-16,0 0-11 16,0 0 0-16,0 0-8 15,0 13 0-15,0 18-5 16,0 9 5-16,-10 12-5 15,10-2 7-15,0-1-2 16,0-6 2-16,0-9 2 16,0-7-1-16,25-9 3 15,-5-11 0-15,-5-3-1 16,6-4-5-16,-8 0-6 0,2 0-1 16,-2 0 4-1,4-23 6-15,2-10 5 0,-6-3-2 16,0-5 2-16,-11 6-1 15,-2 0 1-15,0 9 1 16,0 9 1-16,0 9-1 16,0 8 5-16,0 0 4 15,0 0-10-15,0 22-4 16,13 18 0-16,15 18 4 16,0 6 3-16,4 4-2 15,-4 3 0-15,-4-3-1 16,-12-1 0-16,-7-1 1 15,-5-4 2-15,0-6 4 16,0-3 3-16,-22-6-3 0,-16-5 4 16,-3-3-5-16,4-13-1 15,5-7-3-15,-6-8-1 16,5-11-1-16,1 0-5 16,-4 0-23-16,-5-38-14 15,17-13-35-15,20 20-45 16</inkml:trace>
  <inkml:trace contextRef="#ctx0" brushRef="#br0" timeOffset="54425.69">11599 11148 81 0,'0'-11'61'0,"0"7"-10"16,0 4-4-16,0 0-17 15,0 0-3-15,0 0-9 0,0 0-9 16,0 0-3-16,0 19-4 16,0 11 1-16,-8 10-3 15,-5 7 6-15,-2 6 4 16,2 9 0-16,7 5-1 16,6 8-5-16,0 5-1 15,0 2-2-15,0-1 0 16,19-5-1-16,13-9 0 15,7-4 0-15,6-11 0 16,6-6-1-16,5-5 0 16,6-11 0-16,-4-11-11 15,2-12-13-15,-6-7-22 16,2 0-14-16,-46-16 2 16,-1-9-9-16</inkml:trace>
  <inkml:trace contextRef="#ctx0" brushRef="#br0" timeOffset="54783.9291">12427 10879 114 0,'0'-11'100'16,"0"11"-50"-16,0 0 3 15,0 0-27-15,0 2-15 16,5 32-1-16,35 19 5 16,-1 24-4-16,-3 19 0 15,-8 7-2-15,-13 11 1 16,-15 4-3-16,0-4-3 15,0-7-1-15,-19-13-1 16,-13-10-2-16,0-14-9 16,0-11-9-16,2-15-13 15,2-5-5-15,10-39-56 16,10 0-59-16</inkml:trace>
  <inkml:trace contextRef="#ctx0" brushRef="#br0" timeOffset="55877.021">11310 11722 94 0,'-11'0'59'0,"9"0"-11"16,-4 0-15-16,6 0-10 15,0 0-6-15,0 0-5 16,0 0-6-16,0 0 3 16,0 0 2-16,0 0-5 15,0 0-1-15,0 0-4 16,0 0-1-16,0 0 0 0,0 0-1 15,0 0-2 1,0 0 1-16,0 0 2 0,0 0 0 16,0 0 6-16,0 0 0 15,12-6 8-15,10 0 5 16,-11 1-14-16,8 4 0 16,5-5-1-16,-7 5-1 15,2-5-2-15,0 3 0 16,3-5-1-16,1 1 2 15,-3 0 0-15,-1-2-1 16,-10 4 0-16,-5 2-1 16,-4 3 1-16,0 0-1 0,0 0-1 15,0 0-6 1,0 0 1-16,0 0 2 16,0 0-1-16,0 0 2 0,0 0 0 15,0 0 1-15,0 0-1 16,0 0 2-16,0 0 1 15,0 0 0-15,0 0-1 16,0-3-1-16,0 3 1 16,0 0 1-16,0-3 0 15,0 3 0-15,0-2 1 16,0-3-1-16,0 1 2 16,0 0 0-16,-4-6-1 15,-11 6-1-15,2-2 1 16,-2 1-1-16,10 5-1 15,1 0 1-15,0 0 0 0,4 0-1 16,0 0 0 0,0 0 1-16,-9 0 1 0,-6 0 2 15,-2 0-3-15,-2 0 1 16,-1 0-1-16,8 0 0 16,5 0 0-16,-1 0-1 15,3 0 0-15,5 0-2 16,0 0-7-16,0 27-9 15,-4 11-8-15,-5 4-15 16,-6 2-11-16,9-29-31 16,-1-4-35-16</inkml:trace>
  <inkml:trace contextRef="#ctx0" brushRef="#br0" timeOffset="56709.2288">14667 11385 261 0,'-15'-15'74'0,"15"-4"-25"15,0-9-6-15,36-2-18 16,15 1 6-16,-10 5-4 15,-6 13-7-15,-18 8-12 16,-2 3-8-16,-2 0-1 16,2 16-1-16,-7 35-3 15,-4 26 1-15,-4 21 0 16,0 4 0-16,0 0-3 16,0-14 0-16,0-12 4 15,9-20 2-15,10-16 0 16,5-16-3-16,-7-10 2 15,9-9 0-15,-9-5-7 0,11 0-3 16,4-5 4-16,2-28 6 16,-4-16 0-16,-2-11 0 15,0-14-2-15,-11-8 0 16,-10-11 2-16,-7 3 2 16,0 9 0-16,0 18 1 15,0 22 2 1,0 26 10-16,0 9 10 15,0 6 5 1,0 0-6-16,0 0-13 0,0 14-9 0,0 21-3 16,21 18 3-16,22 20 4 15,-6 16 1-15,-5 2-4 0,-4 10-1 16,4-1-6 0,0-5-6-16,7-9-20 15,-3-14-38-15,5-15-13 0,-33-54-43 16,3-3-81-16</inkml:trace>
  <inkml:trace contextRef="#ctx0" brushRef="#br0" timeOffset="57017.0124">15612 11959 151 0,'-25'-33'106'0,"25"6"-38"15,0-11-25-15,0-5-18 16,45-6 7-16,6 8 2 15,1 11-7-15,-7 9-16 16,-13 10-7-16,-9 7-4 0,-10 4 0 16,2 0-2-16,-2 0-2 15,2 24-4-15,-2 0 2 16,-2 10-1-16,-7-3 4 16,-4-5 2-16,4 4 1 15,1-8-1-15,3 0 0 16,7-4-1-16,-2-4-2 15,2-7-10-15,9-1-10 16,-1-3-6-16,5-3-1 16,-2 0-29-16,-15 0-24 15,-3 0-54-15</inkml:trace>
  <inkml:trace contextRef="#ctx0" brushRef="#br0" timeOffset="57391.8751">16155 11704 141 0,'-19'-24'87'15,"14"24"-9"-15,5 0-24 16,0 0-25-16,0 0-19 16,0 19-7-16,0 17-1 15,0 12 2-15,0-6-1 16,9 0-3-16,10-10 1 16,-1-8-1-16,1-13-2 15,-4-6 1-15,-2-5-1 16,-5 0-4-16,12-2-3 15,3-31 9-15,5-7 1 0,-11-10-1 16,7 2-3-16,-9 2 1 16,-11 14 2-16,0 12 0 15,-4 14 4-15,0 6 15 16,0 0 0-16,0 0 6 16,0 26-25-16,0 10 0 15,5 9 0-15,3-2 1 16,3-2-1-16,2-11 0 15,2-9-4-15,-2-8-15 16,2-7-15-16,-7-6-6 16,1 0-22-16,10 0-45 15,-10-3 7-15</inkml:trace>
  <inkml:trace contextRef="#ctx0" brushRef="#br0" timeOffset="57736.7608">16627 11710 70 0,'13'-5'59'15,"-9"5"-9"-15,-4 0-23 16,15 19 2-16,-6 4 0 16,-1 2-7-16,3-3-11 15,-7-9-3-15,1-6 0 16,-5-1-2-16,0-6 0 16,4 0-3-16,-4 0 0 15,0 0 6-15,0-8 11 16,0-20-11-16,0-6-9 15,0-11-1-15,19 6 1 16,3 5 0-16,-3 14-2 0,-4 8 1 16,-2 12 1-16,-5 0 3 15,7 0 2-15,3 6 9 16,1 18 1-16,4 7 2 16,-5 5-3-16,-3-9-8 15,-7 2-4-15,-4-4-2 16,3-7-1-16,-7-5-20 15,9-4-28-15,-9-9-31 16,0 0-104-16</inkml:trace>
  <inkml:trace contextRef="#ctx0" brushRef="#br0" timeOffset="58037.1873">17176 11666 25 0,'4'0'169'0,"1"20"-109"15,5-2-11-15,-5 0-11 16,3-5-26-16,-4 2-10 16,-4-7-2-16,0-2 0 15,7-6-13-15,-7 2-23 16,0-2-20-16,0 0 1 16,0 0 55-16,0-2-39 15,0-27 29-15,-19-8 10 16,-1-12 24-16,3-4 24 15,-6 4 4-15,8 8 6 0,6 11-10 16,9 11-13 0,0 8-35-16,0 5 0 0,0 0-8 15,0 2-40-15,4 4-43 16,20 0-31-16</inkml:trace>
  <inkml:trace contextRef="#ctx0" brushRef="#br0" timeOffset="58340.0968">17963 11035 109 0,'-28'-68'49'15,"0"13"-4"-15,-4 16 6 0,4 22-8 16,9 17 0-16,0 0-4 15,2 0-16-15,-11 39-23 16,0 14-5-16,4 25 4 16,16 6 1-16,8 6 1 15,0-1 1-15,0 0 3 16,17-9-3-16,11-6-1 16,0-6 0-16,-5-2-1 15,-4-4-10-15,-10 0-27 16,-9-51-29-16,0-5-68 15</inkml:trace>
  <inkml:trace contextRef="#ctx0" brushRef="#br0" timeOffset="58567.8254">17639 11529 13 0,'-15'-25'206'16,"15"25"-176"-16,0 0 10 15,32-4 14-15,29-1-15 16,14-6-7-16,-2-3 4 16,2 2-17-16,-11 2-18 15,0 2-1-15,1 0-20 16,10-3-24-16,17 0-23 16,-64 4-64-16,4 5 10 0</inkml:trace>
  <inkml:trace contextRef="#ctx0" brushRef="#br0" timeOffset="58856.168">18980 10977 206 0,'-4'-10'100'0,"4"10"-37"16,0 0-8-16,0 0-37 15,-5 0-17-15,-10 23-1 0,-4 27-1 16,-3 22 1-16,-10 7 3 16,9 2 0-16,8 1-2 15,10-4 1-15,5-2 2 16,0-5-3-16,0-9 0 16,15-11-1-16,18-13-1 15,3-8-11-15,1-15-19 16,10-10-9-16,2-5-30 15,-30 0-12-15,5-14-46 16</inkml:trace>
  <inkml:trace contextRef="#ctx0" brushRef="#br0" timeOffset="59297.6794">19484 11299 149 0,'0'-44'60'15,"-4"22"17"-15,-7 7-12 16,7 8-20-16,-5 4-11 16,0 3 0-16,-6 0-5 15,-4 0-11-15,6 0-13 16,-15 21-5-16,-4 14-6 16,4 8 2-16,-4 6 2 15,13-2 2-15,6-4-1 16,13-8-1-16,0-10-2 15,0-13-10-15,0-4-10 16,8-8 4-16,12 0-1 0,3 0 0 16,5-1 6-16,-2-29 10 15,8-3-2-15,-8-10-2 16,2 0-1-16,-9-8 8 16,-10 12 2-16,-9 8 1 15,0 18 6-15,0 13 21 16,0 0 16-16,0 0-20 15,0 0-20-15,0 27-4 16,0 11 0-16,0 6 0 16,6-3 0-16,3-1-13 0,-1-2-10 15,7-2-23 1,-6 1-13-16,-9-30-36 0,0 0-115 16</inkml:trace>
  <inkml:trace contextRef="#ctx0" brushRef="#br0" timeOffset="59555.3479">19803 11498 105 0,'9'0'104'15,"-9"0"-57"-15,4 6 1 16,-4 28 5-16,0 18-25 15,0 7-4-15,0 2-12 0,0 7-4 16,0-18-8-16,0-7 1 16,0-12-1-16,0-16 0 15,0-9-1-15,0-6-23 16,0 0-31-16,0-6-40 16,0-15-12-16</inkml:trace>
  <inkml:trace contextRef="#ctx0" brushRef="#br0" timeOffset="60038.8263">19996 10749 62 0,'15'-59'162'0,"3"59"-148"16,14 6 41-16,0 25 13 0,15 11-35 15,-2 12 2-15,-2 13 2 16,-11 9-13-16,-8 4-11 15,-20-3-9-15,-4-7-2 16,0-13-2-16,0-14-3 16,0-14-13-16,0-17-7 15,0-6-6-15,0-6-21 16,0 0 22-16,0 0 2 16,0-18 3-16,0-1-6 15,19-1 16-15,7 1 2 16,2 5 0-16,0 4 7 0,-4 3-1 15,-5 7 5 1,-6 0 0-16,-3 0 7 0,-5 0 12 16,-1 7-5-16,0 12 9 15,-4 5-9-15,0 9-3 16,0 2-2-16,-23 3 0 16,-18-6-3-16,-10-2 0 15,-1-2 14-15,7-9 5 16,-2-6 7-16,10-8 2 15,14-5-2-15,-1 0-17 16,20 0-9-16,0 0-6 16,-1 0-3-16,5-8-12 0,0-7-19 15,0-8-24 1,0 10-31-16,0-1-66 0</inkml:trace>
  <inkml:trace contextRef="#ctx0" brushRef="#br0" timeOffset="60356.8373">20876 10609 171 0,'17'0'80'0,"11"0"-74"16,19 23 39-16,5 17 25 15,1 9-35-15,3 14-3 0,-9 5-13 16,-15 7-7 0,-12 5-6-16,-20 2 1 0,0 11-3 15,-7 2-4 1,-46 6 0-16,-23-6-30 0,-7-6 30 16,-5-8 0-16,4-9 0 15,11-9 0-15,13-16-26 16,13-14-4-16,15-8-8 15,28-25-44-15,-1 0-51 16</inkml:trace>
  <inkml:trace contextRef="#ctx0" brushRef="#br0" timeOffset="73184.0337">6014 13444 114 0,'-4'-36'41'16,"4"34"-12"-16,0-2 29 15,0 4-8-15,0-2-17 16,-2 2-9-16,2 0 12 0,-7 0 4 16,7 0-7-16,0 0-10 15,-2 0-7-15,2 0-5 16,-8 0-5-16,3 0-6 16,5 0-4-16,-4 0-1 15,2 11-5-15,-4 29 5 16,3 27 5-16,3 36 1 15,0 20 3-15,0 32-4 16,0 18 0-16,20 26 2 16,18 14 6-16,3 18-1 15,6 22 0-15,-6 2 2 16,0 3-5-16,2-13-1 16,-5-18-2-16,-8-22 2 0,7-28 0 15,-9-32-1 1,6-31 0-16,-2-27-2 0,-8-27 0 15,1-20 0-15,-10-18 0 16,-6-14 0-16,-5-5-1 16,-4-3-1-16,0 0-9 15,0 0-1-15,0 0-5 16,0-9-8-16,-23-15-28 16,3 4-40-16,-5 5-24 15</inkml:trace>
  <inkml:trace contextRef="#ctx0" brushRef="#br0" timeOffset="73986.0426">4474 16882 85 0,'-15'7'69'0,"15"-7"-52"16,0 0 29-16,0 0 16 15,0 0-27-15,0 0-22 16,0 0-4-16,15 0 0 16,41 0-3-16,34 0 14 15,43-16 12-15,43-8-6 16,49-14 0-16,60-14-5 16,65-5-6-16,47-14-4 15,51-3-5-15,20 2-6 16,-11-4 1-16,2 5-1 15,-30 10 1-15,-22 8-1 16,-10 10 1-16,-9 7-1 0,-21 5 0 16,-26 6-1-16,-41 3 0 15,-40 4 1-15,-44 4-1 16,-40 3 1-16,-45 3 0 16,-39 2 0-16,-32 1 0 15,-19 0 0-15,-22 5 1 16,-6-3 0-16,-4 3-1 15,-3-3 0-15,7 0 0 16,2-3 1-16,-2 4-1 16,2 0 1-16,4-4 0 15,-2 1 1-15,1-4-1 16,9 5 1-16,-3-3-2 16,2 3 0-16,-5-3 1 0,-8 7-2 15,2-4 1-15,-8 4 0 16,-5 0 0-16,-2 0 0 15,4-3 0-15,0 3 0 16,1 0-1-16,7 0 1 16,-9 0-1-16,-3 0 1 15,0 0 0-15,0 0 2 16,0 0-1-16,0 0 0 16,0 0 0-16,0 0-1 15,0 0 0-15,0 0-2 16,0 0-7-16,0 0-29 15,-20 0-32-15,-3 0-5 0,-14 0-89 16</inkml:trace>
  <inkml:trace contextRef="#ctx0" brushRef="#br0" timeOffset="75260.4278">5476 15927 128 0,'-21'30'54'15,"21"-30"-33"-15,0 0 57 16,0 0-27-16,0-30-26 16,32-12-2-16,6-14 4 0,12-10 0 15,5-7-14 1,20-10-4-16,9-16-3 0,8-13-5 15,13-15 0 1,3-8-1-16,7-1 0 0,1 3 0 16,-4 17 0-16,-9 11 0 15,-9 13 0-15,-6 15 0 16,-9 7 0-16,-3 17 0 16,-19 10 0-16,-3 13 0 15,-15 11 0-15,-11 7-2 16,-9 12-1-16,9 0-4 15,8 0 0-15,24 15-1 0,20 31 3 16,8 19 5 0,10 20 5-16,-3 7-3 0,-3 1-2 15,-13-2 0-15,1-10 3 16,-16-16-2-16,2-7 0 16,-8-10 1-16,-2-7-2 15,0-5 2-15,0-10-2 16,-3-4 1-16,3-5 1 15,4-4 0-15,11-10 1 16,4-3 0-16,9 0 0 16,-1 0 2-16,1-22-2 15,-9-8 0-15,0 1 0 16,-11-4-2-16,-4 6 1 16,-4-5-2-16,-4-1 0 15,-12-1 0-15,1-2 0 0,-13-6 0 16,-4-5 0-16,-5-7 0 15,-11-7-1-15,12-2-1 16,-7 1 0-16,2 6-2 16,6 8 2-16,-6 16 1 15,2 11-1-15,3 6 0 16,-5 7-2-16,2 3 2 16,6-2-2-16,5 7 1 15,19 0 0-15,11 0 0 16,37 0-1-16,14 12 2 0,11 13 0 15,11-5 2 1,0 9 0-16,2-10 1 0,4 0 3 16,13-7 0-16,0-12 1 15,9 0 2-15,-17 0-4 16,-24 0 2-16,-28-12 0 16,-22-10-2-16,-12-12 3 15,-9-2 4-15,5-20 0 16,-5-8-6-16,-6-14-2 15,-13-13-2-15,-24-6-22 16,-4 2-24-16,0 16-41 16,-37 64-63-16,-10 15-48 15</inkml:trace>
  <inkml:trace contextRef="#ctx0" brushRef="#br0" timeOffset="76026.6157">6926 14629 133 0,'0'-17'25'16,"0"7"9"-16,0 0 22 15,0 6-23-15,0 3-21 16,0 1 12-16,0 0-2 0,0 0-12 16,0 0-10-16,0 12-5 15,0 43 2-15,15 26 3 16,23 38 17-16,-7 31 4 16,-4 14-1-16,8 13-16 15,-7-5-2-15,6-15 9 16,11-16-5-16,11-21-5 15,6-13 0-15,-4-14-1 16,-2-16-1-16,6-12-10 16,0-22-26-16,9-16-33 15,-45-27-19-15,-7-12-34 16</inkml:trace>
  <inkml:trace contextRef="#ctx0" brushRef="#br0" timeOffset="76595.0644">11018 14322 81 0,'0'-9'37'0,"0"9"-4"0,0 0 12 16,0 0-12-16,4 31-13 15,5 20 37-15,6 14-17 16,2 12 1-16,7 12-1 16,4 9-14-16,8 11-10 15,-2 8 10-15,3 8-2 16,-5 8-18-16,-4-9-3 16,-7-21-3-16,3-20 0 15,-5-16-12-15,-10-21-18 16,-5-6-19-16,-4-40-39 15,0 0-73-15</inkml:trace>
  <inkml:trace contextRef="#ctx0" brushRef="#br0" timeOffset="76985.3435">8035 14760 102 0,'-9'-6'75'0,"1"6"-72"15,-5 55-3-15,-7 41 21 16,3 37-3-16,-2 27-11 16,0 14 7-16,-5 2 8 15,11-10-15-15,-2-19-5 16,15-23-2-16,0-26 0 15,7-24-29-15,20-74-41 0,4 0-24 16</inkml:trace>
  <inkml:trace contextRef="#ctx0" brushRef="#br0" timeOffset="77225.2818">9238 14800 23 0,'-71'87'43'0,"9"37"1"15,6 14-3-15,20 6-5 16,1-2-10-16,14-8-1 0,6-19-8 16,15-15-12-1,0-17-5-15,0-22 0 0,17-19-26 16,30-31-20-16,-19-11-28 15,9-28-5-15</inkml:trace>
  <inkml:trace contextRef="#ctx0" brushRef="#br0" timeOffset="77450.024">10162 14702 167 0,'28'-11'15'0,"-28"63"-10"0,-28 59 6 15,-19 18 7 1,2 28-10-16,4 7 2 0,3 0 5 16,10-12-2-16,19-27-8 15,9-23-5-15,0-21 0 16,20-21 0-16,44-26-2 16,11-29-26-16,11-5-43 15,-50-44 19-15,3-7-48 16</inkml:trace>
  <inkml:trace contextRef="#ctx0" brushRef="#br0" timeOffset="77653.5373">11050 14776 191 0,'41'-85'81'0,"-41"85"-52"16,0 41-9-16,0 37-13 0,-23 28-1 15,-10 25-1-15,1 10-3 16,4 9-1-16,0-2 1 15,7-14 0-15,10-23-2 16,11-18 0-16,0-19-1 16,0-15-11-16,47-19-28 15,-23-40-42-15,4-3-36 16</inkml:trace>
  <inkml:trace contextRef="#ctx0" brushRef="#br0" timeOffset="77863.4272">11675 15248 181 0,'23'0'60'15,"-23"42"-53"-15,0 38 38 16,0 5-19-16,4-1-15 16,5-9 4-16,0-5-2 15,6-8-10-15,-3-4-1 16,3-6-2-16,-4-6-21 15,2-9-17-15,-13-37-39 16,0 0-46-16</inkml:trace>
  <inkml:trace contextRef="#ctx0" brushRef="#br0" timeOffset="78095.0657">12215 15641 146 0,'9'0'36'15,"6"0"-35"-15,-3 16 32 16,14 15-2-16,2 2-19 16,-6-3-9-16,5-4-1 15,-5-2-2-15,-3 10 0 16,-10-7-6-16,-9-17-30 15,0-4 14-15</inkml:trace>
  <inkml:trace contextRef="#ctx0" brushRef="#br0" timeOffset="84007.1163">8155 15924 86 0,'-4'-22'141'0,"-1"16"-95"16,5 3 6-16,0 1 1 16,0 2-5-16,0 0-21 15,0 0-1-15,-2 0 1 16,2 2-18-16,0 33-9 16,0 31-11-16,0 27 11 15,0 12 4-15,22-4-4 16,-5-21-1-16,11-12-7 0,4-13-14 15,0-14-17-15,7-12-22 16,-3-14-6-16,-27-15-26 16,-5 0-8-16</inkml:trace>
  <inkml:trace contextRef="#ctx0" brushRef="#br0" timeOffset="84201.9679">8766 15874 203 0,'28'0'24'16,"-19"50"-13"-16,6 34 37 15,2 3-27-15,2-3-10 0,5-10-8 16,-3-12 2-16,9-14-5 16,-2-13-17-16,8-12-28 15,1-17-17-15,-26-6-29 16</inkml:trace>
  <inkml:trace contextRef="#ctx0" brushRef="#br0" timeOffset="84356.7824">9330 15891 87 0,'37'0'49'0,"-14"25"-39"15,9 34 32-15,5 4-28 16,6-4-14-16,10-2-2 15,-27-47-46-15,-4-6-81 0</inkml:trace>
  <inkml:trace contextRef="#ctx0" brushRef="#br0" timeOffset="84548.1965">10757 15622 9 0,'42'3'189'0,"-29"43"-180"16,-6 9 16-16,16 1 8 16,9 0-21-16,5 4-12 15,14-1-2-15,9-16-38 16,9-12-19-16,-41-31-33 0,0 0 35 16</inkml:trace>
  <inkml:trace contextRef="#ctx0" brushRef="#br0" timeOffset="84727.3955">11484 15488 115 0,'15'0'70'0,"-15"17"-65"16,4 43 32-16,0 6 18 16,-4 2-38-16,0-4-3 15,0 4-11-15,0-8-3 16,0-5 0-16,0-13-39 0,0-42-36 15,0 0-48-15</inkml:trace>
  <inkml:trace contextRef="#ctx0" brushRef="#br0" timeOffset="84892.0522">11130 15746 133 0,'-39'24'68'0,"16"42"-46"16,-5 16 48-16,-5 0-21 15,-3-6-31-15,4-9-13 16,-5-16 0-16,5-13-5 16,-6-14-15-16,25-24-31 15,-11 0-65-15</inkml:trace>
  <inkml:trace contextRef="#ctx0" brushRef="#br0" timeOffset="85076.1052">10280 15893 191 0,'-28'20'33'0,"11"31"-4"16,0 12 30-16,-2 2-26 15,2-6-19-15,-3-4-8 16,8-12-5-16,-8-13-1 16,3-5-12-16,-17-13-32 15,14-12-49-15,-1 0-107 0</inkml:trace>
  <inkml:trace contextRef="#ctx0" brushRef="#br0" timeOffset="85237.6349">9459 16095 126 0,'-17'40'28'0,"17"9"32"16,0 9 9-16,0-2-41 15,0 1-12-15,0-3-9 16,0-11-3-16,0-10-4 15,0-10-20-15,-7-13-34 16,-6-10-48-16</inkml:trace>
  <inkml:trace contextRef="#ctx0" brushRef="#br0" timeOffset="85418.2978">8738 16206 48 0,'-62'0'155'16,"45"40"-141"-16,-7 23 4 15,3 7 19-15,-1-2-14 16,-5-8-15-16,1-10 1 16,4-13-4-16,5-15-5 15,-9-15-4-15,-1-7-28 16,18 0-30-16,-4-13-51 16</inkml:trace>
  <inkml:trace contextRef="#ctx0" brushRef="#br0" timeOffset="85588.9764">8007 16285 99 0,'-30'19'45'16,"30"24"-28"-16,-7 1 44 15,5-5-11-15,2-4-23 16,-6 0-8-16,6-11-11 16,-4-9-7-16,-3-1-1 15,5-10-12 1,-7-4-31-16,3 0-14 0,-3 0-34 15</inkml:trace>
  <inkml:trace contextRef="#ctx0" brushRef="#br0" timeOffset="85747.345">7591 16586 105 0,'-35'76'24'0,"27"-36"24"15,8-9 6-15,0-13-29 16,0-2-14-16,0-2-10 15,0-8-1-15,0-6-27 16,0 0-45-16,0-3-24 16</inkml:trace>
  <inkml:trace contextRef="#ctx0" brushRef="#br0" timeOffset="85926.4829">7381 16406 105 0,'-39'46'35'0,"24"2"-12"0,15-9 37 16,0-5-23-16,6-2-19 16,35 0 1-16,2-7-15 15,6-3-4-15,14-11-4 16,-1-11-26-16,9 0-23 16,-50-11-34-16</inkml:trace>
  <inkml:trace contextRef="#ctx0" brushRef="#br0" timeOffset="86084.6639">8434 16335 143 0,'68'0'31'15,"-53"12"1"1,-2 7 31-16,6-3-25 0,5 0-25 16,4-5-12-16,13-4-1 15,21-7-12-15,4 0-27 16,-33-12-54-16</inkml:trace>
  <inkml:trace contextRef="#ctx0" brushRef="#br0" timeOffset="86257.7008">9414 16083 56 0,'36'25'120'0,"-36"-3"-93"15,0-7 31-15,9-3-4 16,10 0-31-16,13 0-18 0,20-1-3 15,23-9-2-15,30-2-14 16,24-2-22-16,-74-21-54 16,1-3-95-16</inkml:trace>
  <inkml:trace contextRef="#ctx0" brushRef="#br0" timeOffset="86407.2497">12219 15585 216 0,'71'11'0'0,"-71"3"-22"15,0 7 20-15,0-21 0 0,0 0-94 16</inkml:trace>
  <inkml:trace contextRef="#ctx0" brushRef="#br0" timeOffset="107302.0277">8326 10487 137 0,'0'-38'28'0,"-19"8"5"15,2-13 16-15,2 3 5 16,6 4-9-16,1 18-34 0,8 9 19 16,-4 2 6-16,-3 3-8 15,3 0 0-15,-1 4-7 16,1 0-9-16,0 0-6 15,-7 0-6-15,7 0-4 16,-5 1-2-16,-10 27-2 16,-2 16 5-16,-9 20 3 15,-11 9 3-15,0 4-3 16,5 6 1-16,3 9-1 16,-1 1 1-16,13 6-1 15,6-15 0-15,15-15 0 16,0-15-2-16,0-4 1 15,25-11-2-15,12-7 2 0,4-3 1 16,1-6-2 0,6-5-3-16,-10-5-21 0,3 0 0 15,2-4-17-15,2-9-16 16,6 0-17-16,-36 0-17 16,-2-27-52-16</inkml:trace>
  <inkml:trace contextRef="#ctx0" brushRef="#br0" timeOffset="107804.1785">8558 10235 149 0,'0'-24'56'15,"0"24"-53"-15,0 0-2 16,0 3 9-16,7 38-9 15,23 24-1-15,10 7 15 16,1 7-8-16,-11-2-1 16,-2-4 13-16,-11-4-13 15,-6-6-2-15,-3-11 4 16,-3-16-5-16,3-21 1 16,-1-6-4-16,-7-9 3 15,4 0-1-15,-4 0 2 16,4 0 0-1,5 0 8-15,10-13-5 0,5-9-6 16,8 0 0-16,0 8-1 0,-4 4 0 16,4 4-1-16,0 6 0 15,3 0 0-15,-7 0-3 16,-7 0 2-16,-6 10-2 16,-13 15-6-16,-2 10 0 15,0 10 10-15,-38 8 2 16,-18 2 3-16,-11-10 0 15,3-6-1-15,8-12 0 16,13-9 4-16,11-10-1 16,15-2-5-16,15-6 2 15,2 0 0-15,0 0-4 16,0 0-8-16,0-21-50 0,0 5-12 16,15-6-31-16</inkml:trace>
  <inkml:trace contextRef="#ctx0" brushRef="#br0" timeOffset="108038.3976">9399 10531 142 0,'0'-7'74'0,"0"7"-62"15,0 0 18-15,4-3 4 16,15-1-31-16,9 4-3 0,9-1 0 15,21-3 11-15,8-4-1 16,7 0-5-16,6-3-3 16,1-3-2-16,8 2-25 15,0-8-36-15,-60 9-17 16,-5-2-18-16</inkml:trace>
  <inkml:trace contextRef="#ctx0" brushRef="#br0" timeOffset="108391.2597">10315 10267 74 0,'0'0'67'16,"-60"0"-42"-16,2 41 14 16,2 7-13-16,2-4-11 15,18 4-1-15,4-9 11 0,15-5-13 16,6-7 3-16,7-9-8 16,4-4-7-16,0-9 0 15,0-5 0-15,0 0-2 16,0 0 1-16,19 0-2 15,13 0 2-15,0-25-2 16,13-11-3-16,-10-3-7 16,-8 7-4-16,-7 10 9 15,-12 16 8-15,-8 6 3 16,0 0 6-16,0 0 6 16,0 3-15-16,0 24-2 15,0 11 2-15,0 3 11 0,11-3-3 16,0-1-4-16,8-6-4 15,3-6 2-15,1 0-2 16,-4-10-18-16,9-5-25 16,-23-10-35-16,-1 0-39 15</inkml:trace>
  <inkml:trace contextRef="#ctx0" brushRef="#br0" timeOffset="108637.4376">10531 9928 183 0,'7'-32'43'0,"25"32"-43"0,15 16 0 15,17 31 34 1,14 13-3-16,3 6-10 0,-6 8-2 16,-10 8-5-16,-5 10-5 15,-17 6-4 1,-20 9 10-16,-14 2-9 15,-9 11-2-15,0-3-2 0,-24-9-2 16,-12-12-10-16,-5-12-26 16,17-78-68-16,1-6-99 15</inkml:trace>
  <inkml:trace contextRef="#ctx0" brushRef="#br0" timeOffset="110713.0307">8966 11928 99 0,'0'-11'50'0,"0"6"1"16,0-5 4 0,0 0-13-16,0-1-18 0,0 0-4 15,0 2 9-15,0 6-3 16,0 1-8-16,0-1 5 15,0 3-8-15,0 0-5 16,0 0-5-16,0 0 0 16,0 0-3-16,0 0-2 15,0 0 2-15,0 0-2 16,0 0 0-16,0 0-3 16,0 0 0-16,0 0-1 15,0 0-2-15,0 0-4 0,0 18 0 16,0 23 1-1,0 20 9-15,-9 8 2 0,3 3 1 16,-3-8-3-16,-2-4 1 16,3-11 1-16,-1-5-2 15,1-6-2-15,-7-4 2 16,2-7-3-16,2-6-7 16,2-8-10-16,1-4-10 15,-3-3-9-15,-2-1-28 16,5-5-33-16,-7 0 19 15</inkml:trace>
  <inkml:trace contextRef="#ctx0" brushRef="#br0" timeOffset="110960.4505">8549 12300 102 0,'0'0'20'0,"7"0"-16"15,51 33 64-15,15 21-8 16,2 10-22-16,-2 0-15 15,-13-6-10-15,-4-13 1 16,-9-15-7-16,-15-8-1 16,-8-11-5-16,-7-6 2 15,-9-5 1-15,-1 0 1 16,-3 0-1-16,11-3 3 16,6-41 2-16,7-15-9 0,-2-29-13 15,-11-14-29 1,-15 56-47-16,0-6-54 0</inkml:trace>
  <inkml:trace contextRef="#ctx0" brushRef="#br0" timeOffset="112723.1326">13652 6628 68 0,'0'0'33'0,"0"0"-17"0,0 0 0 16,0 0-6-16,0 0-3 15,0 0 1-15,0-3 6 16,0 3 5-16,0 0-2 16,0 0-1-16,0 0-2 15,0 0-3-15,0 0 0 16,0 0-6-16,0 0-5 16,0 0-1-16,0 0-5 15,0 15 2-15,0 20 4 16,0 5 0-16,-4 8 0 15,-24-2 1-15,-4 10-1 16,-5 4 0-16,-4 2 3 16,-8 3-2-16,-4 5-1 15,-3 1 1-15,-4-6 0 16,0-2-2-16,-5-5 2 0,-8-8 2 16,7 0 4-16,-7 4-6 15,-6-4 1-15,6 0-1 16,-2-4-1-16,10-6 1 15,5-5-1-15,4-3 1 16,1-1-1-16,-10 6 2 16,-1-3-2-16,-16 2 3 15,-6 4 6-15,5 1-3 16,-14 3-6-16,5 1 1 16,4-1 0-16,11-7 4 15,13-6 3-15,12-1-6 16,5-4 0-16,0 7-1 0,-7 6-1 15,-6 7 1-15,-6-2 1 16,1 4 1-16,1 3-1 16,-5 9 1-16,-10 5-3 15,-5 0 4-15,7-2-3 16,2-9-1-16,8-2 0 16,1-8 1-16,14-4 1 15,16-8-2-15,4 3 2 16,4 4-2-16,0-2 0 15,0-2 0-15,9 1 0 16,0-3 0-16,6-7 0 16,0 2 0-16,2-2 0 15,3-1 0-15,-7 0 1 0,6-3-1 16,0-3 0-16,-6-2 0 16,7-3-6-16,-1 0-6 15,7-5-11-15,2-1-8 16,-13-6-17-16,5-2-1 15,1 0-11-15</inkml:trace>
  <inkml:trace contextRef="#ctx0" brushRef="#br0" timeOffset="113437.4103">10302 9161 8 0,'0'0'27'0,"0"25"19"16,0 14-12-16,0 8-13 15,0 2 5-15,0 0-7 16,0 0 0-16,0 1-2 16,6-4 0-16,1 0-4 15,1-6-4-15,-3 1-3 16,5-8 3-16,-5 3-1 15,-1 0 0-15,-4-5 2 16,0-12-8-16,0-5 2 16,4-5-3-16,-4-9 0 15,0 0 1-15,0 0 2 16,0 0 2-16,0 0 7 0,0 0 7 16,0-16 4-16,0-24-12 15,0-15-12-15,-13-5 0 16,-10-2-5-16,-1 5-7 15,1 9 7-15,10 6 0 16,10 17 1-16,3 11 0 16,0 8 4-16,0 6-1 15,0 0-1-15,0 0-2 16,0 0-1-16,0 0-3 16,0 0 3-16,35 0 5 15,14 7 0-15,-15 12 0 16,7-2-1-16,-2 4 0 0,2 2-2 15,-9-2 3-15,4 0 2 16,-6 1-1-16,-8-3-1 16,-3 1-1-16,-10-8 1 15,-3-2-3-15,-6 5 2 16,0-1 1-16,0-1 1 16,0 1 2-16,0-2 4 15,0-1-5-15,-6 0 2 16,-14-4 3-16,-1 0-3 15,2 1 4-15,-1-3 0 16,3-1-1-16,2-2-4 16,11-2 0-16,4 0 0 15,0 0-3-15,0 0 0 0,0 0-14 16,0 0-21-16,-5 12-42 16,1-9-39-16,-7 1-9 15</inkml:trace>
  <inkml:trace contextRef="#ctx0" brushRef="#br0" timeOffset="143364.2177">12734 12914 295 0,'-39'-5'63'16,"39"1"-46"-16,0 4 45 15,0-2 2-15,0 0-33 16,0 2-17-16,0 0 7 15,0 0-6-15,0 0-8 0,0 0-7 16,0 0-2-16,0 8-6 16,0 38 0-16,5 22 8 15,18 13 1-15,1-6 0 16,0-7-1-16,-5-11-5 16,2-9-13-16,-6-14-13 15,5-9-8-15,-12-9-10 16,1-13-10-16,-5-3-11 15,2 0-17-15,-6-11 16 16,0-19-9-16</inkml:trace>
  <inkml:trace contextRef="#ctx0" brushRef="#br0" timeOffset="143562.6402">12756 12925 104 0,'-9'-35'88'15,"9"35"-58"-15,0 0 7 0,28 21 35 16,23 15-1-16,9 10-11 15,3 1-26-15,-16 8-7 16,4-2-14-16,-14-2-9 16,1-3-3-16,-6 2-1 15,1-4-6-15,-5-3-22 16,-1-2-16-16,-5 0-22 16,-22-36-31-16,0-3-76 15</inkml:trace>
  <inkml:trace contextRef="#ctx0" brushRef="#br0" timeOffset="144764.6716">14383 13090 72 0,'15'-27'136'0,"-15"27"-72"0,0 0-9 16,0 0-1-16,0 0-20 15,0 0-27-15,0 8-7 16,0 42-8-16,0 19 8 16,0 20 9-16,0 2-5 15,0-6-2-15,-19-7-2 16,6-5 0-16,-2-12 0 15,2-13 0-15,7-13 0 16,2-16 0-16,-1-11-2 16,1-5-2-16,4-3 1 15,0 0-4-15,0 0 0 16,0 0 6-16,0 0 0 16,0 0-1-16,9-3-2 0,23-5 2 15,6 4-1-15,7 4 1 31,7 0 0-31,-1 0-2 0,-6 25 0 0,-8 5 2 16,-9 6-12-16,-13 2 4 16,-15-4 1-16,0 8 6 15,-11-7 3-15,-49-2 3 16,-9-7 4-16,-10-6-1 16,2-3 7-16,2-15 1 15,2-2 3-15,-2 0-6 16,2-6-6-16,9-16-5 15,21 4-1-15,19 7-6 0,20 3-13 16,4-3-7-16,0 1-34 16,28 6-38-16,8 2-88 15</inkml:trace>
  <inkml:trace contextRef="#ctx0" brushRef="#br0" timeOffset="145185.2503">15048 13693 204 0,'0'-20'44'0,"-10"19"-34"15,-18 1 52-15,6 0-28 16,5 0-24-16,2 6-5 0,-2 31-4 16,-2 13 2-16,-5 10-2 15,7 2 7-15,2-3 1 16,6-13-4-16,5-11-5 15,4-11 0-15,0-13-3 16,0-6 3-16,0-5-1 16,0 0-2-16,0 0-7 15,17 0 6-15,7-25 4 16,4-10 2-16,4 0-2 16,-13 11 0-16,-8 11 0 15,-11 13 0-15,0 0 2 16,0 0 11-16,0 4-13 15,0 27-6-15,0 4 6 16,0 6 6-16,0-8-5 0,6-9 2 16,16-8-3-16,-5-5-4 15,11-9-20-15,4-2-4 16,9 0-9-16,10-27-18 16,-27 6-28-16,-7-6-72 15</inkml:trace>
  <inkml:trace contextRef="#ctx0" brushRef="#br0" timeOffset="145440.9059">15383 13741 109 0,'-28'-6'85'15,"-19"6"-60"-15,15 20 15 16,8 9-14-16,16 7-19 16,8 1-2-16,0 5-4 0,12-4 2 15,31-3-2-15,-2-2 1 16,-9-7 1-16,-8 3 0 15,-9-5-2-15,-15-3 1 16,0 1-1-16,0-4 1 16,0 5 2-16,-15-4 2 15,-22-2-2-15,5-10-3 16,0-7-1-16,0 0-19 16,0-18-29-16,21-4-42 15,7-4-56-15</inkml:trace>
  <inkml:trace contextRef="#ctx0" brushRef="#br0" timeOffset="145763.211">15876 13913 73 0,'80'-27'73'0,"-76"4"-4"16,-4 2 2-16,0-8-34 16,0-1-29-16,0 2-1 15,0 6-2-15,0 6-5 16,-13 5 3-16,-15 8-2 15,5 3-1-15,-10 0-2 16,1 12 0-16,-11 25 1 16,7 13 1-16,8 4 2 15,0 0 11-15,15-8 2 16,5-4 4-16,8-11-2 0,0-3-6 16,0-10-5-16,21 2 0 15,22-10 1-15,-7-1-2 16,5-7-1-16,11-2-4 15,3 0-2-15,10 0-16 16,23-32-23-16,4-12-29 16,-60 20-31-16,0-6-98 15</inkml:trace>
  <inkml:trace contextRef="#ctx0" brushRef="#br0" timeOffset="145987.2379">16996 13439 216 0,'0'-4'97'0,"0"4"-90"16,0 9 29-16,-24 28-19 15,-8 15-11-15,-4 7 7 16,-16 12-1-16,3-1-5 16,-7-4-6-16,9-9-1 15,10-14 2-15,14-14-2 16,10-11-20-16,7-11-20 15,6-7-32-15,0 0-49 16,0-14-34-16</inkml:trace>
  <inkml:trace contextRef="#ctx0" brushRef="#br0" timeOffset="146166.4634">16612 13547 77 0,'0'-18'106'0,"0"18"-93"0,43 20 42 16,25 15 25-16,1 2-37 15,-5 2-19-15,-8 3-2 16,0 0-18-16,4 4-3 16,-4-3-1-16,12-4-19 15,3-6-23-15,2-13-46 16,-49-20-6-16,4 0-72 16</inkml:trace>
  <inkml:trace contextRef="#ctx0" brushRef="#br0" timeOffset="146583.1226">18193 13445 106 0,'-37'-51'110'0,"-23"34"-91"16,19 7 41-16,14 8-17 16,3 2-30-16,0 0-11 15,-4 27-2-15,-8 25-3 16,4 13 3-16,0-1 6 15,12 2 1-15,3-12 5 16,11-12-7-16,6-8 0 16,0-19-5-16,0-4 0 15,0-11-1-15,23 0-3 16,5 0-1-16,9-31-5 16,10-18 4-16,-6-17-7 15,6 3-3-15,-11 6 6 0,-4 16 0 16,-17 23 10-16,-6 18 7 15,-9 0 9-15,0 0 4 16,0 39-14-16,0 10 7 16,4 7 8-16,11-3-15 15,2-7-2-15,7-18-3 16,4-4-1-16,0-12 0 16,-9-5-22-16,7-7-5 15,2 0-18-15,-22-4-36 16,7-24-24-16</inkml:trace>
  <inkml:trace contextRef="#ctx0" brushRef="#br0" timeOffset="146783.2517">18480 13056 92 0,'4'0'104'16,"1"45"-69"-16,10 41 35 15,-7 10-21-15,12-3-33 16,-3-10-1-16,6-13-7 15,-3-9-5-15,7-12-3 16,1-16-10-16,0-12-12 16,0-16-11-16,-2-5-25 15,8-11-2-15,-25-19 5 16,4-6-47-16</inkml:trace>
  <inkml:trace contextRef="#ctx0" brushRef="#br0" timeOffset="146955.1015">18984 12813 189 0,'19'-38'48'16,"-14"56"-42"-16,3 65 65 16,7 20-37-16,-2 8-19 15,0 1-3-15,6-7 1 16,-4-4-9-16,-6-15-2 16,0-9-2-16,-9-16-26 15,0-20-19-15,0-41-32 16,0 0-47-16</inkml:trace>
  <inkml:trace contextRef="#ctx0" brushRef="#br0" timeOffset="147758.5624">18873 13430 123 0,'4'-11'23'16,"62"11"32"-16,7 0 22 15,11-5-21-15,0-3-22 16,-16-2-5-16,-12 6-16 15,-20 1-13-15,-3 3 0 16,-14 0-2-16,-2 0-3 16,2 28 1-16,-4 6 1 15,-2 2 3-15,2 2 1 16,-6-9 0-16,-5-4 0 0,0-12-1 16,-4-4 0-16,0-9-3 15,5 0-7-15,-5 0 1 16,10 0-5-16,3-30 2 15,2-8 0-15,2-3-25 16,7 11 10-16,-5 12 17 16,-6 9 1-16,0 9 6 15,2 0-3-15,-2 4 6 16,6 30 17-16,5 2 0 16,-7-2-3-16,-2-6-2 15,-6-7-7-15,-5-10-1 16,-4-4 5-16,0-6 4 0,0-1 6 15,0 0 3-15,0 0 2 16,0 0-2-16,0-25-18 16,0-3-4-16,0-5-9 15,0 2-7-15,0 5-1 16,28 6-7-16,23 2-3 16,14 5-6-16,-1 2 6 15,-8 1 15-15,-5 3 8 16,-10-1 4-16,-13 3 0 15,-13-1 15-15,-11 3 7 16,-4 3 9-16,0 0 16 16,0 0-10-16,0 0-18 15,0 0-17-15,-15 16-2 16,-17 22-6-16,0 4 4 16,4 6 2-16,0-10 0 0,15-8 0 15,9-14 2-15,4-10-2 16,0-6-3-1,0 0 1-15,0 0 1 0,8-9-4 16,25-25 4-16,14-11-3 16,-6-6-6-16,-5 6-3 15,-4 9 1-15,-8 11 10 16,-13 16 2-16,-7 9 17 16,-4 0 15-16,0 0-9 15,4 9-13-15,0 21-10 0,11 5 20 16,-2 6-10-1,-4 3-8-15,-5-1-2 0,3 9-22 16,-7 7-31-16,0-37-29 16,0 2-90-16</inkml:trace>
  <inkml:trace contextRef="#ctx0" brushRef="#br0" timeOffset="148327.0951">17749 14791 99 0,'0'96'36'16,"19"-26"17"-16,9-5-14 15,-5-12-5-15,-5-5-10 16,-8-15-10-16,-5-15-2 0,-5-9 0 15,0-9-1 1,0 0 1-16,0 0 3 0,0-17 10 16,0-26-5-16,-5-19-20 15,-18-16 0-15,-5-7-5 16,9-3-8-16,10 4 2 16,9 14 7-16,0 8 2 15,28 10 1-15,28 12 1 16,-5 10 8-16,-6 17 5 15,-2 13-13-15,-17 0 1 16,2 0-1-16,-9 25 1 16,-6 19 2-16,-13 5-3 15,0 6 1-15,0 1-1 16,-26-3 0-16,-13-3-6 0,3-14-1 16,4-9-12-16,4-12-35 15,19-15-39-15,9 0-76 16</inkml:trace>
  <inkml:trace contextRef="#ctx0" brushRef="#br0" timeOffset="148768.6539">18336 14718 158 0,'33'0'48'16,"-33"0"-33"-16,0 0 70 15,0 0-36-15,0 0-32 16,0 0 4-16,0-8 0 15,0-11-15-15,0-4-6 0,0-8-6 16,0 1-7-16,0 4 2 16,0-4 3-16,15 5 0 15,17 6-2-15,0 8 3 16,-4 10-10-16,-9 1 0 16,-2 0 3-16,-12 0-11 15,-1 14 19-15,-4 19 6 16,0 2 9-1,0 0-3-15,0 1 1 0,0-7 7 16,11-7-1-16,1-9-8 16,3-4-1-16,-2-6 4 15,2-3 2-15,-6 0-6 16,-1 0 2-16,12 0 0 0,-3-18-1 16,2-13-5-16,1-1-3 15,-16-4-6-15,-4 2 2 16,0-2 0-16,0 2 3 15,-43 8 3-15,-2 4-8 16,4 12 4-16,7 10-13 16,17 0-8-16,8 0-37 15,9 0-42-15</inkml:trace>
  <inkml:trace contextRef="#ctx0" brushRef="#br0" timeOffset="149444.8132">18943 14587 87 0,'60'29'62'0,"-47"-19"-5"0,-4 1-5 16,-9-5-24-16,6-5-8 15,-6-1 1-15,0 0 3 16,5 0-4-16,-5 0-2 16,4-10 6-16,0-22-5 15,5-8-19-15,6-9-1 16,13 6-5-16,4 7-11 15,4 7 1-15,1 19 9 16,-5 6 2-16,7 4 2 16,-12 0 1-16,1 3 2 15,-6 25 1-15,-7 10 1 16,-7 5 0-16,-8-1-1 16,0-4-1-16,0-16 0 0,0-9-1 15,0-8 1-15,0-5 1 16,0 0 4-16,0 0 2 15,0-13 8-15,5-20-15 16,14-11 0-16,-2-1-6 16,17 2-7-16,-1 8-5 15,-12 12 7-15,-2 16 6 16,-10 7-2-16,6 0-2 16,-2 5-2-16,6 21 11 15,5 2 5-15,-3-1 2 16,3-5-3-16,4-8 2 15,-5-1 0-15,5-4-3 0,0-7 1 16,0-2-1 0,0 0 3-16,0 0 2 0,4-13-7 15,0-12-1-15,0-4-6 16,-8-2-1-16,-11 4-3 16,-5 6-5-16,-8 9 4 15,0 11 9-15,0 1 2 16,0 0 8-16,-13 16-6 15,-6 16-1-15,2 8 1 16,2 4 8-16,6-3-2 16,9-4-6-16,0-4-2 15,0-9-8-15,9-7-17 0,34-9-10 16,6-8-24-16,18 0-5 16,1-15 14-16,-36-6 0 15,-4 0-13-15</inkml:trace>
  <inkml:trace contextRef="#ctx0" brushRef="#br0" timeOffset="149834.7564">20445 14426 10 0,'83'-71'63'0,"-74"29"-24"16,-9 14 20-16,0 9 17 16,0 13-22-16,-21 6-14 15,-3 0-15-15,5 11-25 16,-14 27-1-16,6 11 1 16,-6 4 9-16,10-4 1 15,10-6-1-15,2-9-6 16,11-15-3-16,0-8 0 15,0-11-4-15,0 0-4 16,7 0 3-16,21-16 1 0,4-28-3 16,8-10-7-16,1-12-30 15,2-8-4-15,-6-4 6 16,-14-4 18-16,-14 10 9 16,-9 18 15-16,0 21 9 15,0 22 46-15,0 11 3 16,0 0-14-16,0 0-13 15,0 11-17-15,0 24-12 16,0 17 9-16,0 10 5 16,0 1 3-16,0-1-8 0,0-3-2 15,0-6-7 1,15-11-1-16,2-9-1 0,11-9-16 16,0-13-21-16,4-11-13 15,11 0-24-15,-11-6-36 16,-19-18 23-16</inkml:trace>
  <inkml:trace contextRef="#ctx0" brushRef="#br0" timeOffset="150022.9085">20865 14395 73 0,'19'-8'72'16,"-19"8"-30"-16,0 4-5 15,0 21 3-15,0 9-1 16,0-9-21-16,0-10 5 16,-4-3 1-16,4-12-2 15,0 0-1-15,0 0 7 16,0 0 3-16,0-6-2 15,0-18-13-15,0-9-16 0,0-8-6 16,0-5-17 0,0-3-29-16,32 6-22 0,-19 28-29 15,6 11-29-15</inkml:trace>
  <inkml:trace contextRef="#ctx0" brushRef="#br0" timeOffset="150345.2899">21305 14213 118 0,'0'35'32'0,"0"4"12"16,0 1 21-16,-13-4-20 16,2-12-22-16,11-7-3 15,0-10 3-15,0-3-14 0,0-4-2 16,0 0 3-16,7 0-4 16,18-5-1-16,10-20-5 15,-3-5-10-15,0-6-14 16,-4 2-8-16,-7-6 15 15,-14 3 4-15,-7 0 6 16,0 0 7-16,0 8 3 16,-7 14 20-16,-18 4 10 15,-3 11 12-15,0 0 7 16,-4 0-39-16,4 2-6 16,-11 20-7-16,11 5 0 15,3 2-2-15,5 5-24 16,12 3-25-16,8-23-34 0,0-3-85 15</inkml:trace>
  <inkml:trace contextRef="#ctx0" brushRef="#br0" timeOffset="150500.8099">22008 14252 346 0,'45'-8'169'0,"-45"1"-111"16,0 0 37-16,0 1-61 15,0 4-34-15,0 2-25 16,0 0-41-16,-4 0-24 16,-28 6 61-16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18:01.448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11563 8612 56 0,'-13'9'59'16,"13"-9"-31"-16,0 0 22 15,0 0-8-15,0 0-13 0,0 0-4 16,0 0 4 0,0 0 4-16,0 0-4 0,0 0-1 15,0 2-7-15,0-2-3 16,0 4-1-16,0-4-5 15,0 0-2-15,0 0 0 16,0 0 1-16,0 0 0 16,0 0-1-16,0 0-1 15,0 0-2-15,0 0-2 16,0 0 2-16,0 0-2 16,0 0-2-16,0 0-1 15,0 0 0-15,9 0 0 0,19 0 0 16,12 0 1-1,12 0-1-15,8-6-1 0,8-3 0 16,10 0 1-16,-3-3-1 16,0 4 0-16,-2-1 1 15,-7 2-1-15,-1-2 0 16,-10 4-1-16,1-1 0 16,4 3 0-16,-10 1 1 15,-3-3-1-15,-2 2 0 16,-7 0 0-16,-5-1 0 15,-6 4 1-15,1 0-1 16,4 0 1-16,1-4-1 16,3 1 4-16,16-1-2 15,3-6 3-15,14 6-1 16,0-7-1-16,6 2-1 0,8-1 0 16,-5 1-1-16,12 1 0 15,-7-3 0-15,-6 2-1 16,-12 2-1-16,-5 3 1 15,-15-3 0-15,-2 3 0 16,-2 1 0-16,1-5 0 16,4 1 0-16,5 2 0 15,5-3 0-15,-7 0 1 16,7-1-1-16,-5 1 0 16,5 3 0-16,0-1 0 15,0 0-1-15,-1 5 1 16,-5-4 0-16,1-1 0 0,1 0 0 15,-3 0 0-15,2 4-1 16,5 0 1-16,-4 2 0 16,8 0 0-16,-4 0 0 15,4 0 0-15,-7 0 0 16,-6 0 1-16,-10 0-1 16,-9 0-1-16,-9 0 1 15,-10 0 0-15,-5 0 0 16,0 0 0-16,-4 0 0 15,7 0 0-15,-7 0 0 16,4 0 0-16,-4 0 1 16,0 0-1-16,0 0 0 15,0 0 1-15,0 0-1 0,0 0 1 16,0 0 0-16,0 0 0 16,0 0 1-16,0 0-1 15,0 0 0-15,0 0-1 16,0 0 1-16,0 0-1 15,0 0 1-15,0 0-1 16,0 0 0-16,0 0-10 16,0 0 9-16,0 0 1 15,0 0-2-15,0 0 1 16,0 0-3-16,0 0-1 16,0 0-2-16,0 0-1 15,0 0 0-15,0 0-7 16,0 0-12-16,0 0-1 15,-19 0-21-15,-18 0-33 0,16 0-45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18:35.43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10690 5153 78 0,'-17'8'59'16,"17"-8"-33"-16,0 0 12 16,0 0-1-16,0 0-14 15,0 0-9-15,0 0 1 16,0 0-1-16,0 0 0 16,0 0-1-16,0 0-2 15,0 0-5-15,0 0-1 16,0 0-3-16,0 0-2 15,0 0-2-15,28 5-1 16,21-3 3-16,15 2 1 16,9-3 1-16,11-1-1 15,4 0-1-15,15 0 1 0,4 0-1 16,-2 0 3-16,5-12-2 16,-7-7 3-16,-15 1-2 15,-9-6-1-15,-21 4 4 16,-7-2-4-16,-14 2 3 15,-9-1 2-15,-1-1 0 16,-11 0-1-16,1 4 0 16,-7-5 0-16,-5 5-1 15,-5 0 2-15,4-1-4 16,-4 10-1-16,4-2 1 16,-4 6-1-16,0 0-1 0,0 4 0 15,0 1 0 1,0 0 0-16,0 0-1 0,0 0-3 15,0 0-1-15,0 0-1 16,0 0-1-16,0 0 1 16,0 0 0-16,0 0-1 15,5 13 4-15,14 5 3 16,0 0 1-16,9-2 0 16,4-2-1-16,9-1 1 15,15 0 0-15,12-2 1 16,16-3 0-16,8-5 3 15,5-3-3-15,10 0 0 16,0 0 0-16,-6 0 1 16,0 0-1-16,-13 0 1 0,-17 0-1 15,-11-7-1-15,-15-1 0 16,-2-4 1-16,-7 4 0 16,3 1-1-16,-11-3 0 15,-1 3 0-15,3-1-1 16,13 2 0-16,-2-2-3 15,4 4 2-15,-2-7 2 16,-2 4-1-16,-3 2 0 16,-5-3 0-16,-6 3 0 15,-9-1 0-15,1 0 0 16,-11 5 0-16,-3-4-3 16,-5 5-2-16,0-1-4 15,0 1-9-15,0 0-15 0,0-4-20 16,0 2-20-1,0-2-57-15</inkml:trace>
  <inkml:trace contextRef="#ctx0" brushRef="#br0" timeOffset="869.382">10947 3942 97 0,'20'-14'96'16,"-16"14"-52"-16,-4 0 10 0,4 0 2 15,-4 0-24-15,5 0-15 16,-5 0-10-16,6 0-4 16,3 0-3-16,3 0-4 15,21 11-2-15,14 22 6 16,0 2 1-16,7 4 0 15,-1-4 2-15,-12-8-3 16,-7-3 1-16,-6-10-1 16,-13-3 0-16,-2-6 1 15,-11-3-1-15,-2-2 1 16,0 0 2-16,5 0 1 16,-5 0 4-16,0 0 5 15,0-5 13-15,0-27-3 16,0-14-13-16,0-3-6 0,0 2-4 15,0 4 1-15,0 5 0 16,0 0-1-16,0 2 0 16,0 7 0-16,0 11 0 15,0 0-1-15,0 8 1 16,4 5-4-16,-4 1-8 16,0 4-12-16,0 0-17 15,0 0-11-15,0 0-14 16,0 0-48-16,4 0-29 15</inkml:trace>
  <inkml:trace contextRef="#ctx0" brushRef="#br0" timeOffset="1643.3999">11943 3794 37 0,'0'-6'39'0,"0"-3"1"15,0 1-2-15,0 2-9 16,0 2-2-16,-9 1-1 16,-2-3-1-16,7 6-3 15,-2 0-6-15,-7 0-5 16,0 0-7-16,4 0-1 16,-6 0-3-16,0 0-2 15,-10 6 1-15,3 19 1 16,-6 6-1-16,2 5-2 15,14 2 2-15,3-1 1 16,9-7-3-16,0-2 2 16,0-4-2-16,0-5 1 0,0 1 2 15,13-7 0-15,6-4 1 16,-2-2-1-16,3-4 0 16,-8 0 0-16,10-1 1 15,-11-2 1-15,6 0-2 16,-6 0 2-16,6 0 2 15,-7-2 0-15,8-18 0 16,-3-4-2-16,-3-3 1 16,-5-3-2-16,-3 0 0 15,-4 1 1-15,0 5-2 16,0 0 1-16,0 1 1 16,0 3-2-16,0 8 0 0,0 1 0 15,0 7 0 1,0 4 0-16,0 0 2 0,0 0-2 15,0 0-1-15,0 0-2 16,0 0 0-16,20 17-5 16,-8 5 8-16,12 2 0 15,-5 1 0-15,-6 1 1 16,6-1 0-16,-1 0-1 16,-3-1 0-16,-3-5-3 15,-1-1-7-15,-2 0-4 16,-1-3-13-16,-3-4-10 15,1 0-7-15,-2-4-8 16,-4-7-12-16</inkml:trace>
  <inkml:trace contextRef="#ctx0" brushRef="#br0" timeOffset="2751.4022">12455 3755 45 0,'0'-3'44'0,"-4"3"-15"0,4 0 14 16,0 0-12-16,0 0-10 15,0-2-2-15,0 2 3 16,0 0-5-16,0 0-4 16,0 0-4-16,0 0-1 15,0 0 0-15,0 0-2 16,0 0-3-16,-4 0-2 15,4 0 0-15,-2 0 0 16,2 0-1-16,0 0 0 0,-7 0 0 16,7 0-3-1,-6 0 0-15,6 0 0 0,-5 13 1 16,5 3 2-16,-4 1 2 16,4 1-1-16,-4-2 0 15,4 1 1-15,-2 2 1 16,2-5 1-16,0 3-2 15,0-3-1-15,0 0-1 16,0-3 1-16,0 0 0 16,0-3-1-16,0 4 2 15,0-3-1-15,0 0 1 16,0 2-1-16,0 0 3 16,0-1-2-16,2 1 0 15,6 0-1-15,10 0 0 0,-12 0 0 16,15 0 1-16,-14-2-1 15,6-5 2-15,-3 5 0 16,-1-4-1-16,-5-5 1 16,5 3-2-16,-3-3 2 15,3 0-3-15,-1 0 1 16,3 0 0-16,2 0 2 16,-9 0-1-16,1 0-2 15,-5 0-2-15,0 0-15 16,0 0-16-16,0-3-23 15,0-5-30-15</inkml:trace>
  <inkml:trace contextRef="#ctx0" brushRef="#br0" timeOffset="3369.0021">12410 3556 38 0,'13'-8'41'0,"-13"8"-19"16,0 0 10-16,0 0-16 15,0 0-14-15,0 0-1 16,0 0 3-16,0 0-3 16,0 0 1-16,0 0 2 15,0 0 1-15,0 0 7 16,0 0 6-16,0 0 0 15,0 0-5-15,0 0-2 16,0 0 2-16,0-5-4 0,0-2-4 16,0 1 0-1,0 0 4-15,0 1-3 0,0-1-5 16,0 0-1-16,0 4 0 16,0 2 0-1,0 0 0-15,0 0 0 16,0 0-1-16,0 0-9 0,0 0 7 15,0 0 0-15,0 0-4 16,0 0 4-16,0 0 3 16,-6 0 1-16,-1 0 4 15,-4 0 2-15,7 0 1 16,4 0-1-16,0 0-4 0,-4-2-3 16,4 2 0-1,0-3-14-15,0 3-24 0,0 0-37 16,0 0-57-16</inkml:trace>
  <inkml:trace contextRef="#ctx0" brushRef="#br0" timeOffset="4087.4781">12792 3715 75 0,'0'-12'36'16,"0"6"-3"-16,0 5 5 16,0 1-14-16,0 0-11 15,0 0-6-15,0 0-2 16,6 0-4-16,7 11 1 15,2 7-1-15,-10 7-1 16,3 2 0-16,-8 3 0 0,0 1 2 16,0 6 3-1,0-6 1-15,0-1-1 0,0 1 1 16,0-5 2-16,0-4-4 16,0-5-1-16,0-2 0 15,0-3 1-15,0-1-2 16,0-6-1-16,15 1-1 15,-6-4 2-15,4 0 2 16,-3 3-2-16,-1-5 3 16,0 0-5-16,-5 0 2 15,9 0-2-15,-11 0-10 16,6 0-21-16,-3 0-14 0,-1-5-6 16,-4-5-63-1</inkml:trace>
  <inkml:trace contextRef="#ctx0" brushRef="#br0" timeOffset="4597.847">12738 3473 53 0,'-10'-17'61'16,"10"12"-29"-16,0 5 12 16,0 0-10-16,0 0-17 0,0 0-8 15,0 0-1-15,0 0-2 16,0 0-5-16,0 0 1 16,0 0-2-16,0 0 0 15,0 0-3-15,0 0-3 16,0 0-1-16,0 0 3 15,0 0 4-15,0 0 3 16,0 0 4-16,0 0-2 16,0 0-2-16,0-2-1 15,0 2 0-15,0-4 0 16,0 3-2-16,28-4-2 16,6 3 2-16,-6 2-1 0,-7 0 1 15,-14 0-3-15,-5 0 0 16,-2 0-2-16,0 0 2 15,0 0 2-15,0 0 1 16,0 0 0-16,0 0 0 16,0 0 0-16,0 0 2 15,0 0-1-15,0 0 0 16,-9 0-1-16,1 0-12 16,-3 0-24-16,11 0-29 15,0 7-28-15</inkml:trace>
  <inkml:trace contextRef="#ctx0" brushRef="#br0" timeOffset="6247.5441">13395 3611 9 0,'-11'-10'72'0,"7"6"-43"16,4 2 13-16,-2 2-5 16,-5 0-18-16,3 0 4 15,-11 0 2-15,2 0-9 16,-11 0-6-16,-4 0-4 16,-4 0-5-16,-4 10 1 15,4 18-2-15,-7 4 0 16,18 3 0-16,1 3 0 15,16-2-2-15,4-7 0 16,0-2 0-16,0-2 1 16,0-3 1-16,19-6 0 0,3 1 0 15,1-6 2-15,5-4-2 16,4 1 1-16,1-2-1 16,-1-6 0-16,-2 0-1 15,-2 0-1-15,0 0 2 16,-1-21 1-16,-5-7 2 15,1-8-1-15,-1-1 0 16,-3-6 1-16,-6-6-1 16,-13-8-2-16,0-6 1 15,0-2 1-15,0 3-2 16,-4 5 1-16,-13 4-1 16,-3 14 0-16,7 6 0 15,-2 11 0-15,7 5 0 16,-1 4 0-16,-1 8 0 0,7 1-1 15,-3 0 1-15,2 1 0 16,-1-1 0-16,5 0 0 16,-6 1 1-16,2 0 2 15,4 3 2-15,-2 0-2 16,2 0 0-16,0 0-3 16,0 0-2-16,0 0-2 15,0 10-4-15,0 16 4 16,0 12 2-16,0 5 0 15,17 0 2-15,0 6 0 16,-2 3 0-16,-2 6 2 0,-3 3-2 16,3 1 0-1,2 1 2-15,-4-2-2 0,0-6 0 16,-7-5 0-16,9-6 0 16,-7-9 0-16,3-6 1 15,6-8-1-15,-6-3 0 16,-5-6 0-16,0-5-1 15,3-2 1-15,-7-5 0 16,4 0 0-16,-4 0 2 16,0 0 1-16,0 0 1 15,0 0 0-15,0 0 0 16,0 0-1-16,0 0-1 16,0 0 2-16,0 0-3 15,0 0 0-15,4 0-1 0,-4 0 0 16,0 0 1-16,0 0-1 15,0 0 0-15,0 0 0 16,0 0 1-16,0 0-1 16,0 0 0-16,0 0 0 15,0 0 0-15,0 0-1 16,0 0 0-16,0 0 1 16,0 0-2-16,0 0-1 15,0 0 1-15,0 0-1 16,0 0-1-16,0 0 2 15,4 2-3-15,5 5 2 16,-3-5 2-16,3 0-2 16,-5 4-1-16,-4-3 1 0,5-3 1 15,-1 2 1-15,-4-2 1 16,0 0 0-16,0 0 0 16,0 0 0-16,0 0 0 15,0 0 0-15,0 0 1 16,0 0-1-16,0 0 0 15,0 0-1-15,0 0 1 16,0 0-1-16,0 0-1 16,0 0 1-16,0 7-1 15,0-6-1-15,0 2 3 16,0-3 0-16,0 2 0 16,0 1-1-16,0 1 1 0,0 1 0 15,0 1 1-15,0-5 2 16,0-1 0-16,0 4 0 15,0-4 2-15,0 2 4 16,0-2-3-16,0 3-1 16,0-3-3-16,0 3-2 15,0-3 0-15,0 0 0 16,0 1 0-16,0-1-1 16,0 4 0-16,0-4 1 15,0 0-1-15,0 0 1 16,0 0-1-16,0 2 0 15,0 3-5-15,-9 2 3 16,1-2-5-16,3-5 2 0,5 2-2 16,-6 2-1-1,6-2-9-15,0 3-5 0,-4 1 4 16,-1-3 6-16,1 0 6 16,4 3-4-1,-4-1 0-15,0 2-2 16,-7 1-9-16,7-8-13 0,-1 4-28 15</inkml:trace>
  <inkml:trace contextRef="#ctx0" brushRef="#br0" timeOffset="12222.0298">14787 7233 83 0,'0'0'55'16,"0"0"-37"-16,0 0 21 15,0 0-8-15,0 0-16 16,0 0-6-16,0 0 6 16,0 0-4-16,8 0-2 15,24 0 8-15,5 0-6 16,10 0-3-16,13 0-2 15,7 0-1-15,6 0-3 16,4-7-1-16,6-5 0 16,-3 0-1-16,-3-2 0 0,-2 1 0 15,-2 2 2-15,-2 0-2 16,-7 2 0-16,0 5-2 16,5-5 2-16,2 3 0 15,6 1-1-15,2 2 1 16,1 0-1-16,1 0 1 15,-1 1 1-15,-12-2-1 16,-1 2 1-16,-14-6-1 16,-1 3 2-16,-1-1-2 15,9 2 1-15,0-3-1 16,13 6 0-16,2-2 0 16,-6-3 0-16,6 6 0 15,-11-5 0-15,-8 5 1 0,-6-3-1 16,-12 3 0-16,-16 0 0 15,-3 0 0-15,-15 0 0 16,11 0 0-16,-6 0 0 16,4 0 0-16,10 0 0 15,1 0 0-15,4-6 0 16,0 4 1-16,0-1-1 16,-5 0 1-16,-6 1-1 15,3 2 0-15,-3-3 0 16,2 0 0-16,0 0 0 15,14 3-1-15,7-2 1 16,12 2-1-16,-1-4 1 0,-1 4 0 16,1 0 1-1,-14 0-1-15,5 0-1 0,-9 0 1 16,-6 0 3-16,-3 0 1 16,-3 0-3-16,3 0 4 15,-5 0-1-15,-1 0 2 16,1 0-5-16,-11 0 4 15,7 0-1-15,-6 0-2 16,0 0 0-16,6 0 0 16,-7 0 1-16,7 0 3 15,-2 0 0-15,2 0-2 16,-6 0 0-16,4 0-2 16,2 0-1-16,-3 0-1 15,-1 0 1-15,-2 0-1 16,-9-2 1-16,4 2-1 0,0 0 0 15,-4 0 0-15,0 0-1 16,0 0 0-16,0 0-2 16,0 0-3-16,0 0-3 15,0 0-2-15,0 0-4 16,0 0-8-16,0 0-9 16,0 0-5-16,0 0-34 15,0 0-57-15</inkml:trace>
  <inkml:trace contextRef="#ctx0" brushRef="#br0" timeOffset="26681.565">3930 7775 96 0,'0'0'66'15,"0"0"-44"-15,0 0 3 16,0 0 1-16,0 0-7 15,0 0-6-15,0-7-2 16,0-3 2-16,0-8-2 16,23-4-1-16,5-3-2 15,-4 0 2-15,3 2 0 16,1 3-4-16,-6 1-2 16,6 5 0-16,-9 5-4 15,-2-3 0-15,-6 12 0 16,-5 0 0-16,-4 0-1 15,-2 0-1-15,0 0 0 16,0 0 0-16,0 0-1 0,0 0 0 16,0 0-3-1,0 0-1-15,0 23-5 0,0 20 9 16,0 7 3-16,7 5 2 16,1-1-2-16,3-2-1 15,0-2 1-15,6 3-1 16,0-8 1-16,-4-5-3 15,4-9-2-15,0-10 2 16,-6-3 0-16,0-10 3 16,-5-4-2-16,3-4 0 15,-7 0 2-15,-2 0-2 16,0 0 1-16,6 0 0 0,-1 0 1 16,1-1 6-1,3-24 2-15,1-7 0 0,8-10-4 16,-8-7-3-16,1 2 0 15,-2-8-1-15,-5 3 0 16,0 5 0-16,1 10-2 16,1 4 1-16,0 10 1 15,-3 12 0-15,1-1 0 16,-4 5 0-16,0 6 0 16,4 1 1-16,-4 0-1 15,0-2 0-15,0 2 1 16,0 0-1-16,0 0 0 0,0 0 0 15,0 0 1 1,0 0-1-16,0 0-2 16,4 0-2-16,9 22-4 0,2 7 7 15,5 12 1-15,3 4 0 16,-3 2 1-16,-12 1 1 16,1-5 0-16,-5-2-2 15,5 1 0-15,-3-10 1 16,-2-4-1-16,1-7-3 15,-5-5-4-15,0-7-5 16,4-5-4-16,-4-4-9 16,6 0-17-16,-6 0-14 15,0 0-5-15,0-7-8 16</inkml:trace>
  <inkml:trace contextRef="#ctx0" brushRef="#br0" timeOffset="27231.1088">4678 7874 63 0,'7'0'48'0,"-3"0"-37"16,0 0 7-16,0 0-8 15,11 0-10-15,5 11 5 16,-10 6 7-16,8-2-3 15,-10 1-5-15,1-12-2 0,-5 0 1 16,-4 1 4 0,0-5 1-16,0 0-4 15,0 0-1-15,6 0-1 0,-3 0 0 16,-3 0 2-16,0 0-1 16,0 0 5-16,0 0 7 15,6-5 5-15,-6-10-10 16,9-4-9-16,1 0-1 15,-1 5 3-15,0 0-1 16,3 3 3-16,3 1 0 16,-4 3 6-16,0-2 2 15,-3 3-1-15,1 6-4 16,-7 0-4-16,5 0-1 16,-7 0-2-16,2 0 0 0,4 0-1 15,7 0-1-15,0 0 1 16,8 0 0-16,-6 13 0 15,0-1-1-15,3 2 2 16,-3-3-1-16,-7 0 0 16,-4 2 0-16,5-2 0 15,-7 0-3-15,-2 0-10 16,4 2-8-16,-4 1-5 16,5-3-16-16,-1 2-8 15,0-13-19-15,1 0-22 16</inkml:trace>
  <inkml:trace contextRef="#ctx0" brushRef="#br0" timeOffset="27829.2392">5450 7753 99 0,'0'-17'63'15,"-11"4"-27"-15,-8-1 9 16,11 3-16-16,-10 3-13 16,10 2-3-16,-3 4 2 15,0 2-1-15,3 0-6 16,-1 0-7-16,-8 0-1 16,0 0-4-16,-2 22 2 0,-3 10 1 15,7 0-1 1,2 4 0-16,7-1 0 0,6-8 0 15,0-2-3-15,0-6 1 16,0-5 2-16,0-4-1 16,0-4-2-16,0-6 4 15,0 0 1-15,0 0-1 16,0 0 1-16,6 0 1 16,-4 0 2-16,18 0 5 15,-1-23 2-15,9-3-5 16,-4-2-5-16,-3 1 1 15,-4 8 0-15,-8 8-1 16,-7 6 0-16,-2 5 0 0,0 0 0 16,0 0 0-16,0 0-2 15,0 0 0-15,6 0 0 16,1 0-6-16,8 0 5 16,10 10 3-16,-9 9-1 15,7 0 1-15,-6 9 1 16,-8-1 0-16,-3 2-1 15,-1-5 2-15,3 2-1 16,-6 2-1-16,-2-3 0 16,5-7 0-16,-1-2-8 15,0-5-5-15,0-6-11 16,1 1-10-16,-5-6-26 0,0 0-26 16</inkml:trace>
  <inkml:trace contextRef="#ctx0" brushRef="#br0" timeOffset="68927.6355">7458 8390 166 0,'-20'-3'52'16,"18"3"-30"-16,2-5 29 0,0-1-11 16,0 1-17-16,0-1-8 15,0 2 2-15,0 0 0 16,0 1-2-16,0-6-4 16,0-4-2-16,20-5-3 15,-1 2-1-15,7 5-5 16,2 6 0-16,-7 2-2 15,7 3 0-15,6 0-2 16,1 22-4-16,-3 29 4 16,6 14 1-16,-16 16 0 15,-12 7-7-15,-5-2 3 16,-5-7 2-16,0-16 3 16,0-14 2-16,0-22 0 0,0-17 2 15,0-6-1-15,0-4 1 16,0 0 1-16,0 0 4 15,0-29 2-15,0-12 6 16,0-12-8-16,4-9-6 16,9-2-1-16,6 7 0 15,5 12 0-15,4 12-2 16,-5 15-4-16,-1 12 2 16,-3 6-1-16,0 0-1 15,7 10-4-15,8 28 0 16,-1 16 8-16,1 12-3 15,-6 0-1-15,-9-2 6 16,0-7 0-16,-10-14 0 16,2-14-3-16,-5-15 1 0,-4-8 2 15,-2-6 2-15,9 0 0 16,-9-2 0-16,4-33 4 16,-4-20 13-16,7-20-16 15,1-11 1-15,5 4-2 16,11 1-2-16,-1 6-1 15,14 10 1-15,-1 12-2 16,-2 10 2-16,-6 17 0 16,-11 15 2-16,-12 11 3 15,1 0-5-15,-1 0-6 16,18 37 1-16,-1 17 5 16,5 14 3-16,1 4 1 15,-13 4 0-15,-4-3-1 0,-11-1-3 16,2-8 1-16,-2 0-1 15,0-5-11-15,9-11-22 16,1-7 0-16,6-19-17 16,5-10-42-16,13-12 6 15,-25 0 13-15</inkml:trace>
  <inkml:trace contextRef="#ctx0" brushRef="#br0" timeOffset="69369.8559">8839 8719 81 0,'11'-38'64'16,"-11"21"-15"-16,0 8 7 0,0 0-4 16,0 5-15-16,0 4-1 15,-5 0 1 1,-10 0-16-16,-4 0-11 0,-2 0-8 16,-7 30-2-16,0 14-4 15,4 4 2-15,5 4-3 16,10-3 2-16,9-6 1 15,0-10-3-15,0-8 2 16,0-9-4-16,5-12 0 16,14 1 3-16,-2-5 2 15,7 0-3-15,-1-11 5 16,5-28 3-16,-4-9 2 16,-1-4-4-16,-5-2 1 0,-10 12-1 15,3 16 0-15,-11 15 0 16,0 11 3-16,0 0 8 15,0 0-2-15,0 0-10 16,0 23-3-16,0 10-1 16,0 15 4-16,0-6 1 15,0-2 1-15,0-8-1 16,0-6-1-16,0-11-9 16,0-2-17-16,9-11-8 15,14-2-9-15,14 0-34 16,-18-6-14-16,4-21 21 15</inkml:trace>
  <inkml:trace contextRef="#ctx0" brushRef="#br0" timeOffset="69594.1603">9217 8222 179 0,'0'-27'86'0,"0"27"-47"16,0 0 3-16,0 8-37 15,0 37-1-15,0 23-4 16,6 9 15-16,9 4-10 16,-6 0-3-16,-9-2-1 15,4-3 0-15,-4-3-1 16,0-2-7-16,0-13-20 0,0-10-14 16,0-46-29-1,0-2-44-15</inkml:trace>
  <inkml:trace contextRef="#ctx0" brushRef="#br0" timeOffset="70479.7752">8899 8686 112 0,'0'0'23'0,"24"0"24"15,51 0 12-15,4 0-18 16,7 0-9-16,-7 0-7 0,1 0-13 15,-7 0-8 1,-18 0-4-16,-3-3 8 16,-20-2-6-16,-13-1-1 0,-10 0 2 15,-9 4-1-15,0-7 2 16,0 7 0-16,0-3-1 16,0 3 1-16,0 2-2 15,0 0 1-15,-17 0-3 16,-9 13-4-16,-2 23 2 15,0 11-2-15,0 13 2 16,7-2 1-16,6-6-2 16,15-9 2-16,0-16-2 15,0-5-4-15,15-4 4 16,30-11 3-16,6-1 2 16,1-6-1-16,-5 0-1 0,0 0-1 15,-4-24-5-15,-2-2-1 16,-18-7 7-16,-3 5 0 15,-12 10 0-15,7 5 3 16,-10 10-3-16,3 3 1 16,-8 0-1-16,7 0-1 15,-7 3-7-15,0 16 2 16,4-1 5-16,-4-2 1 16,0-2 1-16,0-12 0 15,0-2 0-15,0 0 2 16,0 0 0-16,4 0 3 15,1 0-2-15,-1-19 3 0,4-12 4 16,3 3-10 0,2 0-1-16,6 10 0 0,-2 3-1 15,-2 11 0-15,-2 4-1 16,7 0-1-16,-1 0-2 16,13 4-1-16,0 27 5 15,5 8 1-15,-3-6 1 16,-12 1-1-16,-7-9 0 15,-11-8-8-15,-4-8 6 16,0-4-1-16,0-5 3 16,0 0 4-16,0 0 4 15,0-1-2-15,0-28-6 16,4-14-4-16,9-6 3 0,15 6 1 16,-2 4-2-1,1 14-5-15,-5 14 5 0,-9 8 1 16,-5 3 1-16,5 0-2 15,-11 0 1-15,7 16 1 16,0 11 2-16,1 6 0 16,-1 0 0-16,-9 2 0 15,8-6-2-15,-8-1-9 16,9-4-1-16,-7-6-40 16,2 1-1-16,1-6-26 15,-5-13-15-15,4 0 30 16</inkml:trace>
  <inkml:trace contextRef="#ctx0" brushRef="#br0" timeOffset="70863.8108">10439 8890 63 0,'0'-39'62'15,"0"29"1"-15,0 3 0 16,0 7-33-16,0 0-4 16,-4 0-2-16,-9 0-15 15,-2 11-8-15,6 19-1 16,-10 18-1-16,6-9 1 15,-2 1 0-15,11-13 0 16,4-4-2-16,0-12 0 16,0-11-3-16,0 0 0 15,0 0-3-15,28 0 5 16,0-15 1-16,-5-22-6 16,5-8-2-16,-11 3-3 0,-2 12 1 15,-10 11 12-15,-5 12 0 16,0 7 16-16,0 0 7 15,0 0-6-15,0 0-17 16,0 26-7-16,0 10 7 16,0 5 0-16,0-8 5 15,0 1-1-15,0-9-2 16,0-3-2-16,0-6-2 16,0-10-2-16,23-4-21 15,1-2-10-15,12 0-27 16,-21-15-14-16</inkml:trace>
  <inkml:trace contextRef="#ctx0" brushRef="#br0" timeOffset="71085.3397">10757 8298 207 0,'-18'0'35'0,"18"30"18"16,0 35-9-16,0 5-32 15,20 4-2-15,-1 1 4 16,-10 2-1-16,-1-2-10 16,-4-1 0-16,-4 0-1 15,0-6-2-15,0-10-16 16,0-8-22-16,0-19-43 0,0-31 2 16,-4 0-96-16</inkml:trace>
  <inkml:trace contextRef="#ctx0" brushRef="#br0" timeOffset="71483.1926">10503 8826 106 0,'0'-18'40'0,"0"11"-9"16,24 0 49-16,32 2-19 16,8-1-30-16,0 1-10 15,3 5-13 1,2 0-5-16,-9 0-2 0,-9 0 1 0,-10 0-4 15,-5 0-1-15,-8 0-2 16,-4 0-3-16,-5 11-2 16,-6 5 5-16,-2 5 5 15,-3 4 0-15,-3 3 0 16,-1-3 0-16,-4-5-2 16,0-1 2-16,0-7 0 15,0-7 0-15,0-5 4 16,0 0 1-16,0 0 5 15,0-8 8-15,0-27-2 16,0-9-4-16,0-6-10 16,0-3 1-16,0 7 0 15,0 0-3-15,0 7-1 16,0 5-2-16,0 9-9 16,0 3-13-16,19 6-10 0,9 5-24 15,11 7-40-15,-24 4-23 16</inkml:trace>
  <inkml:trace contextRef="#ctx0" brushRef="#br0" timeOffset="72113.9552">11550 8678 158 0,'0'-3'30'16,"0"-17"11"-16,0 11 12 15,-11-1-31-15,-1 10 6 0,3 0 11 16,-6 0-17-16,-9 12-10 16,-4 21-10-16,-4 13-1 15,0 5-1-15,9 3 0 16,5-2 1-16,16-12-2 16,2-8-1-16,0-3 0 15,0-12-8-15,0-8-2 16,30-5 2-16,7-4-1 15,8 0-1-15,6 0 1 16,5-30-3-16,0-6-10 16,0-9-9-16,-14-3 11 15,-14 6 9-15,-11-2 13 16,-6 5 5-16,-11 10 22 0,0 8 14 16,0 6-11-1,0 13 0-15,0 2-9 0,0 0-9 16,-15 0-12-16,2 25-1 15,-12 13 0-15,3 11 1 16,3-2 0-16,10-5 0 16,3-13 0-16,6-6-2 15,0-14-1-15,0-5 0 16,0-4-6-16,0 0-2 16,6 0 0-16,22-18 3 15,0-12 1-15,4-3-4 16,-10 0 4-16,-1 15 2 0,-10 9 5 15,-5 9 1 1,-6 0 6-16,0 0 4 0,5 3-10 16,3 24 0-16,18 8 7 15,-5 5-3-15,7 3-3 16,6 0 2-16,-8-12-4 16,-4-7-6-16,1-1-6 15,-14-12-58-15,-9-11-8 16,0 0-57-16</inkml:trace>
  <inkml:trace contextRef="#ctx0" brushRef="#br0" timeOffset="73254.4737">12118 8753 133 0,'13'0'22'0,"2"0"24"0,3 28-11 0,1 14-20 16,-6-2-11-16,-3 1 17 16,-10-10-12-16,0-10-2 15,0-10 2-15,0-7 5 16,0-4 1-16,0 0 2 16,0 0 7-16,0-25 1 15,0-13-17-15,0-5-2 16,0-3-6-16,0 3-1 15,18 5 0-15,9 10-2 0,8 13 1 16,-7 3-2-16,8 10 1 16,-4 2 0-16,5 0-2 15,-5 9-1-15,0 21 3 16,-13 6 0-16,-1 6 1 16,-14-6-2-16,-4 5-5 15,0-8-3-15,0-11 3 16,0-9 8-16,0-7 1 15,0-6 1-15,0 0 5 16,0 0 1-16,0-16-6 16,0-11-1-16,0-9 0 15,11-4-4-15,21 2 2 16,-9 2-2-16,-1 11-2 16,-3 13 2-16,-4 6 2 15,-6 6 0-15,-5 0-4 0,9 0-1 16,2 0 6-16,-2 17 1 15,6 2 3-15,-4 2 1 16,7-2-2-16,1 0-2 16,1-8 0-16,-7-4 0 15,-6-7-2-15,-3 0 0 16,-1 0 0-16,-5 0 2 16,13 0 2-16,-2-25 8 15,4-12 0-15,4 0-8 16,-6-9 0-16,-4 7-2 0,0 13-3 15,-11 13 3 1,0 7 1-16,0 6 2 0,0 0 8 16,-2 8-9-16,-18 26 2 15,-5 16-3-15,7 6 6 16,5 0-1-16,3-3-2 16,10-7 2-16,0-13-5 15,0-10-1-15,0-5-1 16,10-10 0-16,10-8-5 15,1 0-4-15,1 0-1 16,1-22-6-16,9-14 5 16,-4-4-2-16,-4 7 2 15,-5 5 5-15,-10 7 7 16,-5 17 0-16,-4 4 4 16,4 0-2-16,-4 0 4 0,0 0-6 15,0 4 2-15,5 26 0 16,-1-6 3-16,2 10-2 15,-1-7 1-15,-5-11-2 16,0-3 1-16,0-10 7 16,4-3 1-16,5 0 10 15,1 0 1-15,3-23-8 16,6-13 3-16,-1-16-16 16,20-5 2-16,3 6-3 15,4 7 0-15,-6 17 0 16,-7 7-3-16,-15 11 3 15,-6 9 3-15,-7 0 4 0,-4 0-6 16,0 0-1-16,0 6-1 16,0 22 1-16,0 8 3 15,0 2 1-15,0-3-1 16,0-6-1-16,0-1-2 16,0-9-5-16,0-3-9 15,0-8-16-15,0-2-13 16,0-6-34-16,0 0-48 15,0 0-16-15</inkml:trace>
  <inkml:trace contextRef="#ctx0" brushRef="#br0" timeOffset="73509.0227">13652 8180 46 0,'19'-10'142'15,"-19"10"-140"-15,5 16 48 16,-1 26 29-16,-4 14-57 16,0 17-9-16,0 14 9 15,0 0-2-15,0 5-14 16,-13 1-2-16,-6-11-1 16,2-10-3-16,2-16-1 15,6-15-5-15,-6-12-16 16,6-14-16-16,-3-4-37 15,5-11-52-15,7 0-2 0</inkml:trace>
  <inkml:trace contextRef="#ctx0" brushRef="#br0" timeOffset="73934.6796">13433 8697 120 0,'0'-19'43'0,"0"16"-26"16,39 0 41-16,17 3-9 15,8-2-16-15,2-2 2 16,-5 4-3-16,-12 0-10 16,-2 0-12-16,-6 0-8 15,-13-2-1-15,0-2 1 16,-3-3-1-16,-8 0-1 16,-6-5 2-16,-4 5 0 0,-3-2 1 15,-4 1 4-15,0 6-2 16,0 2-2-16,0 0-2 15,-4 0 7-15,-20 0-5 16,-4 19-3-16,-2 7-1 16,7 10-1-16,3-6-1 15,7-4 3-15,7 2 5 16,6-7-1-16,0 4 6 16,0-3 1-16,0-7-2 15,11-3-1-15,17-10-1 16,4-2 0-16,6 0 4 15,1 0 0-15,6-14 2 0,-2-12-10 16,-2-10-3-16,-7 4-13 16,-10-3-24-16,-12 5-27 15,-12 22-34-15,0 2-64 16</inkml:trace>
  <inkml:trace contextRef="#ctx0" brushRef="#br0" timeOffset="74715.9069">10347 8502 174 0,'4'-39'132'15,"28"2"-111"-15,7-2 31 0,-3 2-6 16,9 1-42 0,-2 1-4-16,2 4 0 0,-2 3 0 15,-4 3-3-15,-18 10-11 16,-6 5-16-16,-13-1-21 16,-2 11-31-16,0 0-55 15</inkml:trace>
  <inkml:trace contextRef="#ctx0" brushRef="#br0" timeOffset="76473.302">15484 8363 34 0,'0'0'176'0,"0"0"-141"16,0 0-7-16,0 2 6 16,0 28-9-16,0 10-11 15,0 10 1-15,0 2 2 0,15-2-3 16,6-1-4-16,3-7-2 16,4-12-3-1,-5-11-1-15,-6-12-4 0,3-7 1 16,3 0-1-16,3 0 6 15,8-26 5-15,11-18-3 16,-2-8-5-16,-2-2-3 16,-9 2-4-16,-8 9-1 15,-16 11 2-15,-1 18 3 16,-7 11 3-16,0 3 5 16,0 0-5-16,0 0-3 15,0 21-5-15,0 18 1 16,0 5 4-16,0-1 2 0,4-6-2 15,5-7-12 1,-1-8-27-16,12-12-10 0,-1-10-17 16,2 0-27-16,3 0 14 15,-9-30 8-15,4-3 45 16,-10-3 26-16,-5-2 38 16,0 9-4-16,1 9 13 15,-5 9-7-15,0 11-9 16,4 0-1-16,11 5-27 15,-6 32 1-15,14 11 20 16,-6 7-1-16,-2-3 9 16,-2-6-12-16,-13-18-5 15,5-13 7-15,-5-11-8 16,0-4 3-16,0 0 4 0,6 0 1 16,-2 0-5-16,1-22-3 15,3-9-1-15,7-9-12 16,11 1-1-16,-3 4 0 15,5 7 0-15,0 8-2 16,-8 9 0-16,-8 11 0 16,-1 0-1-16,-11 0-5 15,4 0-1-15,1 0 0 16,3 22 7-16,3 3 2 16,-2-1-4-16,-1 1-4 15,-4-6-8-15,3-2-11 16,1-6 5-16,-3-6 0 15,3-2 7-15,7-3-15 0,-6 0 12 16,0 0 18-16,6-18 1 16,4-12 12-16,-6-6 3 15,0-3-2-15,2 2-4 16,-15 6 3-16,0 16 1 16,0 6 2-16,0 9-2 15,0 0-2-15,0 0-1 16,0 5-11-16,-9 29-6 15,-15 8 6-15,1 1-1 16,10-2 1-16,2-5-2 16,11-11 0-16,0-12-3 15,0-5-5-15,0-8 0 16,0 0 1-16,0 0 7 0,0-2 2 16,0-17 0-1,11-11 7-15,17-1-6 0,-7 1-1 16,3 6-1-16,-9 14 0 15,-7 7 1-15,-8 3 0 16,0 0 6-16,5 0-6 16,3 6 2-16,12 13-1 15,3 0 2-15,5-1-3 16,13 5-5-16,10-5-28 16,27-1-43-16,-44-15-44 15,15 1 75-15</inkml:trace>
  <inkml:trace contextRef="#ctx0" brushRef="#br0" timeOffset="77132.1732">17656 8534 111 0,'0'0'27'0,"0"0"29"15,11 0-12-15,11 0-8 16,-3 0-5-16,-6 0-1 16,2 0-10-16,4 0-9 15,-6-11-4-15,-4-6-2 16,-3 5 4-16,-6-6-2 0,0 8-3 16,0 7 0-16,0 3 1 15,-6 0 0-15,-7 0-5 16,-7 11-3-16,-3 21 2 15,1 11-3-15,3 11 4 16,6-9 2-16,7 2 1 16,6-11-1-16,0-5-2 15,0-10 1-15,38-12-1 16,12-9 0-16,10 0 0 16,11-3-3-16,-3-35-7 15,-8-5-10-15,-4-5-14 16,-15 4 3-16,-13 2 5 15,-9 5 17-15,-15 2 9 0,-4 9 3 16,0 13 13-16,0 5 12 16,0 8-3-16,0 0-1 15,0 0-15-15,0 0-9 16,0 0-3-16,0 19-3 16,0 9 4-16,15 4 2 15,17 2 1-15,1 1 0 16,-6-8 4-16,-5 2-3 15,-3-5 0-15,-10-7-2 16,-9-7 1-16,0 4-1 16,0-4 11-16,-37 1 9 15,-18 3-5-15,-10-3-6 16,1 0-6-16,4-3-3 0,19 1 1 16,13-6-1-1,17-3-4-15,11 0-12 0,0-12-15 16,0-26-14-16,11 14-39 15,6-1-40-15</inkml:trace>
  <inkml:trace contextRef="#ctx0" brushRef="#br0" timeOffset="77342.8084">18420 7971 152 0,'0'0'52'0,"0"18"-29"15,0 49 22-15,0 15-10 16,0 8-24-16,4 3 5 16,1-4 9-16,-5-8-11 15,4-4-10-15,-4-3-4 16,0-10-16-16,0-11-13 16,0-50-65-16,0-3-26 15</inkml:trace>
  <inkml:trace contextRef="#ctx0" brushRef="#br0" timeOffset="77806.4681">18323 8518 34 0,'18'-36'38'16,"61"26"-10"-16,18-1 13 16,5 5-3-16,4 0-3 0,-3 1 2 15,-20 5-29-15,-18 0-8 16,-20 0 3-16,-22 0 0 15,-23 0-3-15,0 0 11 16,0 0 25-16,0 0 5 16,-19 0-20-16,-13 0-20 15,0 0 0-15,-5 17-1 16,-10 9 0-16,6 14 0 16,0 5 0-16,3 1 1 15,10 2-1-15,11-6-1 16,8-12 0-16,9-12-1 15,0-12-3-15,0-6-2 0,0 0 1 16,9 0-1-16,23-11 6 16,13-21 1-16,6-4-2 15,-3 1-3-15,-8 14 3 16,-12 12 2-16,-19 7 6 16,-9 2 14-16,0 0-5 15,0 0-13-15,0 0-2 16,6 11-1-16,7 12 1 15,11 8-5-15,8-6-15 16,4-7-19-16,7-8-28 16,-6-10 2-16,3 0 7 15,-7 0 11-15,-6-24 10 0</inkml:trace>
  <inkml:trace contextRef="#ctx0" brushRef="#br0" timeOffset="78527.5601">19308 8610 21 0,'9'-42'40'0,"1"1"0"15,-5 8-6-15,-5 7-24 16,0 13 15-16,0 7 19 15,-5 6-8-15,-18 0-7 16,-5 23-11-16,-4 18-10 16,8 7 8-16,9 3-4 15,6 1-3-15,9-6-2 16,0-7-1-16,0-15-2 16,0-10 0-16,0-12-1 15,24-2 5-15,4 0-1 16,4-25 0-16,5-15-7 0,5-6-1 15,-5-9-7 1,-9-4-6-16,-5-9-5 0,-10-15 1 16,-13-14-6-16,0 13-5 15,0 22 8-15,0 27 21 16,0 28 24-16,0 7 9 16,0 0-13-16,0 10-13 15,0 30-1-15,0 18 14 16,-4 1 8-16,-5 3 2 15,9-2-6-15,0-5-14 16,0-9-6-16,0-6-4 16,0-7 0-16,0-12-3 0,0-5-16 15,9-14-20 1,10-2-9-16,3 0 3 0,6-20-25 16,4-13 1-16,0-6 2 15,0 10 40 1,-8 7 24-16,-9 9 6 0,-15 13 11 15,0 0 27-15,0 0-3 16,0 8-4-16,0 19-15 16,0 6 26-16,0-3-9 15,0 1-10-15,0-6-7 16,0 2-8-16,0-4-8 16,0-4-3-16,0-6 0 15,0-4-1-15,0-8-19 16,0-1-13-16,0 0-13 15,0-7 7-15,4-25 25 0,5-3 3 16,1-6 11-16,-10-6 10 16,0-2 17-16,0 1 12 15,0 4 9-15,5 7 6 16,7-3-11-16,3 6-30 16,3 1-13-16,1 8 0 15,-2 5 0-15,2 6-4 16,1 6-12-16,-7 5-22 15,6 3-17-15,4 0-39 16,-18 3 5-16,3 11 47 16</inkml:trace>
  <inkml:trace contextRef="#ctx0" brushRef="#br0" timeOffset="78885.485">20044 8350 133 0,'0'0'72'15,"0"0"-23"-15,0 0 6 16,0 0-19-16,0 0-11 16,-15 0 4-16,-3 0-18 15,-5 11-11-15,-1 8 2 16,5-1-1-16,10 8 0 16,5-4-2-16,4 8 1 15,0 3-2-15,0 2 2 16,0-2-1-16,28 0 0 0,0-1 1 15,0-4-1 1,-5-1-1-16,-10 0 1 0,-4-6-2 16,-9-2 2-16,0-5-2 15,0-5 2-15,0-2 1 16,-32 0 0-16,-9-7 8 16,-2 0-4-16,2 0-4 15,5-7-2-15,4-20-20 16,8-6-6-16,15-1-22 15,9 15-30-15,0 2-51 16</inkml:trace>
  <inkml:trace contextRef="#ctx0" brushRef="#br0" timeOffset="79119.9761">20247 7878 150 0,'9'-21'99'0,"-9"21"-83"16,0 0 0-16,0 47 0 16,4 18-11-16,9 20 8 15,-2 10 8-15,-7-2-2 16,-4-1-11-16,4-9-6 16,-4-6-2-16,0-13-1 15,0-10-14-15,0-13-60 16,0-41-23-16,0 0-19 15</inkml:trace>
  <inkml:trace contextRef="#ctx0" brushRef="#br0" timeOffset="79495.7956">20149 8446 157 0,'0'-11'35'0,"0"4"-29"16,51 5 45-1,14-7-9-15,10 5-36 0,-7 1 3 16,-8-1-5-16,-12 4-3 16,-16 0-1-16,-15 0-1 15,-2 0-4-15,-7 8 5 16,-3 22 2-16,5 5 2 0,-10 6-3 16,0-3 1-16,0-2-2 15,0-9 1-15,0-6 0 16,0-8 0-16,0-9 5 15,0-4 1-15,0 0 4 16,0 0 2-16,0 0-3 16,0-4 8-16,0-24-11 15,0-8 0-15,0-8-5 16,0-5-2-16,0 6-2 16,0 8-15-16,0 8-9 15,13 10-12-15,15 6-29 16,-8 11-31-16,-8 0-28 0</inkml:trace>
  <inkml:trace contextRef="#ctx0" brushRef="#br0" timeOffset="80055.5604">20953 8365 125 0,'11'0'62'16,"-11"0"0"-16,0 0-21 16,0 0-21-16,-15 11-12 15,-22 15 5-15,-10 3 4 16,6 12 1-16,-6 3 1 15,11 1-6-15,8 4-5 16,15-6-7-16,13-6-1 16,0 0-1-16,0-8-9 15,24-4-5-15,25-14 5 16,7-11-5-16,-5 0 10 16,5-5-7-16,0-29-6 0,-11-6-3 15,-2-3-5-15,-11 0 14 16,-4-1 10-16,-15 5 2 15,-9 4 1-15,-4 8-1 16,0 11 11-16,0 11 9 16,0 5 12-16,0 0-16 15,-24 0-11-15,-4 24-1 16,-4 9-2-16,4 4 3 16,11-6 2-16,9-5-4 15,1-10 0-15,7-5-3 16,0-8-1-16,0-3-2 15,0 0-2-15,15 0 5 0,13-15 1 16,4-15-1-16,5-6-2 16,-1 2-1-16,-8 3 3 15,-4 7 0-15,-16 9 4 16,3 10 13-16,-11 5 2 16,0 0 3-16,0 5-8 15,0 32-12-15,0 13 4 16,0 22 10-16,0 1-3 15,0 0-6-15,0-1-4 16,0-13-2-16,0-11-1 16,0-9-18-16,-19-10-28 15,6-29-26-15,-11 0-55 0</inkml:trace>
  <inkml:trace contextRef="#ctx0" brushRef="#br0" timeOffset="81053.5855">7683 10641 119 0,'39'20'42'0,"-27"-20"-26"15,16 0 23-15,5-2-11 0,-1-17-13 16,0-8 3-16,2-1-9 16,-12-5-7-16,-3 2-2 15,-4-3 2-15,-15 2-1 16,0 8 1-16,0 5-2 15,-6 6 0-15,-25 6-5 16,-7 4-10-16,1 3 7 16,3 0 2-16,-7 23 5 15,5 8 1-15,8 6 2 16,4 0 10-16,12-2 5 16,5 1-3-16,7-1-1 15,0-5 2-15,0-2-3 16,0-8-7-16,34-1 0 15,-1-8-5-15,7-3 0 16,12-3 0-16,4-5-15 0,14 0-16 16,3-12-28-16,-51-9-30 15,3-4-68-15</inkml:trace>
  <inkml:trace contextRef="#ctx0" brushRef="#br0" timeOffset="81345.7572">8187 10431 145 0,'-64'4'50'0,"29"20"9"16,14-2-14-16,17 4-29 15,4-2-4-15,0 0-6 16,19 4-4-16,22 2 1 0,2-3 2 31,-7 3-2-31,-4 0-2 0,-8-6 0 16,-7-3 1-16,-6-6-2 0,-7-11 0 15,-4 1 0-15,0-1 0 16,0 1 5-16,-4 3 0 16,-35-2-2-16,-2-6-3 15,1 0-2-15,1 0-4 16,11 0-7-16,9 0-24 16,6-11-14-16,13-1-37 15,0 3-53-15</inkml:trace>
  <inkml:trace contextRef="#ctx0" brushRef="#br0" timeOffset="82082.6368">8691 10404 170 0,'0'0'39'16,"0"0"-11"-16,0 19 13 15,0 17-22-15,15 9-3 16,2 0 2-16,3 0-6 16,3-5-4-16,-6-9-6 15,3-2-1-15,-1-10-1 0,-6-11-3 16,2-5 2-16,-7-3-2 16,5 0-3-16,7 0 1 15,-5-13 5-15,8-21 2 16,-1-9-2-16,-7 0 1 15,-3 1 2-15,-3 14-1 16,-3 11 2-16,-1 11 14 16,-5 6 7-16,0 0 5 15,0 0-26-15,0 6-4 16,15 14-2-16,2 5 2 16,7-1 2-16,-7-3 2 15,2-2-4-15,-4-11-10 16,-6-1-8-16,1-7-8 15,-8 0-10-15,5 0-6 16,-5 0-1-16,15-7 7 0,-8-26 23 16,4 0-15-16,4 2-19 15,0 5 19-15,-6 15 17 16,6 5 11-16,-6 6 5 16,6 0 5-16,2 17 0 15,0 14 10-15,1-2 27 16,-3-2-32-16,-2-4 7 15,-11-10-11-15,-4-6-5 16,0-6 16-16,0-1-2 16,0 0-1-16,0 0 2 15,0 0-1-15,0 0 0 16,4 0 2-16,1-16-12 0,3-3-10 16,7-6 0-16,5 1-1 15,1 6 1-15,7 0 0 16,-4 7 0-16,-1 11 0 15,-10 0-1-15,6 0-2 16,-2 0-3-16,9 0-5 16,2 18-5-16,2 6-1 15,9 5-12-15,10-4-22 16,2-3 26-16,-31-19-53 16,-3-3-35-16</inkml:trace>
  <inkml:trace contextRef="#ctx0" brushRef="#br0" timeOffset="82494.2995">10087 10463 54 0,'0'-51'91'0,"-17"18"-46"15,-15 5 8-15,4 13 4 16,9 6-36-16,10 9-3 16,-10 0-7-16,6 0-7 15,-15 24-4-15,9 20 2 16,2 9-1-16,2-5-1 15,15-2 0-15,0-8 0 16,0-14 0-16,0-7-1 16,0-10-5-16,0-7 4 15,15 0 1-15,-2 0 1 0,-1 0 4 16,3-9 3-16,5-19-2 16,1-5-3-16,-6-4-1 15,-2 1 1-15,-2 11 0 16,-7 8-1-16,-4 13 1 15,0 4 1-15,0 0 6 16,0 0-7-16,0 3-2 16,0 26-8-16,0 4 8 15,4 5 0-15,16-8 0 16,-3-6-16-16,17-1-16 16,7-10-28-16,15-11-11 15,14-2 30-15,14 0 24 16,-54-21-40-16,7-4-13 15</inkml:trace>
  <inkml:trace contextRef="#ctx0" brushRef="#br0" timeOffset="82764.7952">10980 9837 103 0,'-33'-82'95'0,"-16"66"-17"15,6 7-10-15,15 7-31 16,13 2-7-16,-2 0-7 15,9 0-7-15,-7 8-13 16,0 35-3-16,-5 23 0 16,5 15 9-16,2 8-2 0,13 3 2 15,0-2-2 1,0-5-4-16,0-6-2 0,13-12-1 16,15-14 0-16,6-10-3 15,-6-15-17-15,-8-7-17 16,-5-6-7-16,-7-7-18 15,-8-8-60-15,0 0-24 16</inkml:trace>
  <inkml:trace contextRef="#ctx0" brushRef="#br0" timeOffset="83403.3783">10675 10350 4 0,'0'-33'84'16,"56"16"-50"-16,19 1 9 15,-7-2 6-15,-3 1-14 0,-5 6-16 16,-19 4-12-16,-7 1 3 16,-17 3 2-16,-13 3-5 15,3 0-4-15,-7 0-3 16,8 11 2-16,-3 22-2 16,10 1 5-16,-11 2-1 15,0-3-2-15,5-2 2 16,2-8 0-16,-3-9 0 15,5-8-2-15,2-1 3 16,-2-5-5-16,-4 0 0 16,1 0 5-16,7-17 0 15,9-19 4-15,-4-9-9 0,5-2-1 16,-1 2-8-16,-15 9-1 16,6 14 3-16,-10 7 6 15,-7 15 1-15,0 0 0 16,0 0 5-16,4 0-5 15,0 3-9-15,5 23 9 16,6 4 2-16,-2 2 0 16,2 3-2-16,-3-5 3 15,8-3-2-15,-12-6 0 16,7-10-1-16,-10-5 1 16,-1-6 1-16,-4 0-1 15,4 0 2-15,1 0 2 16,10-18 5-16,8-19 4 15,5-3-12-15,8-4-2 16,-3 10 1-16,3 4-1 0,-8 11 0 16,-9 10 5-16,-10 9 4 15,-9 0-9-15,6 0 0 16,-4 0-7-16,9 22 7 16,4 6 3-16,2 2-2 15,-4-3-1-15,13-1-9 16,-5-3-11-16,7-7-10 15,0-6-17-15,6-10-26 16,-23 0-14-16,4 0-8 16</inkml:trace>
  <inkml:trace contextRef="#ctx0" brushRef="#br0" timeOffset="84053.109">12136 10124 9 0,'0'-25'175'0,"-33"25"-136"16,12 0 16-16,-3 8-13 15,5 23-28-15,6 12 11 16,-2 1 5-16,7-2-8 16,3-1 0-16,5-4-3 15,0-13-8-15,0 2-9 16,0-11-2-16,0-8-1 16,9-5 0-16,4-2-4 15,2 0-3-15,4 0-5 16,-2 0 2-16,11-24 3 15,0-10-5-15,4-7-5 0,-4-2 2 16,-9 15 8-16,-6 7 8 16,-13 15 0-16,0 6 10 15,0 0 8-15,0 0 1 16,0 0-19-16,0 19-1 16,15 7 1-16,2 4 0 15,3 0 0-15,8-6 0 16,-5-6-21-16,5-6 2 15,-2-8-9-15,-3-4-12 16,1 0-20-16,0 0 17 16,-11-11-20-16,2-13 17 15,-11-1 34-15,-4-3 12 0,0 4 28 16,0 9 15-16,0 6 2 16,0 7-4-16,0 2-5 15,0 0-8-15,0 12-28 16,0 21-1-16,0 2 1 15,0-1 15-15,0-10 1 16,13-5-1-16,2-11-4 16,2-8-2-16,-2 0-7 15,-2 0 2-15,2 0 3 16,2-23 2-16,2-1-2 16,-4-2-3-16,-6-2-4 15,-9 1-5-15,0 1 2 16,0-1 0-16,-19 4-2 15,-14 3-3-15,5 16-7 16,16 4-12-16,1 0-5 0,7 0-23 16,4 13-36-16,0 1 15 15,0-3 1-15</inkml:trace>
  <inkml:trace contextRef="#ctx0" brushRef="#br0" timeOffset="84368.6654">12687 10331 19 0,'28'5'45'16,"-5"0"-3"-16,-10-1-22 15,-8-2 4-15,-5-2 5 16,0 0 6-16,0 0 11 16,6 0-9-16,3-6-10 15,-1-21-5-15,11-5-17 16,1-9-5-16,-3 6 0 0,2 3 0 16,-6 7 0-16,0 9-2 15,2 10-1-15,-9 6 1 16,-6 0-2-16,0 0-6 15,0 16-2-15,0 18 12 16,0 11 5-16,3-1 0 16,-3 1 6-16,10 0-6 15,5-9 10-15,-4-5-11 16,13-11-1-16,-9-4-3 16,-7-12 0-16,-4-4-1 15,9 0-16-15,-11 0-29 16,-2-8-21-16,0-10-31 15</inkml:trace>
  <inkml:trace contextRef="#ctx0" brushRef="#br0" timeOffset="84574.441">12432 9951 47 0,'-43'-19'286'0,"43"10"-200"16,0-11-8-16,0 0-25 15,0-4-32-15,2 2-10 16,6 5-5-16,-8 8-6 16,5 7-6-16,-5 0-31 15,0-1-31-15,0 0-16 0,0-1-28 16,0 0-109 0</inkml:trace>
  <inkml:trace contextRef="#ctx0" brushRef="#br0" timeOffset="84751.5649">11745 9793 224 0,'-10'4'40'16,"10"-4"-3"-16,0 0-22 15,0 0-15-15,27 0-13 16,18 0-40-16,-23 0-44 15,-3 0-56-15</inkml:trace>
  <inkml:trace contextRef="#ctx0" brushRef="#br0" timeOffset="85914.3117">14263 10164 133 0,'-28'0'69'15,"20"0"-35"-15,-3 0 20 16,3 0-26-16,-1 0-13 16,-6 0 12-16,-13 0 2 15,-4 3-17-15,-9 18-8 16,-6 13-1-16,4 6-1 16,-2 6 3-16,15 7 0 15,11-2-5-15,10-4-1 16,9-10 1-16,0-6-1 0,0-9-2 15,0-8 2 1,28-5 1-16,2-8-2 0,4-1 2 16,11 0 4-16,5-15-2 15,1-26-2-15,5-10-3 16,-5-11-3-16,1-6-4 16,-11-6-4-16,-9-7 2 15,-13-4 2-15,-19 0 2 16,0-3-3-16,0 10 3 15,-13 18 4-15,-10 28 4 16,3 21 3-16,8 11 16 16,5 0-8-16,-1 0-11 15,-1 27 1-15,-2 27-2 0,7 12 2 16,0 8 3 0,4 4 1-16,0-5 4 15,0-3-1-15,0-5 1 0,4-11-5 16,24-6 0-16,4-4-2 15,11-11-2-15,6-6 1 16,5-9-1-16,-9-6 0 16,0-10 0-16,-2-2 0 15,-2 0 2-15,6-14-1 16,-2-20-1-16,6-6-8 16,-6-3-9-16,-17 1-3 15,-13 5 6-15,-15 13 4 16,0 4 4-16,-4 9 1 15,-35 11 5-15,3 0 8 0,-5 0-7 16,5 31 3-16,1-2 8 16,14 3 6-16,6-1 3 15,11-7-2-15,4-1 1 16,0 0-9-16,0 1 0 16,4-3-5-16,32 0-4 15,11 0 0-15,9-11 1 16,4-5-3-16,5-1 3 15,-1-4-3-15,7 0-2 16,2 0-46-16,-50-5-44 16,5-13-91-16</inkml:trace>
  <inkml:trace contextRef="#ctx0" brushRef="#br0" timeOffset="86281.2792">16400 9697 143 0,'0'0'104'0,"0"26"-91"16,0 20 29-16,0 16 10 16,-20 8-33-16,-1 11 11 15,-7-1-3-15,-4 1-2 16,-7-5-10-16,3-8-2 16,-1-8-7-16,9-12-3 15,5-12-2-15,14-12-1 16,5-11-3-16,4-8-25 15,0-5-21-15,0 0-6 16,0 0-15-16,8-7-13 16,5-16-47-16</inkml:trace>
  <inkml:trace contextRef="#ctx0" brushRef="#br0" timeOffset="86608.0431">16016 9622 102 0,'-20'0'87'16,"20"0"-70"-16,0 0 17 16,20 0-7-16,31 0 8 15,22-9 14-15,15-3-8 0,15-10-4 16,2 0-1-16,7-2-14 15,-1 0 0-15,-10 2-3 16,-5 0-10-16,-8 0-6 16,-13 8-2-16,-15 0-1 15,-19 9-1-15,-26 5-44 16,-15 0 34-16,0 0-21 16,0 0-22-16,-23 28-26 15,-5-12-20-15,-4 2-84 16</inkml:trace>
  <inkml:trace contextRef="#ctx0" brushRef="#br0" timeOffset="86936.8973">16136 10007 136 0,'0'12'42'15,"0"-12"12"-15,0 0 3 16,41 0-7-16,25 0 7 16,3-15-9-16,-1 2-11 15,12-3-3-15,-7 0-6 0,2-1-7 16,-7 3-12-16,3 1-6 15,-7 6-3-15,-4 0 0 16,-4 5-3-16,-15-1-18 16,-5 3-23-16,-8 0-25 15,-28 0-32-15,0 0-76 16</inkml:trace>
  <inkml:trace contextRef="#ctx0" brushRef="#br0" timeOffset="87295.4534">17491 10060 113 0,'-4'7'110'15,"-15"0"-60"-15,-1 4-13 16,3 7-3-16,-11 1-22 16,-4 8 2-16,0-1 0 15,-11 7 4-15,-2 0 1 16,2-1-3-16,2 3-6 16,9-2-5-16,9-6-4 15,3-7-1-15,12-8 0 16,8-2-2-16,0-5-1 0,0-3-16 15,0-2-14-15,0 0-16 16,0 0-16-16,0 0-19 16,0 0 11-16,0 0-11 15</inkml:trace>
  <inkml:trace contextRef="#ctx0" brushRef="#br0" timeOffset="87565.8109">17157 10152 76 0,'6'-17'69'0,"-6"17"-18"0,4 0 3 16,1 0-7-16,-5 0-27 15,8 0 3-15,12 0-5 16,3 8 1-16,9 12 17 16,9 5-10-16,6 3-3 15,3 3-12-15,1 4-6 16,13 3-2-16,-3-1-1 15,-1-2 0-15,-9-4-2 16,-19-11 0-16,-12-3-8 16,-12-6-28-16,-8-1-9 15,0 2-16-15,0-12-52 16,-8 0-63-16</inkml:trace>
  <inkml:trace contextRef="#ctx0" brushRef="#br0" timeOffset="90659.2897">18748 9361 145 0,'0'-18'109'15,"0"11"-75"-15,4 5 19 16,-4-1-10-16,5 3-28 0,1-2 2 15,-6 2 6 1,4 0-10-16,-4 0-3 0,0 0-5 16,5 0-3-16,3 17 2 15,1 10 4-15,2 2-4 16,-3 7-1-16,1 2-1 16,-9-3-2-16,0 0-3 15,0-5-10-15,0 1-8 16,0-2-8-16,0-4-5 15,0-7-1-15,-4-7-9 16,4-8-22-16,0-3-7 16,0 0-31-16</inkml:trace>
  <inkml:trace contextRef="#ctx0" brushRef="#br0" timeOffset="90864.0358">18971 9262 46 0,'13'-20'81'16,"-9"20"-30"-16,1 0 11 16,10 5 11-16,-7 26-32 15,7 7-21-15,-6 2-13 16,-1 5-4-16,1-6-3 16,6 3-10-16,-2-9-24 15,6 4-33-15,-19-32-27 16,5 1-50-16</inkml:trace>
  <inkml:trace contextRef="#ctx0" brushRef="#br0" timeOffset="91664.6627">19239 10365 159 0,'0'14'50'0,"0"-14"11"15,5-38-27-15,35-8-12 16,8-5-15-16,-12-1 7 16,0 3-8-16,-12-9-2 0,0-3 2 15,-1-12 2 1,-6-14-2-16,-8-13-2 0,-3-7-4 16,-6 11-1-16,0 17-4 15,0 29 1-15,0 31 4 16,0 16 5-16,0 3 0 15,-15 0 7-15,3 13-12 16,-8 26 0-16,1 14 0 16,-2 15 1-16,5 2 1 15,8 1 3-15,4 9 0 16,4-1 1-16,0 0-3 16,0-4 3-16,0-7-2 15,0-6-2-15,8-7-2 16,16-10 0-16,4-6 0 15,4-9-13-15,9-3-11 0,6-9-15 16,-2-7-9-16,2-11-40 16,-34 0-21-16</inkml:trace>
  <inkml:trace contextRef="#ctx0" brushRef="#br0" timeOffset="92083.0971">19812 10146 39 0,'9'-43'50'15,"-9"21"-7"-15,0 6 10 16,0 7 0-16,0 7-10 16,0 2 4-16,0 0-9 15,-18 0-8-15,-1 0-11 0,-4 27-19 16,-5 14-4-16,4 4 4 16,11 4 0-16,0-7 1 15,7-8-1-15,6-6 0 16,0-9-1-16,0-11 0 15,0-4 0-15,0-4-3 16,0 0-5-16,15 0 3 16,8-15 3-16,5-13-4 15,-2-7-4-15,-2-5-1 16,-5-1 4-16,0 4 2 16,-10 9 3-16,-1 17 2 15,-3 6 1-15,-5 5 7 16,0 0 5-16,0 0-7 15,0 7 1-15,0 18-3 16,19 7-2-16,0 4 0 0,3-3-1 16,1 0-6-16,10 4-14 15,3-6-14-15,16-2-6 16,8-11-3-16,-37-18-83 16,9 0 85-16</inkml:trace>
  <inkml:trace contextRef="#ctx0" brushRef="#br0" timeOffset="92647.6408">20912 9893 16 0,'-51'-8'130'15,"19"8"-115"-15,8 0 29 16,3 0 6-16,-3 0-20 16,-4 11-18-16,-4 21 9 15,4 7-7-15,0 1-2 16,5 7-8-16,14-5 2 16,5 3-2-16,4-9-2 15,0 1 2-15,0-13-3 16,0-7 2-16,28-6-2 15,4-10-1-15,0-1 2 16,9 0-1-16,6-14-1 0,2-23-2 16,3-4-3-16,-9-7 0 15,-7-7-4-15,-8-4 4 16,-11-9 5-16,-6-7 0 16,-11-5 1-16,0-1 2 15,0 16-2-15,0 18 4 16,-11 21 0-16,3 20 8 15,3 6 2-15,1 0-1 16,0 3-14-16,-3 30 1 16,7 15-1-16,0 18 3 15,0 5 0-15,0 13-1 0,0-3-1 16,0-8 0-16,0-8-1 16,0-11 0-16,11-16 0 15,-2-13-13-15,-1-9-10 16,3-13-13-16,6-3-31 15,2 0-8-15,-6-17-10 16,-2-7-30-16</inkml:trace>
  <inkml:trace contextRef="#ctx0" brushRef="#br0" timeOffset="92944.9815">21168 10004 52 0,'0'0'89'0,"0"0"-62"15,4 45 27-15,4-1-11 0,1 6-15 16,6-1-6-16,-2-3 2 15,-9-11-18-15,7-8-5 16,-7-10 1-16,0-11-2 16,1-6-6-16,-1 0-24 15,-4 0-28-15,0-15 21 16,0-20 10-16,0-7 5 16,0-15 8-16,0-6 13 15,0-4 1-15,0 14 10 16,-9 7 21-16,5 13 10 15,0 10 0-15,4 12-19 16,0 4-13-16,0 7-5 16,0-1-4-16,0 1-5 15,0 0-22-15,0 0-25 0,0 0-16 16,4 0-41-16</inkml:trace>
  <inkml:trace contextRef="#ctx0" brushRef="#br0" timeOffset="93304.9188">21545 9923 191 0,'0'0'50'0,"0"0"-8"16,-13 0-9-16,9 0-19 16,-11 0-13-16,6 11-2 0,1 14 2 15,-7 2 0 1,10 2 0-16,5 0 0 0,0 1-1 15,0 1-1-15,0-3 1 16,9-2-3-16,15-1 3 16,-1-3 0-16,-10-6 0 15,-2-3 0-15,-7-7 0 16,-4-3 1-16,0-3 7 16,0 0 9-1,0 0 4-15,-11 5 3 0,-21 1-18 16,-4-3-4-16,-5 1-2 15,2 1 0-15,7-1 0 16,11-4-10-16,6 0-11 16,10-5-19-16,5-33-14 15,0 13-21-15,0-4-60 0</inkml:trace>
  <inkml:trace contextRef="#ctx0" brushRef="#br0" timeOffset="93537.6651">21697 9343 152 0,'11'-25'53'0,"-7"25"-23"15,5 43-1-15,6 34 4 16,-2 25-12-16,6 11 8 16,-6-6-5-16,6 0-14 15,-10-12-2-15,6-14-5 16,-15-10 1-16,0-18-4 0,0-12-6 15,0-14-13 1,0-13-31-16,0-14-23 0,0 0-9 16,0-5 25-16</inkml:trace>
  <inkml:trace contextRef="#ctx0" brushRef="#br0" timeOffset="93944.4079">21704 9942 48 0,'0'-5'51'15,"0"5"-35"-15,13 2 24 16,38 21 3-16,9 4-14 16,-11 3-2-16,3 0-10 0,-20 2-12 15,-8 1 0 1,-16-6 9-16,-1-5-7 0,-7-10-2 16,0-6 1-16,0-3-2 15,0-3-1-15,0 0 0 16,0 0-3-16,0-9 0 15,0-11-7-15,0-8 6 16,0-3 0-16,21 6-2 16,18-5-7-16,-3 8-4 15,1 3 3-15,-1 8-1 16,-8 4 7-16,-9 7 3 16,5 0-2-16,-7 0 4 0,-2 25 16 15,-2 9 3 1,2 3-7-16,-6 7 4 15,-1-3-7-15,-4-4-4 0,3-9-1 16,-3-9-4 0,-4-11 1-16,0-5-1 0,4-3-9 15,-4 0-22-15,0-3-33 16,0-14-11-16</inkml:trace>
  <inkml:trace contextRef="#ctx0" brushRef="#br0" timeOffset="94415.6418">22349 9440 89 0,'7'54'85'0,"1"20"-45"15,5 7-11-15,2 4 3 16,-2-10-22-16,-9-1-8 15,-4-18 2-15,0-9-2 16,0-18 3-16,0-14-5 16,0-10 3-16,0-5-1 15,0 0 5-15,0 0-7 16,0-16 0-16,0-8-12 16,0 4 9-16,0 4 0 15,15 5-1-15,13 2-1 16,-4 4 0-16,-3 5 3 0,3 0 0 15,0 0 1-15,-1 0 1 16,-1 8 9-16,1 12 0 16,-8 4 4-16,-6 1 2 15,-5 1-7-15,-4 2-4 16,0-1 3-16,-4-1-2 16,-37-1-1-16,-2-4 2 15,-2-4-5-15,2-6-1 16,-2-8-7-16,7-3-1 15,1 0-6-15,5 0-11 16,15-10-17-16,10-11-31 16,7 9-16-16,0 3 10 0</inkml:trace>
  <inkml:trace contextRef="#ctx0" brushRef="#br0" timeOffset="94919.4522">22628 9967 133 0,'0'0'43'0,"0"10"-3"0,0 14-1 15,0 6-15 1,0 6 2-16,0 0 0 15,0 2-10-15,0-9-4 0,0-4-8 16,0-9 1-16,0-8-3 16,4-5 5-16,5-3-3 15,0 0 1-15,6 0 2 16,8-19-1-16,5-10-6 16,4-10-5-16,0-3-4 15,-8 3-4-15,-3-2 0 16,-10 10 4-16,-6 8 9 15,-5 12 1-15,0 11 11 16,0 0-3-16,0 0-1 16,0 0-1-16,0 0-3 15,0 11-4-15,0 19 2 0,0 7 3 16,0 2 1-16,0-1-4 16,0-6-2-16,0-4 0 15,0-10-8-15,0-11-9 16,0-3-6-16,4-4-20 15,11 0-19-15,-2-7 7 16,6-14 1-16,-2-5 10 16,-13 10-16-16,-4 1 20 15</inkml:trace>
  <inkml:trace contextRef="#ctx0" brushRef="#br0" timeOffset="94982.4238">22628 9967 21 0</inkml:trace>
  <inkml:trace contextRef="#ctx0" brushRef="#br0" timeOffset="95300.8153">22628 9967 21 0,'318'-58'66'0,"-318"58"5"0,0 0 5 0,0 23-43 15,0 8 0-15,0 7 6 0,0 2-4 16,-5-7-15-16,5 0-5 16,0-2-3-16,0-6-6 15,0-7-3-15,15-4-3 16,2-6 1-16,3-8-2 16,3 0 0-16,1 0-12 15,4 0 0-15,4-26-13 16,-4-2-1-16,4-5 0 15,-10-2 3-15,-3 3 16 16,-6 3 8-16,-13 10 8 16,0 9 3-16,0 8 9 0,0 2 8 15,0 0 1 1,0 0-4-16,0 0-6 0,0 0-4 16,0 24-11-16,0 7-4 15,0 8 3-15,0 0-3 16,0-4-1-1,0-7-10-15,0-5-19 0,0-9-9 16,0-8-15-16,6-6-17 16,7 0-5-16,-9-3 10 15,1-14-25-15</inkml:trace>
  <inkml:trace contextRef="#ctx0" brushRef="#br0" timeOffset="95600.1081">23349 9942 105 0,'0'0'54'0,"0"0"4"15,0 3-10-15,0 23-35 16,0 14 6-16,-4-2 11 16,4-6-16-16,0-6-10 15,0-4 2-15,0-5-3 16,0-8-2-16,0-7-1 16,23-2 3-16,-1 0 0 15,5 0-1-15,-3 0-2 16,0-19-2-16,-1-3-1 15,-10 2 1-15,-4-2 2 16,-9 8 1-16,0-5 2 16,0 2 0-16,0 4-3 15,0 2 0-15,0 6-7 16,-9 5 7-16,-8 0-11 16,2 0-21-16,-4 0-19 0,14 0-30 15,1 0-46-15</inkml:trace>
  <inkml:trace contextRef="#ctx0" brushRef="#br0" timeOffset="95708.7389">23349 9942 53 0</inkml:trace>
  <inkml:trace contextRef="#ctx0" brushRef="#br0" timeOffset="95984.1063">23349 9942 53 0,'268'114'85'0,"-268"-99"-58"0,4-3 27 0,11-3-2 0,2-5-35 15,-6-1 1-15,-2-3-1 16,-5 0-8-16,11 0 1 16,-2 0 1-16,10-25-5 15,5 0-6-15,5-11 0 16,3 0-5-16,-8 4-4 16,0 8-10-16,-15 6 9 15,-3 14 10-15,-10 4 1 16,0 0 0-16,0 0 2 15,0 27 9-15,0 10 5 16,0 11 5-16,0 1-4 16,0-4-6-16,0 2-6 0,-4-14-3 15,-2-7-1 1,6-9-2-16,0-14 0 0,0-3-5 16,0 0-19-16,0 0-20 15,0-17-19-15,-9-5-65 16</inkml:trace>
  <inkml:trace contextRef="#ctx0" brushRef="#br0" timeOffset="96173.2209">23544 9668 269 0,'0'-46'46'0,"0"3"-13"16,41-1 12-16,10 6-28 0,-6 6-17 15,-17 10 0-15,-9 8-11 16,-19 8-19-16,0 6-26 16,0 0-54-16,-23 0-87 15</inkml:trace>
  <inkml:trace contextRef="#ctx0" brushRef="#br0" timeOffset="96335.7166">23197 9479 262 0,'0'-20'39'0,"0"1"6"15,0 8-9-15,0 8-33 0,0 3-3 16,0 0-20-16,0 0-32 16,-5 9-103-16</inkml:trace>
  <inkml:trace contextRef="#ctx0" brushRef="#br0" timeOffset="97243.2172">19816 11289 97 0,'15'-27'101'0,"-15"15"-65"15,0 4 14-15,0 6 4 16,0 2-28-16,0 0 4 16,0 0 3-16,0 0-3 15,0 0-13-15,0 0-4 16,0 0-4-16,0 2-8 16,-23 20-1-16,-5 11 0 0,0 6-1 15,0 9 0 1,4-6 1-16,16 0 0 0,8-4-2 15,0-6-2-15,0-8-7 16,23-7-17-16,27-9-3 16,6-8-1-16,-1 0-4 15,5-2-5-15,-4-26-13 16,-4-3-2-16,-16 3 14 16,-12-5 26-16,-16 2 16 15,-8 7 4-15,0 9 24 16,0 9 5-16,0 6-6 15,0 0-1-15,0 0-12 16,0 25-9-16,0 7-5 16,0 6 10-16,0 0 1 15,9-3-4-15,29-5 9 0,-1-3-5 16,-1-11 0 0,1-8 0-16,-5-5-4 0,7-3-2 15,-7 0-4-15,0-23-1 16,-4-10-3-16,-5-5 1 15,-5-5-2-15,-10-3-5 16,-8-2 2-16,0-1 5 16,-4 2-1-16,-45 7-4 15,-3 16-4-15,1 11 0 16,-1 13 5-16,11 0-8 16,-6 18 2-16,6 20-9 15,5 1 4 1,12 5-20-16,20-31-27 0,4 1-11 15</inkml:trace>
  <inkml:trace contextRef="#ctx0" brushRef="#br0" timeOffset="98206.1002">20569 11425 12 0,'24'18'72'0,"-9"15"-42"15,2-3 1-15,11 2 7 16,-5-2-17-16,1-8 2 16,-11-4-4-16,-9-8 11 0,-4-7-9 15,0-3-11 1,0 0 6-16,7 0 2 0,-7 0-1 16,0-13 2-16,0-19-18 15,0-8 12-15,0-3-13 16,8-4 0-16,16 4 0 15,-3 10-3-15,14 8 1 16,-10 5 0-16,-5 11-2 16,-1 7 3-16,-6-2 0 15,6 4 1-15,5 0-2 16,3 0 0-16,-1 19 1 16,9 10 0-16,-14 5-5 15,-6-1-1-15,-11-7-6 16,-4-4 2-16,0-6 7 0,0-7 3 15,0-9-1-15,0 0 2 16,0 0 0-16,9 0-1 16,2-11 1-16,-3-18 1 15,9-3 1-15,7-2-2 16,8-2 0-16,7 2 3 16,-7 9 0-16,-4 8 3 15,-20 9 8-15,1 8-1 16,-5 0-4-16,7 0-9 15,2 0 2-15,6 21 4 16,9 4 2-16,-4 2-6 16,1 0-1-16,-1-4 0 15,0-4-1-15,-5-7 0 0,-2-6-4 16,-2-4-3-16,2-2-11 16,-2 0-2-16,2 0 6 15,7-8 4-15,0-15-1 16,-1-10 2-16,-6-12 7 15,-2 3 2-15,-10 3 1 16,-1 10 8-16,-4 18 23 16,0 11-3-16,0 0-14 15,0 0-6-15,0 0-9 16,0 14-1-16,4 10 1 16,7 3 2-16,-7-3 2 15,9-1-2-15,-2-7-1 0,2-3-1 16,2-4 0-1,-2-5-2-15,-5-1 1 0,7-3-4 16,-6 0 3-16,6 0-1 16,2 0 3-16,6-19-2 15,1-7 2-15,-7 2 0 16,2-2 2-16,-6 10 1 16,-6 8 6-16,-7 8-1 15,0 0 3-15,4 0-1 16,0 0-6-16,5 22-3 15,6 3 3-15,2 2 1 16,-2-7-5-16,2-5-2 16,-6-5-12-16,2-6-10 15,2-4-9-15,-2 0-27 16,10-4-18-16,-14-10-18 0,0-4-43 16</inkml:trace>
  <inkml:trace contextRef="#ctx0" brushRef="#br0" timeOffset="98510.7683">22229 11196 15 0,'20'0'85'0,"-16"0"-55"16,11 16 15-16,-11 9-2 15,5-3-21-15,-9-4 2 16,0-3-6-16,0-10-3 16,4-3-5-16,-4-2-7 0,4 0 0 15,3 0 2 1,-3 0 4-16,13-19-6 0,2-11-3 15,9-2 0-15,9-4 0 16,-5 9 0-16,-4 5 0 16,-9 8 0-16,-6 14 3 15,-9 0 11-15,3 0-5 16,-3 11-6-16,0 20 2 16,-4 8 1-16,0-2-6 15,0-2-7-15,0 3-7 16,0-8-4-16,-15-9-28 15,-2-17-89-15,2-4 94 16</inkml:trace>
  <inkml:trace contextRef="#ctx0" brushRef="#br0" timeOffset="98741.7015">21609 10944 268 0,'-8'-44'33'0,"8"9"-15"15,19 8 27-15,26 1-21 16,11 0-19-16,-13 9-5 16,-2 8-2-16,-9 2-18 15,-4 5-32-15,-28 2-51 0,4 0-87 16</inkml:trace>
  <inkml:trace contextRef="#ctx0" brushRef="#br0" timeOffset="99112.9356">22886 10632 270 0,'19'-11'80'15,"-19"6"-33"-15,0 5 21 16,4 0-33-16,-4 0-32 15,4 0-3-15,7 16 0 16,-2 16 1-16,-5 4 5 16,0-1-3-16,-4-6-3 15,5-1-3-15,-5-12-12 16,6-5-7-16,-2-7-12 16,5-4-21-16,-1 0-13 0,-8 0-32 15,7-7-28 1</inkml:trace>
  <inkml:trace contextRef="#ctx0" brushRef="#br0" timeOffset="99292.4078">22886 10632 87 0,'338'-74'145'16,"-333"74"-109"-16,3 8 12 15,7 22 11 1,-2 6-30-16,-2-3-9 0,-3 3-11 15,-8-5-4-15,0-7-5 16,0-2-9-16,0-6-23 16,0-13-30-16,-8-3-68 15</inkml:trace>
  <inkml:trace contextRef="#ctx0" brushRef="#br0" timeOffset="145121.4228">15447 9147 137 0,'0'0'54'15,"0"0"-14"-15,0 0 10 16,0 0-12-16,0 0-13 16,0 0-4-16,0 0 6 15,0 0-5 1,0 0 1-16,0 0 0 0,0 0-3 0,0 0-4 15,0 0-1 1,0 0-3-16,0 0 0 0,0 0-3 16,0 0-1-16,0 0-1 15,0 0-3-15,0 0 0 16,0 0 0-16,0 0-1 16,0 0-1-16,0 0-2 15,0 0 0-15,0 0 0 16,0 0-1-16,28 0 1 15,9 0 3-15,3 0-2 16,3 0 0-16,-6 0-1 16,-1 0 0-16,11 0 0 15,-6 0 1-15,2 0-1 16,2 0 0-16,2 0 1 16,-2 0-1-16,2 0 1 0,-4 0-1 15,-15 0 0 1,-2 0 0-16,-2 0 0 0,-5 0 3 15,2 0-1-15,3 0 2 16,4 0-1-16,0 0 0 16,0 0-1-16,-1-3 0 15,1 3-2-15,-4 0 1 16,-3-2 0-16,-6 2 0 16,-2 0 1-16,2 0-1 15,-2 0 1-15,6 0-1 16,-6 0 1-16,2 0-2 15,3-3 1-15,-3 0-1 0,4 0 0 16,-6 0 1-16,0 3-1 16,2-3 1-16,4 1 0 15,-2-1 0-15,11-3 1 16,-4 4-1-16,-5 0-1 16,2-1 0-16,-6 1 0 15,-2 2 0-15,-2 0 0 16,2-2 0-16,0-2 0 15,-3 2 0-15,3 2 0 16,2 0 0-16,-2 0 0 16,-2 0 1-16,-3-3-1 15,1 1 0-15,-5 2 0 16,7 0 1-16,-7 0-1 16,1-4 0-16,-1 4 1 0,0 0-1 15,7 0 1-15,-7-2-1 16,9 2 2-16,2 0-2 15,2-3 0-15,7 1 1 16,4-2 4-16,0 2-3 16,-1 2-1-16,-3-3-1 15,-7 1 0-15,2 2 1 16,-10-3-1-16,0 3 0 16,-3 0 0-16,-6 0 1 15,0 0 0-15,0 0-1 16,0-3 2-16,0 3-2 15,0 0 3-15,0 0-1 16,0 0-1-16,0 0 1 0,0 0 0 16,0 0-1-16,0 0-1 15,0 0-6-15,0 0-22 16,0 0 21-16,0 0-15 16,0 0-22-16,0 0-2 15,-39 11-20-15,-10 24-12 16,21-17-32-16,0 2-108 15</inkml:trace>
  <inkml:trace contextRef="#ctx0" brushRef="#br0" timeOffset="169402.8359">7106 12392 119 0,'-24'-22'85'16,"20"4"-52"-16,4-3-1 16,0-10 13-16,0 0-17 15,0-5-20-15,0 3 5 16,22 1 2-16,-3 2 0 16,4 2-5-16,1 3-3 15,4 0-1-15,-9 2 0 16,-2 10-1-16,-6 4-3 15,-2 6-1-15,-9 3-1 16,0 0 0-16,4 0-1 16,5 17-3-16,6 27 0 15,-3 18 4-15,3 16 2 16,-2 9-1-16,2 0-1 0,5-8 0 16,1-5 0-16,13-15 0 15,-6-15-1-15,0-12-1 16,-6-12 0-16,3-14 1 15,-7-1 1-15,1-5 1 16,-8 0 1-16,6 0 1 16,2-20 2-16,5-18 2 15,4-11-4-15,-1-10-1 16,-3-8-2-16,-11 5-1 16,-7 1-2-16,-6 3 0 15,0 12 2-15,0 8 1 16,0 14 0-16,0 10 0 0,0 10 1 15,0 4 1-15,0 0-2 16,0 0-3 0,0 2-3-16,0 30-1 0,0 14 6 15,13 10 1-15,11 4 1 16,-1-2 1-16,3-5-1 16,-2-3-1-16,-1-7 0 15,5-4-2-15,-4-7-1 16,-1-8-33-16,3-9 0 15,2-8-22-15,0-7-13 16,-17 0-26-16,-5 0-14 16</inkml:trace>
  <inkml:trace contextRef="#ctx0" brushRef="#br0" timeOffset="170172.9303">8091 12553 81 0,'4'-11'87'15,"-4"11"-52"-15,13 0-3 0,-3 0-18 16,10 21-13-16,1 18 10 15,7-2 5-15,0-1-8 16,-5-5 5-16,-3-11-7 16,-7-8-1-16,-3-7-3 15,-10-2 1-15,5-3 6 16,-5 0 16-16,0 0 3 16,0 0 6-16,0-11-6 15,0-17-21-15,0-4-4 16,0-6-1-16,0-3-2 15,13 3 0-15,2 8 0 16,-3 6-1-16,3 12 0 0,-6 4 0 16,0 8-1-16,-9 0-1 15,4 0 0-15,2 0-2 16,7 0 1-16,2 20 3 16,2 8-2-16,-4 6-1 15,2-1-2-15,-2-3-6 16,-2-1-1-16,4-6-17 15,-2-5-10-15,10-4-10 16,5-6 7-16,11-8-15 16,-1 0 4-16,3 0 23 15,2-15 17-15,-2-16 9 16,-9-1 5-16,-8-4 12 0,-16-2 26 16,-8 6-10-1,0 1 21-15,0 9-7 0,0 4 6 16,0 7-11-16,-4 7 3 15,-5 4-8-15,-6 0-8 16,7 0-4-16,-5 0-19 16,2 4-1-16,-6 29-5 15,2 7 2-15,11 5 0 16,-1-11 3-16,5-4-1 16,0-10-1-16,0-11-5 15,0-3 5-15,9-6-4 16,10 0-16-16,5 0 2 15,-3-11 17-15,3-23 3 0,-5-5-7 16,-10-4 4-16,-5 4 3 16,-4 10 1-16,0 11 2 15,0 12 15-15,0 6 6 16,0 0-9-16,0 0-8 16,0 17-7-16,0 17-5 15,0 7 5-15,0 2 2 16,0-7-2-16,15-6-2 15,9-8-2-15,12-3-2 16,9-8-16-16,11-11-12 16,19 0-18-16,-41 0-19 15,5-20-65-15</inkml:trace>
  <inkml:trace contextRef="#ctx0" brushRef="#br0" timeOffset="170475.0969">10182 11772 194 0,'-95'-52'67'0,"37"37"-39"16,7 7 47-16,12 3-23 16,7 5-28-16,11 0-5 15,-3 0-4-15,5 32-15 16,2 28-3-16,-3 23 3 15,5 14 1-15,15 6-1 0,0-2 2 16,0-3 1-16,0-9-3 16,0-8 0-1,20-11-1-15,3-10-1 0,5-11-19 16,0-10-19-16,0-12-8 16,-7-9-7-16,-14-18-33 15,-7 0-37-15</inkml:trace>
  <inkml:trace contextRef="#ctx0" brushRef="#br0" timeOffset="171141.4113">9650 12534 50 0,'-41'-19'112'16,"41"13"-83"-16,0-4-4 16,56-7 0-16,21-4-13 0,20-6 19 15,-5-4-6-15,-9 9 2 16,-12 0-13-16,-13 7-7 15,-13 7-7-15,-8 5 0 16,-16 3-1-16,1 0 1 16,-3 0-1-16,2 5 1 15,-10 23 0-15,-2 5 4 16,1 4 0-16,-1 0-2 16,-1-1-1-16,3-5-1 15,-2-8 3-15,-1-3-2 16,7-7-1-16,-6-7-2 15,6-3 0-15,-11-3 2 16,5 0 0-16,-1 0 2 16,3 0-2-16,2-11 1 0,2-20 1 15,-11 2 0-15,5-1-1 16,-1 10-1-16,-8 9 2 16,7 8-2-16,-7 3 2 15,0 0-1-15,4 0-1 16,9 0-2-16,6 14 2 15,9 8 1-15,0 4 2 16,0-5 0-16,-4-5-1 16,-5-2-2-16,-8-6 0 15,-5-5 0-15,-6-3 0 16,0 0 1-16,0 0 1 16,0 0 2-16,0 0 2 0,0-10 13 15,4-18-6-15,11-11-13 16,5-1-1-16,8 3 0 15,-7 2 1-15,7 17-3 16,-11 7 2-16,-8 5 0 16,-1 6 0-16,-6 0-1 15,3 0-1-15,7 0-3 16,3 22 6-16,3 11 1 16,5 3-1-16,-3 2-2 15,3-9-2-15,-1-1-7 16,5-4-14-16,1-8-7 15,5-3-42-15,-23-13-1 0,-1 0-45 16</inkml:trace>
  <inkml:trace contextRef="#ctx0" brushRef="#br0" timeOffset="171560.6747">11364 12348 136 0,'-33'-17'84'0,"1"17"-50"15,9 0 30-15,-5 0-28 16,6 24-26-16,-6 13 1 16,0 7 0-16,9 2-3 15,6-5 5-15,9-6-1 16,4-5-7-16,0-9-4 0,0-1-1 16,4-10-1-1,20-4 0-15,2-3-3 0,8-3-12 16,5 0 9-16,-3-11-4 15,-2-21-4-15,7-7-11 16,-17-1 1-16,-1-2 13 16,-12 11 7-16,-2 7 5 15,-9 9 11-15,0 12 15 16,0 3 3-16,0 0 0 16,0 0-16-16,0 0-13 15,0 23-5-15,4 7 5 16,4 1 3-16,7-3-3 0,-2-6-3 15,11-4-21 1,0-7-4-16,3-5 3 0,10-6-35 16,-5 0 1-16,0 0-2 15,-23-6 0-15,-3-6-26 16</inkml:trace>
  <inkml:trace contextRef="#ctx0" brushRef="#br0" timeOffset="171826.0626">11726 12473 36 0,'0'-3'75'0,"0"3"-15"16,0 0-11-16,0 0-21 15,0 3-26-15,0 23 6 16,0-2 4-16,4-7-4 16,11-4 3-16,2-8-3 15,-4-1 0-15,2-4 3 0,-2 0 9 16,2 0-12 0,2 0-3-16,-2-17 2 0,-2-5-3 15,0 1-1-15,-13 1-2 16,0 2 4-16,0 1-1 15,0 0-1-15,-36 4 9 16,3 6-12-16,1-3-1 16,15 10-8-16,4 0-11 15,3 0-12-15,10 0-40 16,0 3-36-16,0 4-11 16</inkml:trace>
  <inkml:trace contextRef="#ctx0" brushRef="#br0" timeOffset="172139.6089">12076 12436 13 0,'70'6'37'0,"-61"-3"-37"16,-5-1 52-16,-4-2-9 0,0 0-3 15,0 0 6-15,0 0 8 16,5 0-1-16,-1-11-13 16,2-14-27-16,3-1-13 15,-5 2 1-15,5 4-1 16,-3 12 0-16,-6 8-1 15,4 0-1-15,-4 0-3 16,5 5-3-16,-1 26 3 16,0 3 5-16,1 8 1 15,-5 1 1-15,6-3-1 16,-6-2 1-16,0-2 0 16,9-11-1-16,-5-7 1 15,4-6-2-15,3-8-2 0,-2-4 1 16,-1 0-10-16,3 0-36 15,4-16-3-15,-15 0-43 16</inkml:trace>
  <inkml:trace contextRef="#ctx0" brushRef="#br0" timeOffset="172346.771">11786 12168 135 0,'-41'-36'139'16,"41"0"-102"-16,0-6 8 0,0-1-23 16,28 5-10-16,-6 7 4 15,-10 15-10-15,-7 4-6 16,-5 12-2-16,0 0-20 16,0 0-42-16,0 0-94 15</inkml:trace>
  <inkml:trace contextRef="#ctx0" brushRef="#br0" timeOffset="172513.5273">10911 11993 3 0,'-24'3'284'0,"24"-3"-248"0,0 0 17 15,0 0-23-15,0 0-30 16,0 0-3-16,20 0-24 15,-7 0-71-15,-3 0-9 16</inkml:trace>
  <inkml:trace contextRef="#ctx0" brushRef="#br0" timeOffset="173765.6794">13412 12517 125 0,'-28'-22'79'15,"0"11"-30"-15,2 0 16 16,-2 2-15-16,1 0-25 16,3 7-7-16,-4 0 0 0,-4 2-7 15,-5 0-8-15,-5 10-3 16,-3 31-2-16,12 13 0 15,3 3 1-15,13-4 1 16,17-6 0-16,0-14-1 16,0-11 1-16,0-3-1 15,28-13 1-15,9-6 0 16,-1 0 0-16,11 0 1 16,0-13 0-16,-2-18 0 15,-2-12-1-15,-2-12-7 16,-2-5-3-16,-18-8-1 15,-8-2-4-15,-7-2 6 0,-6 2 6 16,0 11-1-16,0 15 4 16,-19 20 2-16,4 17 1 15,9 4 4-15,-5 3 2 16,-4 0-9-16,6 26-4 16,-4 29-2-16,3 12 3 15,5 5 1-15,5 4 2 16,0-6 0-16,0-11 1 15,0-7 1-15,9-20-1 16,19-8-1-16,4-7 0 16,2-10 0-16,3-7 6 15,-1 0-3-15,1 0 1 16,10-10-4-16,-11-25 0 0,1-3-7 16,-9-3-3-16,-13 3 2 15,-11 9 1-15,-4 10-1 16,0 15 8-16,0 4 2 15,0 0 9-15,0 0-9 16,0 17-2-16,-4 18-3 16,-7 9 3-16,2-3 1 15,5-4 11-15,4-7 1 16,0-5-9-16,0-5-1 16,9-11-2-16,29 3 0 15,3-10 2-15,15-2-3 16,4 0-8-16,15-9-10 0,7-28-15 15,-55 13-66-15,1-7-86 16</inkml:trace>
  <inkml:trace contextRef="#ctx0" brushRef="#br0" timeOffset="173999.263">14311 12051 211 0,'0'0'48'15,"0"0"-9"-15,0 29-21 16,0 26-17-16,0 16 21 16,0 1-12-16,0 11 1 15,0-4-6-15,0-2-1 16,0-6-3-16,0-11-1 16,0-11-1-16,36-20-4 0,20-12-19 15,12-14-28-15,7-3-14 16,-49-6 0-16,2-18-1 15</inkml:trace>
  <inkml:trace contextRef="#ctx0" brushRef="#br0" timeOffset="174351.1129">14827 12447 77 0,'0'-47'60'0,"0"37"14"16,0 5 1-16,-12 5-20 16,-3 0-37-16,-9 0-8 15,-4 35-7-15,0 11 0 0,-4 9 0 16,11-7 0-1,-3-4 1-15,9-9-1 0,15-13-1 16,0-11-2-16,0-6-1 16,0-5 0-16,0 0-5 15,15 0 2-15,13-10 3 16,0-21 0-16,0-9 0 16,4-9 0-16,-11 2 0 15,-6 11 1-15,-6 18 1 16,-9 10 4-16,0 8 12 15,0 0 11-15,0 0-19 16,0 6-9-16,11 20-2 16,1 10 2-16,8 0 5 15,-3-7-2-15,2-2-3 16,5-2-1-16,-3-3-8 0,14-6-36 16,5-5-24-16,-16-11-18 15,4 0-101-15</inkml:trace>
  <inkml:trace contextRef="#ctx0" brushRef="#br0" timeOffset="174931.0814">15507 12423 192 0,'9'0'42'0,"15"0"-34"15,-5 11 38-15,2 16-23 16,-1 0-20-16,-8-2-1 0,1-4 3 15,-11-4-2 1,-2-6 1-16,0-7-2 0,0-1 1 16,0-3-1-16,0 0 8 15,0 0 14-15,0-6 6 16,0-25-4-16,0-13-22 16,5 3-4-16,16 8 0 15,7 6-2-15,-2 9 0 16,6 8 1-16,-4 1-1 15,-7 9 0-15,3 0-2 16,4 0-1-16,-9 26 1 16,-6 12 2-16,2 7-2 15,-11-2-1-15,-4-5-2 16,0-4 5-16,0-9-7 0,0-11 6 16,0-9 3-16,0-5 0 15,0 0 1-15,0 0 1 16,9-5 7-16,6-24 7 15,2-4-16-15,15-12-5 16,7 5 1-16,2 4 0 16,-5 11 3-16,-8 12 1 15,-13 6 0-15,-11 7 1 16,0 0-1-16,5 0-2 16,6 9 2-16,-2 22 1 15,-4 3 1-15,1-1-2 16,3 1-2-16,2-4-2 15,2-2-9-15,-2-5 5 0,-2-9-11 16,6-6-14-16,1-5-10 16,-3-3-23-16,11 0 8 15,-24-5 1-15</inkml:trace>
  <inkml:trace contextRef="#ctx0" brushRef="#br0" timeOffset="175769.5926">16451 12341 156 0,'9'-24'70'15,"-9"24"-19"-15,0 0-1 16,0 16-42-16,0 20-5 16,4 5 1-16,5 2 3 15,1-5 2-15,-1-6 6 16,6-8-4-16,-2-5-5 0,0-11 0 16,2-5 0-1,-7-3 5-15,11 0-4 0,-1 0-3 16,5-14 1-16,9-17-2 15,1-9-3-15,-6 1-2 16,-3-3-3-16,-15 12 3 16,-9 8-1-16,0 11 3 15,0 11 0-15,0 0 0 16,0 0-2-16,0 11-6 16,15 17 1-16,4 8 7 15,2-4 1-15,3-8 0 16,0-1-1-16,-5-12 0 0,-2-3 0 15,2-3 0-15,-6-3 1 16,7-2 0-16,-3 0-1 16,11 0 3-16,6-19-3 15,-2-11-5-15,-4-4-2 16,-2-8 1-16,-7 1 1 16,-19 4-1-16,0 12 6 15,0 14 1-15,0 11 6 16,0 0 9-16,0 0-15 15,-9 22-1-15,-6 17 0 16,-2 1 9-16,-2-1 6 16,10-7 4-16,9-5-1 15,0-6-8-15,0-2-6 16,0-5-4-16,5 0 1 16,22-4-1-16,14-3-1 0,6-6-4 15,13-1-9-15,9 0-17 16,10-8-13-16,-1-16 7 15,-12-5-29-15,-21 4-20 16,-21 3 51-16,-24 1 30 16,0 5 5-16,0 1 44 15,-13 4 18-15,-15 2-13 16,9 7-6-16,10 2-11 16,3 0-19-16,6 0-10 15,-5 0-3-15,5 7-8 16,0 14 6-16,0 4 1 15,0 3 1-15,5-6 1 0,14 4-1 16,-4-2 0-16,-2-3 0 16,-9-3 0-16,-4-3 2 15,0-5-2-15,0 2 0 16,0-4 0-16,-8 0 3 16,-29-2 2-16,-1-4-1 15,-3-2 3-15,0 0-6 16,2 0-1-16,3-13-15 15,8-25-22-15,5-11-48 16,23 27-35-16</inkml:trace>
  <inkml:trace contextRef="#ctx0" brushRef="#br0" timeOffset="176009.0257">17656 11886 190 0,'0'-16'50'0,"0"16"-15"16,0 0 15-16,5 11-41 15,18 28-9-15,1 19 14 16,0 6 12-16,-7 4-6 16,-7 4-6-16,-5-2-10 15,-5-3-4-15,0 1-1 16,0-4-24-16,0-11-33 0,0-44 25 15,0-9-125-15</inkml:trace>
  <inkml:trace contextRef="#ctx0" brushRef="#br0" timeOffset="176684.1152">17727 12434 174 0,'0'-20'9'0,"37"17"-5"16,14 3 36-16,3 0-17 15,-3 0 0-15,-8 0 1 16,-6 23-17-16,-9 4-2 16,-5 4-2-16,-1 5 1 15,1-6-2-15,-4-4-1 16,-6-8 4-16,-2-13-4 16,-11-3 2-16,0-2 10 0,0 0 12 15,0 0 21-15,0-10-1 16,0-16-29-16,-6-13-1 15,1 0-15-15,5-1-1 16,0-1-3-16,20 1-7 16,35 4-3-16,5 6-6 15,5 7-4-15,-5 7 0 16,-15 5 3-16,-2-1-1 16,-20 7-23-16,-10 0 30 15,-8 5 15-15,-5 0 2 16,0 0 25-16,0 0 7 15,-5 0-11-15,-27 0-15 0,-9 8-1 16,-6 14 2-16,-4 12-2 16,1 7 8-16,3 3 2 15,11 1-5-15,12-2-1 16,16-12-3-16,8-3-6 16,0-15-1-16,0-5-1 15,4-5 2-15,24-3-2 16,4 0 0-16,9 0 0 15,6-14-2-15,9-19-1 16,-1-3-2-16,-5-1-7 16,-12 4 3-16,-10 11 8 15,-19 7 1-15,-5 11 3 16,-4 4 11-16,0 0 8 0,0 0-5 16,0 0-9-16,0 4-5 15,0 17-2-15,0 9 4 16,9 8 1-16,6-2-4 15,-3 1-1-15,8 1-1 16,3-8-2-16,5 6-23 16,22-7-30-16,14-4-60 15,-30-23 101-15,7-2-79 16</inkml:trace>
  <inkml:trace contextRef="#ctx0" brushRef="#br0" timeOffset="177531.5705">17648 12213 51 0,'-24'-10'27'16,"24"7"-15"-16,0-1 22 16,0 3-3-16,0 1-6 15,0-6 2-15,0 6 8 16,-4-1-1-16,4 1 0 16,0 0 1-16,-4 0-8 15,4 0-8-15,0 0-3 0,0 0-2 16,0 0-5-16,0 0 0 15,0 0 0-15,0 0 2 16,0-4-2-16,0 4-9 16,0-2-1-16,8-2-1 15,24 3 2-15,20-8 0 16,8 0 1-16,9 2 1 16,-3-4 0-16,-6 2 0 15,-15 4-1-15,-13-1 0 16,-12 4-1-16,-12-1-1 0,-3 3-10 15,-5 0-22 1,0 0-16-16,0 0-8 0,0 0-88 16</inkml:trace>
  <inkml:trace contextRef="#ctx0" brushRef="#br0" timeOffset="178251.2366">19977 12219 140 0,'-8'-13'92'0,"-16"7"-75"15,7 1 16-15,2 5 4 16,2 0-28-16,-6 0-7 16,-9 0-1-16,-9 29 0 15,-3 10 7-15,-3 0-2 16,6 11 2-16,5-2-4 15,13-1 1-15,10-3 0 16,9-9-3-16,0-8 0 16,0-14-2-16,0-5 1 15,0-5 2-15,13-3-1 16,6 0-1-16,5 0 0 0,8-11 1 16,5-21-2-16,-5-7-3 15,-4 3-1-15,-9-9 1 16,-11 12 1-16,-8 13 2 15,0 9 5-15,0 11 18 16,0 0 11-16,0 0-22 16,0 2-12-16,0 36-6 15,0 19 6-15,5 9 1 16,14 1 0-16,5 4 0 16,-3 2-1-16,3 1 0 15,-1 0-1-15,-3 1-2 16,-12-8-44-16,-8-52-20 0,0-11-46 15</inkml:trace>
  <inkml:trace contextRef="#ctx0" brushRef="#br0" timeOffset="178979.3877">19688 12890 221 0,'0'-43'29'15,"0"5"-11"-15,49-5 53 16,7-4-40-16,-1 3-13 16,-3-2 12-16,-11 5-2 15,2-2-18-15,-11 0-8 16,0 2 2-16,-8 0-4 16,-7 2 0-16,-7 10 1 0,-1 10 1 15,-9 11-1-15,0 8 0 16,0 0 0-16,0 0-1 15,0 13-3-15,0 25-6 16,0 9 9-16,0 3 0 16,9-8 0-16,-1-6 0 15,3-13 0-15,2-6 0 16,-3-6-1-16,3-8-1 16,-4-3-4-16,10 0-15 15,5 0 0-15,4-28 4 16,0-7-2-16,4-5-1 15,-11-3 6-15,-6-5-7 0,-6 7 10 16,-5 19 11-16,-4 7 0 16,7 15 12-16,-7 0 5 15,4 0-6-15,9 0-7 16,6 0-3-16,13 3 4 16,5 5 1-16,-5-2-2 15,0-6 2-15,-8 0-4 16,-5 0 0-16,-11 0 0 15,1 0 1-15,-9 0 0 16,0 0 2-16,0 0 3 16,0 0 2-16,0 0-4 15,0 0-6-15,0 0 1 0,-17 0-1 16,-7 0-3-16,-4 19-3 16,-4 11 3-16,0 1 3 15,13 9 4-15,2-11 3 16,10-7 1-16,7-9 3 15,0-5-1-15,0-3 11 16,24-5-9-16,23 4-3 16,9-4 0-16,12 0-3 15,-3 0 1-15,3 0-6 16,-5-14-1-16,-18 5-4 16,-9 2-27-16,-12 3-14 15,-24 4-10-15,0-2-54 16</inkml:trace>
  <inkml:trace contextRef="#ctx0" brushRef="#br0" timeOffset="179540.9546">21380 11842 204 0,'0'-20'70'16,"0"20"-70"-16,0 14 27 0,17 38-11 31,2 22-12-31,9 13 13 0,-15-4-5 0,2-2 4 15,-11-12-9-15,1-10-3 16,-5-19-3-16,0-11-1 16,0-14 1-16,0-10-2 15,4-5 1-15,0 0 0 16,7 0-5-16,2-20 3 16,6-9-6-16,9-4 1 15,13 4 1-15,10 5 3 16,-6 11 2-16,7 5-1 15,-1 8 0-15,1 0 2 0,-3 0 0 16,-2 8 2-16,-15 21 2 16,-4 4 2-16,-15-1-1 15,-13 3 2-15,0-1 0 16,0-2 4-16,-32 4 9 16,-17-7-12-16,-3-8-4 15,5-4 7-15,15-9-1 16,0-5-9-16,8-3-1 15,7 0-2-15,-2-11-23 16,14-29-21-16,5-9-18 16,0 24-33-16,0 4-43 15</inkml:trace>
  <inkml:trace contextRef="#ctx0" brushRef="#br0" timeOffset="180217.6353">22120 12200 145 0,'45'-12'117'16,"-45"12"-105"-16,0 5 6 15,0 29 21-15,0 9-7 16,0 4-16-16,0-2 4 16,0-4 0-16,4-2-8 15,7-11 0-15,-3-10-4 16,1-7-6-16,2-6-2 16,2-5 0-16,6 0 0 15,13 0-6-15,5 0-7 16,10-25-5-16,2-14-13 0,-6-2 6 15,-11 1 6 1,-15 6 2-16,-2 16 17 0,-15 9 10 16,0 9 13-16,0 0 12 15,0 0-2-15,0 0-19 16,0 4-10-16,0 19-1 16,0 11 13-16,0-3 1 15,0-1-7-15,0 1-3 16,0-9-7-16,13 0 0 15,19-2-1-15,7-7-5 16,6-13-24-16,11 0-9 16,-5-13 6-16,5-29-22 0,-7-2-19 15,-6-4 21 1,-15 0 13-16,-11 2 26 0,-17 3 14 16,0 5 15-16,0 16 19 15,0 12 13-15,0 10 11 16,-4 0-12-16,-20 0-18 15,7 0-18-15,-2 4-3 16,2 21-4-16,2 5 1 16,6 7 2-16,9 1 4 15,0-2-5-15,0-4-4 16,0-8 0-16,13-1-1 16,11-6 1-16,-1-4-1 15,-6-2 0-15,-2-2 0 16,-10-9 0-16,-5 4 0 15,0 1 0-15,0 5 0 0,0 2 0 16,-13 5 2-16,-15-1-1 16,-4-8 0-16,-3 0-1 15,14-8-4-15,-3 0-14 16,9 0-16-16,15-19-23 16,0 2-47-1,0-1-34-15</inkml:trace>
  <inkml:trace contextRef="#ctx0" brushRef="#br0" timeOffset="180464.8321">23160 12152 215 0,'9'-17'92'0,"-9"17"-67"16,0 0 40-16,0 0-21 16,-33 14-37-16,-9 19 1 15,1 9 14-15,0 3-3 16,9-1-3-16,8-2 0 15,9-5-11-15,15 0-5 16,0-11 0-16,0 1-1 16,11-10-17-16,34-3-6 15,15-10-23-15,11-4-11 16,6 0 42-16,-6-15-85 16,-7-21-6-16,-8-1 23 15</inkml:trace>
  <inkml:trace contextRef="#ctx0" brushRef="#br0" timeOffset="180814.8049">23493 12274 54 0,'0'-30'71'0,"0"7"-13"16,0 10-1-16,0 11 5 0,-15 2 4 16,2 0-22-16,-11 0-30 15,-4 13-7-15,-8 20-2 16,-5 4 7-16,2 5 9 16,7-4-2-16,9-7-5 15,14-8-8-15,5-10-4 16,4-9-2-16,0-2-2 15,0-2 1-15,0 0-5 16,0 0-8-16,28 0-1 16,4-22-9-16,4-8-4 0,-4-1 0 15,-8 5 4 1,-9 6 9-16,-11 15 15 0,-4 5 0 16,0 0 21-16,0 9-1 15,0 26-20-15,0 16 28 16,9 10 17-16,6 1-10 15,2 0-5-15,7-5-17 16,-1-11-7-16,-6-13-3 16,-6-14-3-16,-7-12-12 15,-4-2-42-15,0-5-46 16,0 0 0-16</inkml:trace>
  <inkml:trace contextRef="#ctx0" brushRef="#br0" timeOffset="183823.036">4264 13468 4 0,'2'0'150'0,"-2"0"-85"15,0 0 7-15,0 0 11 16,0-6-35-16,0-1-15 16,0-3-1-16,-19 0 0 15,-17 0-14-15,-3 2 0 16,-4 8-4-16,2 0 0 0,-2 0-13 15,-4 22-1-15,11 31-4 16,4 17-2-16,12 11 3 16,20-3 0-16,0-9 0 15,0-14 0-15,11-20 2 16,25-10-1-16,-3-13 0 16,-1-5-4-16,-9-7-2 15,5 0 3-15,7 0-5 16,-5-17 1-16,6-18-1 15,1-8-10-15,-10-6-3 16,-9 0-6-16,-10 2 14 16,-8 6 8-16,0 9 7 0,0 7 0 15,0 12 3 1,0 8 8-16,0 5 3 0,0 0 1 16,0 0-4-16,0 0-8 15,0 0-3-15,0 5 0 16,0 23 0-16,0 7 1 15,0 2 0-15,13 3-1 16,4-3-1-16,2 1-1 16,1-13-5-16,-3 1-35 15,2-11-20-15,7-13-19 16,-24-2-22-16,5 0-46 16</inkml:trace>
  <inkml:trace contextRef="#ctx0" brushRef="#br0" timeOffset="184257.9424">4442 13628 56 0,'4'-22'107'16,"11"22"-79"-16,11 11-11 16,4 35-4-16,7 24 22 15,-5 10-14-15,-9 4 1 16,-3-3-9-16,-7-11-7 16,-7-13 1-16,-6-13-2 15,0-17-1-15,0-14 1 16,0-9-2-16,0-4 0 15,0 0 1-15,0 0 10 16,0-6 11-16,0-29 10 16,0-22-32-16,-19-18-2 15,-18-14-1-15,-1-9 0 0,6 4 0 16,16 4-2-16,12 16 0 16,4 10-5-16,0 12 2 15,20 18 3-15,12 11 1 16,-4 15-1-16,-1 8-3 15,6 0-2-15,-6 0 3 16,1 23 1-16,-4 8 1 16,-11 4-1-16,-13 4 1 15,0-1 2-15,0 3 1 16,0-6 2-16,-9-4-2 16,-10-5 1-16,6-9-1 15,-2-6-1-15,2-4 0 16,-2-4-11-16,2-3-30 0,9 0-63 15,4-10-94 1</inkml:trace>
  <inkml:trace contextRef="#ctx0" brushRef="#br0" timeOffset="184754.3736">4899 13636 72 0,'17'13'50'0,"-17"-10"5"15,0-3-1-15,0 0-14 16,0 0-2-16,0 0-1 16,0 0-9-16,0 0-1 0,0 0-9 15,0-20-13-15,-8-6-5 16,1-1-1-16,7-1-7 16,0 6-2-16,0 4-5 15,9 7 3-15,19-1 7 16,-16 11 0-16,1 1-4 15,-6 0 1-15,-7 0 0 16,0 0 1-16,0 13 5 16,4 16 2-16,0 4 1 15,1 4 2-15,5-4-1 16,-1-8-2-16,8-6 0 16,-2-8-1-16,4-5 1 15,-6-6 2-15,7 0 5 16,3 0-2-16,5-9-1 15,-4-18-1-15,-3-5-2 0,-2-3-1 16,-10-1-4-16,-9 7 1 16,0 2 3-16,0-1 0 15,-2 3 2-15,-41 5 8 16,0 3-2-16,7 5-5 16,-1 5-1-16,14 7-2 15,3 0-3-15,7 7-18 16,-2 41-36-16,15-24-25 15,0 0-33-15</inkml:trace>
  <inkml:trace contextRef="#ctx0" brushRef="#br0" timeOffset="185031.9476">5665 13347 118 0,'4'-32'66'0,"-4"27"-15"16,0 5 18-16,0 0-28 15,0 0-14-15,0 0-17 16,0 19-3-16,-11 19-7 16,-17 12 2-16,-4 3-1 15,0 6-1-15,0-13 1 16,8 0-1-16,1-4 0 0,12-7-11 15,2-12-15-15,3-9-19 16,6-14-38-16,0 0-32 16</inkml:trace>
  <inkml:trace contextRef="#ctx0" brushRef="#br0" timeOffset="185241.9832">5455 13475 12 0,'0'-24'164'0,"0"24"-94"15,0 0-7-15,0 0-26 16,0 0-32-16,12 12 0 16,27 17 18-16,8 4-10 0,-6 2-2 15,2-5-6-15,-2-3-4 16,-14-5 0-16,10-4-1 16,-9-8-3-1,0-1-24-15,15-9-18 0,-33 0-31 16,-1 0-47-16</inkml:trace>
  <inkml:trace contextRef="#ctx0" brushRef="#br0" timeOffset="185511.5879">5999 13540 52 0,'2'0'61'0,"7"0"-23"16,-5 28 11-16,1-6-18 15,3-2-14-15,-8-2 6 0,0-7-3 16,0-4-13-1,0-1-3-15,2-6-3 0,-2 0 0 16,0 0-1-16,0 0 3 16,7 0 5-16,-7-11 5 15,0-20 0-15,0-17-11 16,0-8 0-16,0-6-2 16,0-1 2-16,-7 11-2 15,-8 14 0-15,11 14 0 16,4 18-4-16,0 6-20 15,0 0-46-15,0 0-57 16</inkml:trace>
  <inkml:trace contextRef="#ctx0" brushRef="#br0" timeOffset="186026.9512">6319 13625 133 0,'11'14'58'0,"-5"-14"1"15,-6 0 11-15,0 0-42 16,0-3-7-16,0-16-5 16,0-8-8-16,0-3-7 15,0-5 1-15,0-7-2 16,0 4 0-16,28 10-2 16,2 3-1-16,4 9-3 15,-4 10 1-15,-2 6 2 0,-2 0-6 16,2 11-8-16,-7 22 7 15,1 10 0-15,-3-2 6 16,-6-6 2-16,-2-3 2 16,-7-11 0-16,-4-6 0 15,0-10 0-15,0-1 2 16,4-4 1-16,-4 0 0 16,9 0 3-16,-9 0 14 15,8-18 6-15,-1-6-26 16,1-4-1-16,7 6-1 15,7-2 1-15,1 5-1 16,1 6 1-16,-5 8 0 16,-6 5 0-16,-2 0-1 0,-7 0-1 15,0 5 0 1,5 25-1-16,2 7 3 0,8-6-1 16,-2 1-2-16,11-3 3 15,-6-4-19-15,5-6 15 16,1-8-50-16,0-5 25 15,0-6-39-15,9 0-11 16,-20 0 70-16,-7-10-77 16</inkml:trace>
  <inkml:trace contextRef="#ctx0" brushRef="#br0" timeOffset="186403.6807">7138 13473 34 0,'0'-40'71'0,"0"24"-19"0,0 7 8 15,-8 7-6 1,-3 2-9-16,2 0-8 0,1 0-14 15,-7 5-22-15,0 28-1 16,-5 10-3-16,5 6 3 16,5-4 0-16,10-5 1 15,0-9-1-15,0-16 0 16,0-4-1-16,0-7 1 16,0-4-2-1,19 0-1-15,0 0 0 0,3-4 3 16,6-22-2-16,-1-5-5 15,-3-6-3-15,-5 2 3 16,-10 8 1-16,-5 5 6 16,-4 9 1-16,0 13 9 15,0 0 3-15,0 0 6 0,0 0-12 16,0 5-7-16,5 25-3 16,-1 2 3-16,7 4 1 15,1-5-1-15,12 0-4 16,4-7-24-16,4-9-3 15,9-10-12-15,12-5-9 16,-40 0-35-16,11 0-24 16</inkml:trace>
  <inkml:trace contextRef="#ctx0" brushRef="#br0" timeOffset="186607.4605">7666 13665 47 0,'0'0'88'16,"0"0"-41"-16,0 0 17 0,-15 0-9 15,-4-2-16 1,-7-12-5-16,6-3-10 0,3-1-6 16,4-4 6-16,5-5-17 15,8-9-7-15,0-1-3 16,0-4-7-16,8 4-12 16,40 4-8-16,3 11-11 15,-27 19-36-15,-1 3-73 16</inkml:trace>
  <inkml:trace contextRef="#ctx0" brushRef="#br0" timeOffset="187063.5787">8539 13584 116 0,'26'8'39'0,"-16"-8"8"16,7 0-8-16,3 0-18 15,-10 0 2-15,10 0-2 16,-3 0 1-16,2-6-8 16,0-12-6-16,-6 1-1 0,-4 2 4 15,-9-3-2 1,0 6-1-16,0-2-4 15,0 3 1-15,-22 3 7 0,-12 8-8 16,6 0-2-16,5 0-2 16,-3 2-4-16,5 29-2 15,5 3 1-15,6-6 4 16,10 3 1-16,0-9 0 16,0-2 0-16,10-4 0 15,25-6 1-15,3-1 5 16,-1-9-4-16,1 0-1 15,-1 0-1-15,-1 0-2 16,1-11-12-16,-9-15-17 16,-5-7-8-16,1-5-33 15,-11-1-5-15,-13 19 5 0,0-2-17 16</inkml:trace>
  <inkml:trace contextRef="#ctx0" brushRef="#br0" timeOffset="187272.7012">8854 13114 2 0,'-24'-83'72'16,"20"72"-14"-16,4 11 0 15,0 0-25-15,0 6-5 16,0 32-21-16,19 23 24 16,14 7 12-16,-12 3-11 15,9-3 0-15,-17-6-1 16,2-8-9-16,-2-2-8 16,-9-9-6-16,9-5-6 15,-2-8-1-15,-3-2-1 0,7-4-2 16,5-3-4-1,1-2-17-15,16-1-40 0,-22-18-1 16,6 0-63-16</inkml:trace>
  <inkml:trace contextRef="#ctx0" brushRef="#br0" timeOffset="187849.5317">10205 13406 99 0,'-17'-12'92'0,"17"10"-68"16,0 2 43-16,0 0-13 0,0 0-42 15,0 0-12-15,0 0 0 16,28 35 0-16,11 6 8 16,8 2-1-16,-2-3 3 15,2-5-6-15,-2-4-1 16,-2-9-1-16,-7-7-2 16,-3-6 0-16,-10-5-1 15,-6-4 0-15,-10 0-1 16,-3 0 2-16,-4 0 0 15,0 0 8-15,4-18 2 16,-4-17-8-16,5-4 3 16,-5-7-3-16,0 0-2 15,0 2 0-15,0 5-1 0,0 6-13 16,8 7-7-16,20 11-22 16,9 11-32-16,-18 4-19 15,-4 0-48-15</inkml:trace>
  <inkml:trace contextRef="#ctx0" brushRef="#br0" timeOffset="188255.6891">11078 13332 40 0,'0'0'111'0,"0"0"-88"16,0 0 23-16,-4 0 18 15,-24 3-31-15,-11 15-14 0,-1 15-5 16,-1 6-9-16,2 6-2 15,11-2 2-15,11-2-5 16,15-9 1-16,2-4-1 16,0-10 0-16,0-11-1 15,0-5 1-15,0-2-3 16,11 0 2-16,12 0-1 16,14-9 2-16,6-17-4 15,-7-5-7-15,1-1-6 16,-9 7-7-16,-15 7 0 15,-3 10 18-15,-10 8 6 16,0 0 20-16,0 0 16 16,0 0-12-16,0 11-21 0,0 15-3 15,0 7 0 1,0 4 0-16,0-4 0 0,0-2-1 16,0-3 1-1,5-6-2-15,27-7-5 0,4-8-20 16,7-7-28-16,-24 0-4 15,1 0-50-15</inkml:trace>
  <inkml:trace contextRef="#ctx0" brushRef="#br0" timeOffset="188486.9337">11374 13093 232 0,'-19'-30'72'0,"19"30"-36"15,0 17 1-15,0 32-30 16,24 19 25-16,-7 8-6 16,2-2-12-16,0 4-8 15,-6-11-4-15,-4-5-2 16,1-2-1-16,8-11-5 16,1-6-35-16,9-14 0 15,8-9-14-15,1-16-45 16,-18-4-9-16</inkml:trace>
  <inkml:trace contextRef="#ctx0" brushRef="#br0" timeOffset="188832.6503">11786 13595 86 0,'0'-5'94'0,"0"5"-82"0,0 0 22 16,0 9 7-16,0 6-33 15,0 3-1-15,9-1 1 16,8-1-1-16,2-5-3 15,9 0 0-15,0-2-4 16,0-7 0-16,0-2-1 16,-5 0-3-16,-1 0-9 15,-3-7 2-15,0-17 4 16,-6 0 5-16,-4-5-1 16,-9 1 3-16,0 4 4 15,0 2 11-15,0 7 12 0,-17 3 4 16,-3 8 1-16,3 4-6 15,-2 0-14-15,-1 0-12 16,5 0-1-16,-10 0-1 16,5 16 0-16,3 2 1 15,2-1-2-15,9 2-18 16,6-3-16-16,0-10-33 16,0-6-39-16</inkml:trace>
  <inkml:trace contextRef="#ctx0" brushRef="#br0" timeOffset="189084.9939">12266 13741 61 0,'13'23'58'0,"-6"-23"-8"16,-3 0 24-16,-4 0-13 15,4 0-10-15,-4 0-7 16,0-14-12-16,0-3-18 15,0 1-1-15,0-8-6 16,0-4-5-16,0-5-2 16,0 2-2-16,0-2-6 15,0 8-17-15,20 7-10 16,16-1-11-16,-23 19-44 16,13 0-45-16</inkml:trace>
  <inkml:trace contextRef="#ctx0" brushRef="#br0" timeOffset="189801.9209">13296 13435 152 0,'-36'-18'36'16,"23"7"10"-16,-11 1 26 15,-8 8-25-15,0 2-23 16,-5 0-15-16,-6 0-3 16,3 31-5-16,-3 6 0 15,2 12-1-15,17 2 2 0,7-2-2 16,7-3 0-16,10-7 0 16,0-14 1-16,0-7-1 15,0-7 0-15,17-9-1 16,11-2 1-16,6 0-2 15,7-2 0-15,10-27-1 16,5-10-8-16,0-4 2 16,-1-4-6-16,-10-5 1 15,-10-9 2-15,-18-1 5 16,-17-9 3-16,0 0 4 16,0 6 1-16,0 16 1 15,-28 29 12-15,9 13-4 0,10 7 2 16,5 9-12-16,0 33-2 15,-1 20-1-15,5 13 3 16,0-3 0-16,0-4 0 16,0-8 2-16,0-17-1 15,9-7 0-15,27-12 2 16,12-10 7-16,7-10-9 16,-1-4-1-16,6 0 0 15,0-2 0-15,0-25-13 16,-13-3-5-16,-15-5-5 15,-8-3-8-15,-15 2 6 16,-9 9 3-16,0 14 22 16,0 8 14-16,0 5 17 15,-13 0 8-15,-7 5-22 16,8 19-10-16,-3 9 3 0,6-3 4 16,9-5 4-16,0-1 3 15,0-5-10-15,0-3-6 16,0-1 0-16,13 3 7 15,19-5-12-15,7-2-1 16,6 2-8-16,10-5-18 16,14-5-19-16,-35-3-38 15,-12 0-150-15</inkml:trace>
  <inkml:trace contextRef="#ctx0" brushRef="#br0" timeOffset="190587.112">14379 13359 231 0,'-28'-18'45'0,"28"14"-8"16,0 4 40-16,0 0-43 16,0 0-32-16,0 0-2 15,-4 30 0-15,4 14 1 16,0 7 5-16,0-7-2 15,0-3 4-15,0-13-1 16,13-4-4-16,10-9-2 16,-3-4-1-16,8-8 0 15,-7 1-1-15,11-4-5 0,7 0-5 16,-3 0-13-16,1-29 4 16,-1-6 5-16,-1-4 4 15,-14-9 3-15,-6 2 4 16,-11 11 4-16,-4 16 5 15,0 14 14-15,0 5 12 16,0 0-8-16,0 0-19 16,0 16-4-16,0 17 0 15,0 4 1-15,13 1 2 16,-2-5-2-16,2-8-1 16,-3-2 1-16,3-5-1 15,7-7-5-15,-7-7-27 16,10-4-9-16,-10 0-1 15,11 0-11-15,-5-8 17 0,-6-17 7 16,10-2 16-16,-14 6 7 16,2 6-1-16,-3 8 7 15,-8 7 0-15,0 0 8 16,5 0-3-16,3 7-4 16,-1 8 15-16,-3 1 0 15,-4 0-1-15,0-8-2 16,0-2 1-16,0-6 3 15,0 0 8-15,0 0 3 16,0 0-6-16,4 0 5 16,0-8 7-16,5-16-29 15,2-12-5-15,6 4-1 16,9-3 1-16,1 10-2 0,-5 8 2 16,-5 9-1-16,-6 8 1 15,-3 0 0-15,-3 0 1 16,3 0 0-16,7 0 4 15,-2 17-1-15,11 7 2 16,-9 3-2-16,2 5 1 16,-2 3-2-16,-6-6-3 15,-1-1-1-15,3 0-12 16,2-6-28-16,10-9-15 16,-14-13-56-16,2 0-91 0</inkml:trace>
  <inkml:trace contextRef="#ctx0" brushRef="#br0" timeOffset="191008.4833">15552 13332 224 0,'0'-14'19'16,"-4"10"42"-16,-4 4 32 16,-5 0-72-16,2 0-21 15,-13 18-3-15,-8 21-1 16,0 9 3-16,4 1 1 15,7-6 1-15,10-7 1 16,7-10-2-16,4-9 0 16,0-6 0-16,0-6-2 15,0-5-3-15,8 0-4 0,16 0-2 16,-1 0-3-16,1-5-7 16,4-21 2-16,-7 0 3 15,-1-5 6-15,-5 0 9 16,-11 7 1-16,-4 12 20 15,0 9 15-15,0 3 13 16,0 0-7-16,0 0-23 16,0 0-3-16,0 0-7 15,4 22-5-15,9 6 7 16,2 3 13-16,2-2-7 16,-2-6-10-16,-2-1-6 15,11-4 0-15,-3-3-1 0,7-2-20 16,-2-5-48-16,-18-8-19 15,5 0-20-15</inkml:trace>
  <inkml:trace contextRef="#ctx0" brushRef="#br0" timeOffset="191749.8848">16672 13581 159 0,'19'5'15'0,"-10"-5"15"0,-1 0 24 0,7 0-33 15,-2 0 2-15,2-5 1 16,-2-8-6-16,-2-1-5 16,-11 0-2-16,0-4 0 15,0 5 3-15,0 4 12 16,0 7-7-16,0 2-1 16,-24 0-11-16,5 0-7 0,-5 13-5 15,3 16-1 1,-3 2 5-16,16 4 1 0,-3-2 0 15,11-5 2-15,0-2 0 16,0-4-2-16,0-6 1 16,24-3-1-16,12-2-4 15,16-8-9-15,3-3-12 16,5 0-3-16,1-23-5 16,-1-6-1-16,-15-4 12 15,-7 3-16-15,-6 1 23 16,-19 1 15-16,-8 7 9 15,-5 5 14-15,0 7 18 16,0 2 1-16,0 7 1 16,0 0-21-16,0 0-16 15,0 0-6-15,0 0-4 0,0 0-2 16,0 0-3-16,15 3 7 16,8 12 2-16,9 2 1 15,-8-4-1-15,-3 5 0 16,-6-6 0-16,-15 5 0 15,0-2 0-15,0 2 0 16,0 1 3-16,-36 0 3 16,-7-1-3-16,-2-9 5 15,-2 2 3-15,0-6-5 16,10-4 0-16,14 0-4 16,1 0-2-16,16 0-7 15,6-7-12-15,0-19-14 0,0-19-15 16,23 20-60-16,5-4-12 15</inkml:trace>
  <inkml:trace contextRef="#ctx0" brushRef="#br0" timeOffset="192410.9793">17367 12982 140 0,'8'63'39'0,"5"26"10"15,7 6 23-15,3 2-29 16,-6-2-9-16,7-13 1 16,-9-4-13-16,2-13-14 0,-8-5-7 15,1-14-1 1,-1-15-6-16,-9-12-17 0,0-14-19 16,0-5-18-16,0 0 4 15,0-23-6-15,-28-17-15 16,-17-6 60-16,2-3 3 15,2 11-11-15,22 8 25 16,15 17 35-16,4 7 13 16,0 6-5-16,0 0-9 15,4 0-13-15,52 0-1 16,13 0-6-16,10 0-7 16,5 0 11-16,-16 0-3 0,-16 0 10 15,-16-2-9-15,-17 0-9 16,-10-5-3-16,-9 7 5 15,0-2 7-15,0 2-2 16,0 0-3-16,0 0-2 16,0 0 0-16,0 0-9 15,-9 11-3-15,-23 19-3 16,-6 5 5-16,1 7 1 16,14-3 0-16,5-6 1 15,14-8 1 1,4-12-2-16,0-10 0 0,0-3-2 15,0 0 2-15,4 0-2 16,24-9 2-16,5-18-6 16,3-2 1-16,-4-2 2 15,-4 10-11-15,-13 7 5 0,-6 8 8 16,-9 6 1-16,0 0 6 16,0 0 17-16,0 0-15 15,0 0-8-15,8 9-4 16,7 12 3-16,7 9 1 15,6-2-5-15,4-4-28 16,11-4-29-16,-31-20-47 16,4 0-77-16</inkml:trace>
  <inkml:trace contextRef="#ctx0" brushRef="#br0" timeOffset="192838.1299">18276 13610 36 0,'0'-48'159'0,"0"22"-136"16,-4 8 23-16,-20 13 37 15,7 5-38-15,-2 0-32 16,-5 16-13-16,-4 15 1 16,1 10-1-16,14 1 6 15,-2-1 1-15,15-8 0 16,0-9 0-16,0-10 7 16,0-11-10-16,6-3 0 15,16 0-2-15,16 0 0 16,-1-23-2-16,14-9-10 15,-10-6-5-15,0-6-14 16,-9-4-6-16,-13-7 7 16,-10-18 7-16,-9-11 5 0,0-4 8 15,0 5 6 1,-22 24 2-16,-1 26 24 0,8 22 23 16,10 11 2-16,1 0-21 15,4 0-20-15,0 34-8 16,0 19 4-16,0 16 11 15,0 2 6-15,19 1-6 16,-6-3-3-16,7-11-1 16,-3-3-7-16,2-12-4 15,13-5-1-15,0-11-20 16,11-10-28-16,2-17-21 16,-30 0-27-16,-2-6-50 0</inkml:trace>
  <inkml:trace contextRef="#ctx0" brushRef="#br0" timeOffset="193012.4909">18808 13518 126 0,'9'0'94'0,"-9"0"-92"15,0 15 59-15,6 12-4 16,-6 8-38-16,5 6 8 16,-1-4-14-16,-4 5-10 15,4-7-3-15,0-8 0 16,5-5-8-16,2-14-37 15,-11-8-50-15,0 0-98 16</inkml:trace>
  <inkml:trace contextRef="#ctx0" brushRef="#br0" timeOffset="193197.7526">18763 13326 200 0,'-15'-41'166'16,"15"31"-111"-16,0-7 13 15,0 2 13-15,0-7-67 16,0 3-13-16,15 0-1 16,-2 4-1-16,11 6-16 15,4 2-34-15,-1 7-28 16,-18 0-45-16,0 0-113 16</inkml:trace>
  <inkml:trace contextRef="#ctx0" brushRef="#br0" timeOffset="193597.08">19124 13359 74 0,'4'8'199'16,"-4"-8"-162"-16,0 4 11 15,0 11 20-15,0 7-50 16,-28 5-17-16,-4 6 2 15,8-1 11-15,11-3-10 16,7 0-3-16,6-8 1 16,0 1 0-16,0-2-2 15,11-5 0-15,25 3-1 0,11-5 1 16,3 2-1-16,-3-1-4 16,-11-4-1-16,-8 1 1 15,-9-7 1-15,-14 1 1 16,-5-3 1-16,0 1 2 15,0-1 0-15,-24 6 8 16,-27-3 4-16,-14 7 4 16,1-1 0-16,8-3-15 15,5 3-1-15,19-4-1 16,8 0-8-16,11-4-20 16,9-3-27-16,4 0-5 15,0 0-91-15</inkml:trace>
  <inkml:trace contextRef="#ctx0" brushRef="#br0" timeOffset="193828.7485">19332 12947 270 0,'12'-12'40'15,"-12"24"-35"-15,5 53 34 16,-1 18 12-16,2 15-29 15,3 3 6-15,0-9 6 0,-5-8-19 16,7-11-10 0,-3-6-4-16,-4-14-1 15,-4-6-4-15,0-13-32 0,0-13-38 16,0-21-12-16,0 0-68 16</inkml:trace>
  <inkml:trace contextRef="#ctx0" brushRef="#br0" timeOffset="194129.2702">19244 13506 255 0,'0'-18'24'0,"0"17"-17"16,45 1 13-16,19 0 1 16,15 0-18-16,-4 0-2 15,-15 0-1-15,-6 0 0 0,-15 1 0 16,-11 20-1-16,-7 3 1 15,-6 3 0-15,-6 3 2 16,1 1 4-16,-5 5-1 16,-5 3 2-16,0-4 3 15,0-7-5-15,0-4 0 16,0-12 0-16,0-5 4 16,0-7-7-16,0 0-1 15,0 0-1-15,0-12 0 16,0-23-46-16,0 13 46 15,0-1-103-15</inkml:trace>
  <inkml:trace contextRef="#ctx0" brushRef="#br0" timeOffset="194278.4417">19715 13304 238 0,'0'-7'47'15,"0"7"-45"-15,0 0 10 16,9 0 0-16,19 0-11 15,4 7-1-15,0 15-1 16,-23-16-56-16,-9-1-139 16</inkml:trace>
  <inkml:trace contextRef="#ctx0" brushRef="#br0" timeOffset="194527.0244">19715 13304 129 0,'277'92'173'15,"-277"-92"-132"-15,0 0 38 16,0 10 0-16,0 9-57 16,-23 4-7-16,-22 17 2 15,6 1 4-15,11-2-13 16,7-1-3-16,10-5-4 16,11-5 1-16,0 3-2 15,0-3-7-15,0-4-8 16,32-9-18-16,7-5-14 15,16-10-17-15,5 0-20 16,-42 0-43-16,5-17-66 16</inkml:trace>
  <inkml:trace contextRef="#ctx0" brushRef="#br0" timeOffset="194929.481">20333 13427 200 0,'0'-16'89'0,"0"16"-88"15,0 0 47-15,-26 6-12 16,-8 14-32-16,2 6 9 16,-4 5 9-16,8 4-9 15,0-4-5-15,4 1 8 16,11-3-4-16,5-7-5 0,8 0-4 16,0-5 2-1,0-8-5-15,0-2-3 0,0-7 0 16,13 0-3-1,19 0-4-15,0-2-11 0,7-21 0 16,1-7-5 0,-3-2-13-16,-1-8-3 0,-1-2-8 15,-14 5 17-15,-6 8 33 16,-11 21 1-16,-4 8 59 16,0 0 12-16,0 0-13 15,0 0-31-15,0 18-5 16,0 7 22-16,5 6-17 15,-1-2-22-15,0-6 1 16,3 6-1-16,-7-7-6 16,0 3-5-16,0 2-38 0,0-24-52 15,0-3-38-15</inkml:trace>
  <inkml:trace contextRef="#ctx0" brushRef="#br0" timeOffset="195079.8613">20816 13682 442 0,'4'0'86'0,"-4"0"-44"15,0 0 12-15,0 0-42 16,0 0-12-16,0-6-60 16,0 3-50-16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22:01.71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2164 1112 180 0,'0'0'57'15,"5"-4"-13"-15,1 4 13 16,-4 0-23-16,-2-2-14 15,7 2 0-15,-7-2 1 16,0-1-2-16,0-3-2 16,2 6-3-16,-2-2 0 15,0 2-3-15,0 0 1 16,0 0 0-16,0 0-2 16,0 0-3-16,0-3-1 0,0 3 0 15,0 0-2 1,0-7-2-16,0 3-2 0,-17-4 0 15,-5 2-4-15,-6 0-2 16,-6 2-3-16,6 1 1 16,-2 3 3-16,2 0-2 15,0 0-2-15,0 0 1 16,9 13 1-16,0 15-1 16,10 5 3-16,-6 1 0 15,15 4 3-15,0 1 1 16,0-4 1-16,0-6 0 15,0-4 0-15,0-6-2 0,0-5 1 16,0-7 0 0,0-2-1-16,0-5 2 0,0 0 0 15,0 0 0-15,0 0 1 16,0 0-1-16,0 0 1 16,0 0-1-16,0 0-1 15,0 0 1-15,0 0-1 16,0 0 0-16,0 0-5 15,0 0-4-15,0 0-2 16,0 0 4-16,0 0-1 16,0 0-7-16,0 0 8 15,0 0 4-15,0 1 0 16,0 11 1-16,-19 0 3 16,-3 5 0-16,-1 2 0 15,-1 3 0-15,5 2 0 0,2 3-3 16,2 3 1-16,8-3 1 15,1 3 0-15,6-8 1 16,0 0 0-16,0-7 0 16,0-4 1-16,0 0 0 15,0 0 7-15,13-3-1 16,2-2 1-16,2 0 1 16,13-1 1-16,-2-5 3 15,2 1-2-15,9-1-4 16,-7 0-1-16,6 0 0 15,-8 0-3-15,5 0 0 16,-5 0 0-16,-5-1-2 0,-5-4 0 16,-10 1 0-16,-3-1 0 15,-5 5 1-15,-2 0 0 16,0-3 0-16,0 3 0 16,0 0 1-16,0-1-3 31,0 1 0-31,0 0-7 0,0 0-8 0,0 0-8 15,0 0-10-15,0-7-23 16,-11-1-25-16,3 3-22 16,-3-1-36-16</inkml:trace>
  <inkml:trace contextRef="#ctx0" brushRef="#br0" timeOffset="375.8298">1821 1428 10 0,'11'-7'74'0,"-3"5"-36"0,1-2 1 15,2-1-2-15,6-1-8 16,-4 2-2-16,6-1-3 16,5-1-9-16,-5 3-9 15,0-4-6-15,-8 6 1 16,6-2-1-16,2 0-3 15,-1 2-20-15,3-4-14 16,7 1-12-16,-22 4-16 16,-3 0-47-16</inkml:trace>
  <inkml:trace contextRef="#ctx0" brushRef="#br0" timeOffset="672.1781">2259 1522 118 0,'10'22'36'0,"16"-11"16"16,2 10 11-16,0 9-27 16,-2 1-22-16,-3 11-3 15,-10-2 1-15,-4-1-9 16,1-1 2-16,-5-6-2 15,-1-5-2-15,-4-6 0 16,0-4-1-16,0-6 0 0,0-6-2 16,0 3-7-16,0-5-17 15,0 0-8-15,0-3-23 16,0 0-17-16,-4 0-33 16</inkml:trace>
  <inkml:trace contextRef="#ctx0" brushRef="#br0" timeOffset="875.7981">2475 1353 137 0,'0'-52'94'0,"0"25"-27"15,0 5-11-15,0 9-32 16,9 8-13-16,-7 5-8 0,-2 0-3 15,11 0-7-15,4 0-29 16,13 14-38-16,-20-3-5 16,3 2-44-16</inkml:trace>
  <inkml:trace contextRef="#ctx0" brushRef="#br0" timeOffset="1804.4545">2799 1584 86 0,'7'6'46'16,"-3"-6"-4"-16,0 0 12 16,3 0-11-16,-1 0-3 15,1-6-17-15,1-12-14 16,7-3-6-16,-11 2-1 15,-4-2-2-15,5 3 1 16,-5-2-1-16,0 1 0 16,0-1-1-16,0 7-1 15,-9 0-2-15,-10 7 1 16,15 6 3-16,-1 0-3 16,5 0-1-16,-8 0-1 15,-7 8-1-15,2 28 4 0,-7 6 0 16,12 2 2-1,6-2 6-15,2-10-3 0,0-2 1 16,0-5-3-16,0-7 0 16,0 0 1-16,15-11-1 15,6-5 3-15,-10-2 0 16,6 0 0-16,-6 0-1 16,12 0 0-16,10-9 2 15,-1-22-3-15,4-5-2 16,3 4-3-16,-16 2-1 15,-10 8 1-15,-6 8 3 16,-7 10 0-16,0 4 0 0,0 0-2 16,8 0-3-1,5 10-10-15,4 20 4 0,3 5 7 16,-1-2 1-16,-10-5 2 16,-1-10-2-16,-8-3 3 15,7-11 0-15,-7-4 0 16,0 0 3-16,0 0 1 15,0 0 1-15,4 0 3 16,2-4 17-16,-4-22-7 16,7-3-16-16,8-7-1 15,-8 2-1-15,10 3 0 16,0 3-1-16,1 13 0 16,-1 5-3-16,-2 9 1 15,0 1 0-15,-6 0-3 16,8 0-2-16,-6 0-5 0,2 13 3 15,-6-2 1-15,-1 0-2 16,1-5 3-16,-7-4 0 16,2-2-3-16,-4 0-3 15,0 0 8-15,5 0 6 16,3 0 4-16,7-8 8 16,9-19-2-16,8-6-10 15,0 0 1-15,-4 12-1 16,-4 8 1-16,-9 8-1 15,-7 5 3-15,1 0-3 0,2 0 0 16,6 0 3 0,-7 11 7-16,1 4-6 0,0 3-2 15,-3 6 1-15,7-2-3 16,-4-2-7-16,0 2 2 16,-11-16-74-16,0-4-39 15</inkml:trace>
  <inkml:trace contextRef="#ctx0" brushRef="#br0" timeOffset="2284.2443">4157 1848 45 0,'28'99'26'0,"-28"-40"16"16,0-11-37-16,0-11 12 15,0-11-4-15,0-10-9 16,0-11 14-16,0-5 3 16,0 0 7-16,0 0 3 15,0-10 8-15,-5-20-24 16,-10-9 1-16,7-15-8 16,-5-11-3-16,-2-14 7 15,2-17-12-15,5-4 0 16,1-3 0-16,7 11 0 15,0 17-1-15,0 16-1 16,37 21-1-16,-1 14-1 0,1 13 1 16,8 9 1-16,0 2-2 15,2 0-1-15,2 11 5 16,-8 15 7-16,-9 7 0 16,-4 7-3-16,-20-3 0 15,-8 0 2-15,0 0-1 16,0 5-3-16,-17-4 2 15,-30-3-1-15,9-5-1 16,-8-6-2-16,16-4 0 16,7-7-7-16,10-6-11 15,-2-7-11-15,11 0-22 16,4-9-42-16,0-15-41 16</inkml:trace>
  <inkml:trace contextRef="#ctx0" brushRef="#br0" timeOffset="2532.2159">4678 873 144 0,'15'0'24'16,"-15"43"22"-16,0 25 4 15,0 5-26-15,0 8-6 16,0-4 1-16,0-2-12 15,0-6-3-15,0-9-1 0,0-3-3 16,0-11-3-16,11-9-20 16,19-12-4-16,13-9-39 15,4-10 20-15,0-6-1 16,-30 0-45-16</inkml:trace>
  <inkml:trace contextRef="#ctx0" brushRef="#br0" timeOffset="2831.6864">4983 1415 53 0,'0'-5'62'15,"0"5"-3"-15,0 0-24 16,0 0-28-16,0 33-4 16,0 6 9-16,-5 3 13 15,-3-7-8-15,8-2-5 16,0-11-5-16,0 0 0 16,0-7-3-16,0-6 0 15,0-7 0-15,4-2 5 0,0 0 3 16,1 0-2-16,10 0 5 15,6-22-2-15,7-8-4 16,-9-7-6-16,1-4 0 16,-12-2-2-16,-8 6 1 15,0 6 2-15,0 12 1 16,0 12 1-16,-8 2-6 16,-16 5-10-16,-8 0-15 15,-5 18-13-15,1 14-27 16,25-16-26-16,3-5-44 15</inkml:trace>
  <inkml:trace contextRef="#ctx0" brushRef="#br0" timeOffset="3229.9127">5562 1340 119 0,'13'-17'117'0,"-13"17"-56"15,0 0-10-15,0 0-34 16,-22 0-8-16,-1 0-6 16,3 22-1-16,-3 4-2 15,14-1 1-15,1 2-1 16,8 4 1-16,0-7-1 16,0 3 0-16,0 0 0 0,0 0 0 15,12-2 0 1,12-1-3-16,-7-2 2 0,-10-4 0 15,-3 2 0-15,-4-6 0 16,0-1 0-16,0 1 1 16,0-4 0-16,-4 4 2 15,-29-4 3-15,3-3 1 16,2-3 4-16,-6 0 4 16,6-4-1-16,9 0-7 15,-2 0-6-15,3-6 0 16,1-24-22-16,9-10-9 15,8-6-22-15,0 20-43 16,0 8-97-16</inkml:trace>
  <inkml:trace contextRef="#ctx0" brushRef="#br0" timeOffset="3636.0583">6014 1326 192 0,'-32'-3'54'0,"32"-1"13"16,0-4-7-16,0 7-31 15,0-1-8-15,0-2-2 16,0 4-13-16,0 0-6 16,0 0-3-16,0 0-2 15,0 0-5-15,9 0 0 0,19 0 9 16,-1 7-3-1,-7 5-4-15,-12-6-3 0,-8-4 1 16,0 1 0-16,0-3 8 16,0 0 2-16,0 0 10 15,0 0 5-15,0 0 4 16,-10 0-12-16,-12 0 4 16,9 0 0-16,-2 0 1 15,9 0 3-15,-1-5-6 16,5 2-4-16,2 0-5 15,0 3 0-15,0-3-10 16,0 3-15-16,0 0-12 0,0 0-20 16,0 0-29-1,0 0-32-15</inkml:trace>
  <inkml:trace contextRef="#ctx0" brushRef="#br0" timeOffset="4084.5629">5982 1673 107 0,'-8'0'70'15,"8"0"-24"-15,0 0 14 16,0-15-31-16,0-3-10 16,6 11 4-16,0 1-7 0,-1 6-9 15,5 0-7 1,-1 0 0-16,8 0-2 0,2 0-1 15,-1 0-1-15,-3 0-5 16,-9 6-1-16,-6 1 0 16,0 1-1-16,0 2 4 15,0-3 7-15,0 1 6 16,-11-5 9-16,3 0-1 16,6 0-4-16,2-3 0 15,0 0 2-15,0 0-2 16,0 0 0-16,0 0-7 15,0 0-3-15,0 0-3 0,6 0 0 16,9 0 1 0,2 0-2-16,3 0 2 0,-8 0 1 15,-1 0-1-15,-2 0 0 16,-1 0 2-16,-3 0 0 16,-5 0 0-16,0 0-5 15,0 0-17-15,0 0-19 16,0 0-51-16,0 0-65 15</inkml:trace>
  <inkml:trace contextRef="#ctx0" brushRef="#br0" timeOffset="7602.9915">1937 3137 200 0,'-4'-13'141'0,"4"13"-106"15,-5-5 35-15,5 5-11 16,0 0-29-16,-4 0-12 16,4 0 1-16,0 0-3 15,0 0-7-15,0 0-6 16,0 34-3-16,0 22 2 15,0 23-2-15,0 19 9 16,0-2-3-16,0-5-4 16,0-12-1-16,0-12-1 15,0-12 1-15,0-11-1 16,0-7 0-16,0-11 0 0,0-3-1 16,0-10-8-16,0-2-12 15,0-7-8-15,0-4-17 16,0 0-4-16,0 0-9 15,0 0-6-15,-6-21-17 16</inkml:trace>
  <inkml:trace contextRef="#ctx0" brushRef="#br0" timeOffset="7958.3701">1476 3113 126 0,'-17'4'88'16,"17"-4"-58"-16,0 0 39 16,0 0-21-16,30 0-25 15,25 0 27-15,16-2-6 16,6-9-13-16,14-2-10 15,3 1-9-15,2-2-2 16,-3 3-3-16,-12 4-3 16,-16 1-4-16,-18 1 1 15,-19 2-1-15,-13 0 0 16,-11 0-1-16,-4 1-11 16,0 2-11-16,0 0-15 15,0 0-12-15,0 0-17 0,-4 0-17 16,-20 0-54-16</inkml:trace>
  <inkml:trace contextRef="#ctx0" brushRef="#br0" timeOffset="8226.125">1635 3516 118 0,'0'25'36'15,"0"-25"8"-15,38 2 35 16,24-2-16-16,1 0-22 0,1 0 4 16,-10 0-4-1,-16 0-13-15,-4 0-18 0,-12 0-7 16,-3 0-3-16,1 0 1 16,-12 0-1-16,7 0 0 15,-4 0-9-15,0 0-29 16,-5 0-22-16,-6 11-10 15,0-6-51-15,0 6-42 16</inkml:trace>
  <inkml:trace contextRef="#ctx0" brushRef="#br0" timeOffset="8545.8615">1757 4057 19 0,'-2'26'111'0,"2"-26"-83"16,0 0 24-16,0 2 6 15,0-2 0-15,30 0-3 16,2 0-7-16,13 0-4 16,2 0-6-16,15 0-7 15,-4 0-6-15,4 0-8 16,3 0-5-16,-7 0-6 15,6 0-4-15,3-7 1 0,-18-1-2 16,-6 3 0-16,-15-1-1 16,-16 4-1-16,-3-1-13 15,-3-1-24-15,-6 1-10 16,11-7-15-16,-11 1-17 16,0-2-58-16</inkml:trace>
  <inkml:trace contextRef="#ctx0" brushRef="#br0" timeOffset="8939.7641">2954 3104 157 0,'-13'0'43'15,"4"0"10"-15,-2 0-4 16,-6 15-32-16,-4 32 4 16,-20 10-3-16,5 8 3 15,-5 5-3-15,2 1 1 16,20-2-1-16,-7-2-4 15,13 1-2-15,7-4-2 16,4 0-3-16,2-11-5 0,0-1-1 16,0-3 0-16,13-6 0 15,23-5-2-15,1-2 0 16,10-7-17-16,-2-7-38 16,11-3 22-16,10-12-66 15,-49-7-2-15</inkml:trace>
  <inkml:trace contextRef="#ctx0" brushRef="#br0" timeOffset="9305.23">3501 3340 105 0,'8'-21'101'0,"-8"14"-49"15,0 7 15-15,0 0-29 16,0 0-24-16,0 0 5 16,0 0 6-16,0 0-6 15,0 0-3-15,0 0-5 16,0 0-11-16,0 18-1 16,-17 16-3-16,-17 17 4 15,-7 15 1-15,-6 5 4 16,2-1 3-16,-11 1-5 15,7 1-1-15,-5-7-1 16,7-7 0-16,10-10-1 16,12-8 0-16,5-14-5 15,12-2-13-15,-3-11-13 0,2-2-18 16,5-7-12-16,0-4-17 16,4 0-18-16,-4 0-23 15</inkml:trace>
  <inkml:trace contextRef="#ctx0" brushRef="#br0" timeOffset="9567.3911">2973 3475 80 0,'0'-24'98'16,"0"24"-66"-16,0 0 15 0,24 2-7 15,12 32 3-15,5 10 15 16,12 9-10-16,-14 3-24 15,6 1-12-15,-9-2-5 16,-8-4-4-16,0-4 0 16,-13-6-3-16,0-11 0 15,-2-6-2-15,2-4-7 16,-6-9-13-16,-1-4-13 16,3-5-7-16,15-2-23 15,-24 0-42-15,11 0 40 16</inkml:trace>
  <inkml:trace contextRef="#ctx0" brushRef="#br0" timeOffset="9955.4703">3676 3128 101 0,'-6'-29'102'16,"6"29"-67"-16,0 0 0 15,6 5-15-15,42 22 11 16,10 4 1-16,6 3 1 16,-4 4-3-16,-4 5-7 15,-5 10-8-15,-10 7-7 16,-5 8-3-16,-10 5-1 0,-7 4 1 16,-10 0-4-16,-9-7 1 15,0-5 1-15,0-5-2 16,-9-12-1-16,-29-4 1 15,-5-6 0-15,2-9 1 16,-2-3 1-16,11-10-1 16,13-6 0-16,2-7 1 15,8-1-2-15,-2-2-1 16,3 0-4-16,-1 0-4 16,7 0-8-16,-7-13-10 15,5-5-17-15,4-8-6 16,0 13-30-16,0-3-47 15</inkml:trace>
  <inkml:trace contextRef="#ctx0" brushRef="#br0" timeOffset="10392.5798">4781 3434 149 0,'-19'10'118'16,"19"-10"-76"-16,0 0 29 15,0 0-26-15,0 0-25 16,0 0-7-16,28 0 3 16,8 0 6-16,1 0-7 15,8-5 2-15,-11 0-9 16,-2 0-3-16,0 0-5 15,-8 2 1-15,-1 1-1 16,-5-2-12-16,-12 4-23 0,-2 0-22 16,-4 0-21-16,0 0-39 15,0 0-66-15</inkml:trace>
  <inkml:trace contextRef="#ctx0" brushRef="#br0" timeOffset="10753.1436">4860 3703 97 0,'0'19'58'16,"0"-19"-12"-16,3 0 34 0,33 0-25 16,0 0-11-1,7 0 8-15,-2 0-7 0,-2 0-9 16,-3-4-9-16,3-5-2 15,-3-4-6-15,-8 2-3 16,0 2-6-16,-9 2-5 16,-6 1-3-16,-4 6-1 15,-9-4 0-15,0 4-1 16,0 0-1-16,0 0-5 16,0 0-6-16,6 0-1 15,-6 0 0-15,0 0 0 16,0 0-2-16,0 0-3 15,0 0-18-15,0 0-11 0,-6 0-9 16,-14 0-15 0,10 0-54-16,-7 0-31 0</inkml:trace>
  <inkml:trace contextRef="#ctx0" brushRef="#br0" timeOffset="12274.0975">6190 2614 7 0,'-4'-3'141'0,"0"3"-84"16,4-4 2-16,-5 4-3 15,5-3-26-15,-6 3-8 16,-3 0 5-16,5 0-1 0,-9 0-8 16,13 0-2-16,0 0-3 15,-6 0-5-15,1 0-4 16,-7 0-4-16,-18 20-3 16,-11 18 2-16,-2 13 1 15,-2 9 0 1,8 8 0-16,7 8 0 0,5 5 0 15,14 3 0-15,4 2 1 16,7 6-1-16,0 6 1 16,0 0 0-16,26-2 0 15,-2-4-1-15,-1-8 0 16,-5-9 1-16,-10-3-1 0,-8-13 1 16,0-8 0-1,0-8 0-15,0-3 1 0,-6-9 0 16,-22 2 1-16,0-3 1 15,-9-3 3-15,-3-3 5 16,3-2 3-16,-6 0-6 16,5-5-3-16,1-10 3 15,5 2 3-15,0-7 2 16,0-2-2-16,0 0-3 16,-11 0-3-16,-2 0-3 15,-3 0 0-15,10-5-2 16,4-7-1-16,14 5-2 15,3 0-1-15,13-3-8 16,-3 2-8-16,7-5-13 16,0-6-8-16,0-5-24 0,7-6-18 15,14 16-31-15,7-1-101 16</inkml:trace>
  <inkml:trace contextRef="#ctx0" brushRef="#br0" timeOffset="12993.4289">6797 3294 85 0,'-4'-6'156'0,"-3"6"-122"16,3 0 19-16,-4 0-7 16,-7 0-40-16,2 28-2 15,-15 12-2-15,0 12 6 16,-11-2-1-16,-10 8 1 16,-2-4-3-16,3-2-4 15,-5-3 2-15,6-2-3 16,8-10 0-16,-6-4-15 15,15-3-11-15,2-12-12 16,4-7-31-16,24-11-25 16,0 0-28-16</inkml:trace>
  <inkml:trace contextRef="#ctx0" brushRef="#br0" timeOffset="13196.6434">6310 3334 129 0,'9'-26'80'16,"2"26"-47"-16,16 0 11 16,8 18-13-16,10 17 15 15,4 5-18-15,5 8-11 0,-11-4-12 16,4 4-3 0,4 1-2-16,-6-6-12 0,7 0-38 15,-37-34-55-15,-2-7-36 16</inkml:trace>
  <inkml:trace contextRef="#ctx0" brushRef="#br0" timeOffset="13685.3812">7297 3301 135 0,'-47'-13'71'16,"0"13"-50"-16,2 33 34 15,-11 29-31-15,6 11-20 16,-3 8 9-16,8 1-8 0,15-5 7 16,10-12-10-16,14-16 0 15,6-15-2-15,0-12 2 16,0-11-2-16,0-8 8 16,0-3-1-16,26 0-4 15,4-14 5-15,6-25-2 16,5-9-6-16,2-12 0 15,-2-7-6-15,-9-8-5 16,-9-15 3-16,-8-8 0 16,-10-3-2-16,-5 6 5 15,0 17 5-15,0 26 1 16,-11 22 4-16,7 22 15 0,-5 8-4 16,9 0-9-1,0 0-7-15,0 11-6 0,0 32 4 16,0 17 2-16,4 12 11 15,11 8 8-15,-6-1 3 16,0 2-6-16,-5-8-9 16,2-2-2-16,3-9-5 15,-1-10 0-15,7-9-1 16,3-12-19-16,1-13-21 16,9-9-15-16,-13-9-31 15,2 0-20-15</inkml:trace>
  <inkml:trace contextRef="#ctx0" brushRef="#br0" timeOffset="13925.2757">7771 3205 21 0,'0'-20'194'16,"0"20"-165"-16,0 13 6 15,11 31 14-15,6 8-18 16,2 7 3-16,-10 3 0 15,1 1-9-15,-10-4-13 16,0-4-8-16,0-3-1 16,0-6-3-16,0-11-4 15,0-5-26-15,0-14 0 0,0-8-24 16,0-8-23 0,0 0-41-16,0-5-19 0</inkml:trace>
  <inkml:trace contextRef="#ctx0" brushRef="#br0" timeOffset="14178.5497">7604 3051 215 0,'-18'-15'58'0,"18"9"-6"15,0-1-6-15,28-4-35 16,28 0 6-16,17-3 24 15,11 0-16-15,1 0 0 16,-7-1-5-16,-8-2-7 0,-20 3-8 16,-5 1-5-16,-7 2 0 15,-12 3-18-15,-7 0-18 16,-10 5-16-16,-9 3-14 16,0 0-22-16,0 0-68 15</inkml:trace>
  <inkml:trace contextRef="#ctx0" brushRef="#br0" timeOffset="14414.2377">7614 3395 60 0,'0'24'77'15,"0"-24"-32"-15,28 0 42 16,28 0-28-16,13 0-15 15,1 0 2-15,-5 0-11 16,1-11-11-16,-16-2-12 16,-8 1-9-16,-3 4-3 15,0 0-20-15,-5 2-37 16,-34 6-34-16,0 0-59 16</inkml:trace>
  <inkml:trace contextRef="#ctx0" brushRef="#br0" timeOffset="15715.9926">8558 3636 154 0,'7'-10'133'15,"-7"10"-102"-15,0 0 33 16,0 0-13-16,0 0-37 15,0 0-6-15,0 0 5 0,0 0-3 16,0 10-9-16,-16 19 1 16,-24 15 2-16,-7 2 0 15,-5 0 0-15,1 0-2 16,6-7-2-16,-3-4-7 16,10-2-12-16,3-9-10 15,1-2-12-15,11-9-7 16,3-5-24-16,14-8-36 15,6 0-36-15</inkml:trace>
  <inkml:trace contextRef="#ctx0" brushRef="#br0" timeOffset="15948.6943">8138 3654 106 0,'6'-16'108'16,"9"16"-82"-16,13 0 21 15,13 19 10-15,2 14-11 16,8-1-7-16,1 1-6 16,-12 0-11-16,-1-1-16 15,-11-2-5-15,-7-3-1 16,-1-5-1-16,-5-4-17 16,-7-3-17-16,3-8-23 15,-2-4-18-15,-9-3-48 16,2 0-15-16</inkml:trace>
  <inkml:trace contextRef="#ctx0" brushRef="#br0" timeOffset="16234.5476">8931 3223 114 0,'0'-21'131'0,"0"21"-97"15,0 0 22-15,0 0-6 16,0 14-32-16,0 25-12 16,-21 15 23-16,-7 7-7 15,4 3-9-15,-4-5 0 0,5 2-4 16,10-7-4 0,2-5-4-16,7-6-1 0,4-5 0 15,0-7-2-15,0-6-17 16,4-12-25-16,35-10-8 15,10-3-11-15,-25 0-14 16,-1-14-53-16</inkml:trace>
  <inkml:trace contextRef="#ctx0" brushRef="#br0" timeOffset="16461.4104">9343 3299 70 0,'11'-14'91'0,"-11"14"-56"16,0 0 18-16,0 36-13 0,-11 10 12 16,-25 11-20-16,-5 0-15 15,-8-2-3-15,-1 1-8 16,7-8-3-16,-4-3-2 16,11-5-1-16,8-7-22 15,2-8-19-15,13-12-26 16,13-13-21-16,0 0-28 15</inkml:trace>
  <inkml:trace contextRef="#ctx0" brushRef="#br0" timeOffset="16692.6021">8998 3445 137 0,'0'0'34'16,"0"4"8"-16,28 25 28 15,4-2-27-15,0-1-13 16,11-1-6-16,-13 0 1 16,2-1-10-16,0 0-8 15,-4-1-5-15,0-2-2 16,4-4-4-16,-4-4-9 16,4-7-31-16,-4-6-52 15,-21 0 7-15,-3 0-67 16</inkml:trace>
  <inkml:trace contextRef="#ctx0" brushRef="#br0" timeOffset="16984.5619">9755 3209 128 0,'0'0'70'16,"0"0"-37"-16,21 20 40 15,1 9-24-15,-5 10-16 16,-2-2-1-16,2 6 2 16,-13 4-8-16,3 4-15 15,-7 4-7-15,0-1 0 0,-7 0 0 16,-33 1-2 0,-1-8-2-16,-6 1-4 0,8-9-8 15,-2-4-1 1,16-11 1-16,-10-4-8 0,-1 2-11 15,-1-8-14-15,18-14-56 16,-2 0-164-16</inkml:trace>
  <inkml:trace contextRef="#ctx0" brushRef="#br0" timeOffset="29305.5552">10085 3434 111 0,'-6'5'42'0,"6"-5"-3"15,0 0 1-15,0 0-7 16,0 0 0-16,0 0-5 16,0 0-1-16,0 0-2 15,0 0-4-15,0 0-6 16,0 0-2-16,0 0-2 16,0 0-6-16,0 0-2 15,0 0-3-15,0 0 0 16,0 0 0-16,0 0 0 15,0 0 2-15,0 0 3 0,0 0 4 16,0 0 0-16,28 0 2 16,23 0 0-16,9 0 1 15,9 0-6-15,-1-10-3 16,-1 2-3-16,-13 2 0 16,-3 2 1-16,-8 1-1 15,-11-1 0-15,-4 1 0 16,-13 3-1-16,-13 0 1 15,-2 0-1-15,0 0 0 16,0 0-1-16,0 0-3 16,0-1-4-16,7 1-2 15,-7 0-8-15,0-3-7 0,0 3-13 16,0 0-7-16,0 0-18 16,0 0-17-16,0 0-20 15</inkml:trace>
  <inkml:trace contextRef="#ctx0" brushRef="#br0" timeOffset="29709.23">10057 3783 70 0,'-10'18'57'16,"10"-18"-30"-16,0 0 23 16,0 0-14-16,27 0 7 15,21 0 7-15,1-2-7 16,7-8-8-16,4 4-13 16,0-6-3-16,0 2-4 15,0 1-6-15,4 1-5 16,3 0-2-16,-7 5-1 15,0 0-1-15,-19 3 0 16,-5 0 0-16,-17 0 0 16,-10 0 0-16,-5 0 0 0,1 0 0 15,-5-2 1 1,0-1 0-16,0 0 0 0,0 3-1 16,0-3-13-16,0 2-10 15,0-8-11-15,0-3-12 16,0 5-55-16,0-1-52 15</inkml:trace>
  <inkml:trace contextRef="#ctx0" brushRef="#br0" timeOffset="31209.3546">11730 2891 39 0,'0'-10'138'0,"0"7"-104"16,5-2 12-16,-5 2 4 15,0-1-24-15,4 3-13 0,-4 1 1 16,0 0 0-16,0 0-8 16,0 0-2-16,0 0 0 15,0 0-1-15,0 0-1 16,0 0-2-16,0 1-3 15,0 30-1-15,-22 16 4 16,-12 11-1-16,6 8 1 16,7 3 0-16,1-8 0 15,16-1-3-15,4 1 1 16,0-9 1-16,0 1 0 16,0-10 1-16,0-10-3 15,17-6 1-15,11-6 0 16,0-8-1-16,0-4 3 0,-4-2 0 15,-1-7 2 1,-6 0 8-16,9 0 3 0,4-4-1 16,7-21-3-16,1-7-2 15,7-6-4-15,-8-3 0 16,-9 1-1-16,-5-7-2 16,-14 2 3-16,-3-2-1 15,-6 0 0-15,0 8-1 16,0-2 0-16,0 3 0 15,0 5-1-15,-15 3 0 16,-4-2-1-16,-3 5 1 16,-5 0 0-16,-4 4 1 0,4 8-1 15,-1 4 0 1,0 2-6-16,0 4-1 0,2 2 1 16,-2 3-3-16,0 0-12 15,1 0-18-15,-3 0-17 16,19 0-20-16,2 8-33 15</inkml:trace>
  <inkml:trace contextRef="#ctx0" brushRef="#br0" timeOffset="31451.9836">11638 3185 132 0,'17'8'82'0,"18"-8"-23"0,10 0-5 16,15-10-1-16,4-7-10 16,-8-1-10-16,-11 7-15 15,-2-1-12-15,-11 4-5 16,0 6-1-16,4 0-2 16,3-2-20-16,-7 4-21 15,-4 0-11-15,-24 0-39 16,-4 0-48-16</inkml:trace>
  <inkml:trace contextRef="#ctx0" brushRef="#br0" timeOffset="31878.2088">12595 2642 193 0,'-20'-16'51'0,"12"16"0"16,-1 0 0-16,3 0-24 15,-3 0-12-15,-10 0-2 0,-5 22-8 16,-21 24-5-16,-6 22 1 15,1 13 4-15,-5 9 2 16,14 4-1-16,2 3-2 16,16-10 1-16,6-1 0 15,6-12-2-15,11-6-2 16,0-7-1-16,0-7 0 16,0-4 0-16,34-14 0 15,-2-3 1-15,-4-6-1 16,4-8 0-16,1-8-2 15,1-3-19-15,-4-6-6 16,11-2-6-16,6 0-23 16,-34-7-22-16,6-15-102 0</inkml:trace>
  <inkml:trace contextRef="#ctx0" brushRef="#br0" timeOffset="32209.6084">13056 2823 170 0,'0'-24'106'0,"0"24"-31"0,0 0-8 15,0 0-34 1,0 0-20-16,0 0-9 0,0 44-4 15,0 22 0-15,0 20 5 16,0 6 3-16,0-2-4 16,0-7-2-16,0-6 0 15,0-6-1-15,-4-12-1 16,-5-10 0-16,5-13-5 16,4-11-8-16,0-12-16 15,0-8-20-15,0-5-28 16,0 0-63-16,0-3-26 15</inkml:trace>
  <inkml:trace contextRef="#ctx0" brushRef="#br0" timeOffset="32575.6893">12543 2821 132 0,'-19'-3'99'0,"19"2"-58"15,0-11 15-15,15 2-24 16,41-7-7-16,21-6 27 16,17 5-15-16,7-6-6 15,11-1-5-15,-3-1-11 0,13 1-4 16,-8 1-7-16,-5 1-2 15,-23 4-2-15,-26 7 1 16,-19 0-2-16,-18 4 1 16,-8 3 0-16,-10 5-2 15,-5 0-8-15,0 0-4 16,0 0-5-16,0 0-12 16,0 0-14-16,0 0-12 15,-20 13-15-15,-7-1-46 16,-1 0-39-16</inkml:trace>
  <inkml:trace contextRef="#ctx0" brushRef="#br0" timeOffset="32889.8408">12771 3117 171 0,'-15'16'49'0,"15"-16"18"16,0 0-10-16,19 0-30 15,32 0 26-15,18 0 1 16,12 0-7-16,5-9-8 16,6-6-13-16,-10 0-7 0,-3 0-10 15,-4 1-7 1,-15 0 1-16,-10 4-3 0,-12 2 0 15,-20 5-3-15,-14 0-18 16,-4 3-17-16,0 0-12 16,0 0-15-16,0 0-21 15,0 0-84-15</inkml:trace>
  <inkml:trace contextRef="#ctx0" brushRef="#br0" timeOffset="33558.6769">13867 3277 167 0,'-5'-2'64'16,"-1"2"-12"-16,6 0-10 15,-4 0-29-15,-1 0-11 16,-8 16 0-16,-6 25-1 15,-9 7 5-15,-13 9 2 16,-1-2-2-16,-4-1-5 16,4-8-1-16,5-2 4 15,5-9-4-15,4-6-5 16,13-4-18-16,2-10-12 16,5 0-24-16,8-15-44 0,0 0-40 15</inkml:trace>
  <inkml:trace contextRef="#ctx0" brushRef="#br0" timeOffset="33811.3153">13463 3386 52 0,'0'-15'98'0,"0"15"-63"15,5 0 3-15,44 12 17 16,-2 16-2-16,15 5-10 15,-2-2-1-15,-10 5-16 16,1-4-11-16,-14-2-12 16,6 1-1-16,-3-6-2 15,-3 3 0-15,1-3-2 0,1-7-29 16,-11-3-11-16,-9-5 18 16,0-5-72-16,-19-5 4 15,0 0-50-15</inkml:trace>
  <inkml:trace contextRef="#ctx0" brushRef="#br0" timeOffset="34541.0605">13912 2545 90 0,'-5'-13'103'0,"5"3"-42"16,0 9 8-16,0 1-21 0,0 0-20 15,0 0-3-15,0 0 0 16,0 0-8-16,0 0-7 16,0 0-5-16,0 0-5 15,5 5 1-15,42 28 0 16,21 10 5-16,1 0 0 15,2 4-1-15,-11-5-2 16,-4 2-2-16,-7 7 0 16,2 9 0-16,-10 10 0 15,-2 10 0-15,-18 5 0 16,-6-2 1-16,-15 1 0 16,0-4-1-16,0 0-1 15,-8-4 0-15,-20-8 0 0,-4-6 0 16,-1-4 0-16,1-10 1 15,9-8-1-15,3-7 1 16,8-12-1-16,1-3 2 16,2-7 8-16,9-9 1 15,-4 1 5-15,4-3-1 16,0 0 1-16,0 0-2 16,0 0-6-16,0 0-2 15,0 0-1-15,0 0-1 16,0 0-2-16,0 0-2 15,0 0 0-15,0 0 0 16,0 0 0-16,0 0 0 0,0 0-4 16,0 0-12-1,0 0-11-15,-11 0-13 0,-10 0-21 16,6 0-26-16,-9 0-72 16</inkml:trace>
  <inkml:trace contextRef="#ctx0" brushRef="#br0" timeOffset="52427.74">14963 1237 209 0,'12'-3'45'16,"-12"3"-22"-16,0 0 35 16,7 0-19-16,-5 0-21 15,-2 0-2-15,0 0 2 16,0 0-1-16,0 0-3 16,0 0 0-16,0 0 0 15,0 0-3-15,-2 0-1 16,-52 0-8-16,-19 15-2 15,-10 8-1-15,-5 2 0 16,-13 1-1-16,-2 4 2 16,-6 6 0-16,-12 7 0 15,-14 3 0-15,-4 2-1 16,2 2 1-16,2-2 0 16,29-7 0-16,25-6-1 0,19-6 0 15,19-4-1-15,11-2 0 16,4-4 1-16,11-3 0 15,6-5-1-15,9-6-2 16,2-2-5-16,0-3-2 16,0 0 4-16,0 0-2 15,0 0-4-15,0 2-17 16,0 2-9-16,0-2-8 16,0-2-27-16,0 0-36 15</inkml:trace>
  <inkml:trace contextRef="#ctx0" brushRef="#br0" timeOffset="52793.9954">13324 1529 193 0,'0'0'67'16,"0"0"-50"-16,-9 3 25 15,-31 27-25-15,-3 2-14 16,2 4 0-16,-2 7 3 16,7-6 0-16,8 0-5 15,0-1 7-15,11-7-1 0,2-4 0 16,6-4 0-16,9-4-2 16,0-4-4-16,0-2 0 15,0 2 4-15,24 4 7 16,25-3 0-16,11-1-3 15,15-2-1-15,13-3 4 16,9-8-2-16,-1 0-3 16,-8 0-4-16,6 0-3 15,-1-17-7-15,3-9-25 16,24-5-33-16,-83 16-49 16,8-5-124-16</inkml:trace>
  <inkml:trace contextRef="#ctx0" brushRef="#br0" timeOffset="53281.9354">15799 1371 115 0,'28'-18'41'0,"-20"-1"-18"15,1 1 27-15,-5-1-26 16,3-1-18-16,-7 2 10 15,0-2-2-15,0 4 0 16,0 5-1-16,0 3 6 16,-20 6-7-16,-12 2-6 15,-4 0-5-15,-11 18-1 16,8 21 0-16,-2 6 0 16,13 7 3-16,11-6 3 15,13-3 2-15,4-1-4 16,0-11 1-16,0-9 0 0,17-3 0 15,30-10 1-15,13-7-6 16,20-2-3-16,21 0-6 16,10-4-17-16,9-30-21 15,-6-4-20-15,-80 18-29 16,-17-2-33-16</inkml:trace>
  <inkml:trace contextRef="#ctx0" brushRef="#br0" timeOffset="53597.9496">16492 1230 127 0,'0'-3'80'15,"-37"-1"-17"-15,-14 4-12 16,-1 0-16-16,16 0-9 16,4 0-6-16,8 0-10 15,16 18-3-15,3 11-5 16,5-2-2-16,0 5 0 16,0 3 0-16,45 1-1 0,11-4 0 15,4-6-2-15,-8-3-1 16,-12-10-3-16,-12-2 0 15,-17-9 1-15,-11 4 5 16,0-3 1-16,0-1 6 16,-28 4 6-16,-28 2-5 15,-23 4-7-15,-13-4 3 16,0 2-3-16,4-2 1 16,13-5-1-16,25 0 0 15,22 0-8-15,24-3-3 16,4 0-11-16,0-6-25 15,13-11-38-15,19-7-58 0</inkml:trace>
  <inkml:trace contextRef="#ctx0" brushRef="#br0" timeOffset="53827.693">16863 664 250 0,'8'-24'89'15,"-8"24"-73"-15,0 18 15 16,0 44-25-16,5 24 5 16,-1 6 5-16,11 6-9 15,-2-4-4-15,-9 1 0 16,0-6-3-16,3-4 0 0,-3-12-1 16,-4-11-22-16,0-8-24 15,0-12-9-15,0-42-46 16,0 0-10-16</inkml:trace>
  <inkml:trace contextRef="#ctx0" brushRef="#br0" timeOffset="54737.6624">16681 1319 135 0,'-41'-49'59'0,"37"40"7"16,4 9-2-16,0 0-30 15,0 0-27-15,51 0 0 16,30 0 12-16,14 0-3 0,1 0-5 15,-3 9-3-15,-5-2-5 16,-20-1-3-16,-8-3 0 16,-23-3 0-16,-18 0 0 15,-10 0 0-15,-3 0 0 16,-6 0 0-16,0 0 2 16,0 0 4-16,0 0-3 15,0 2-3-15,-6 11-6 16,-16 9-1-16,-10 14-2 15,-7 7 4-15,7 3 3 16,4-5 2-16,20-12 0 16,3-7-2-16,5-10 1 15,0-8 1-15,0-4 1 16,0 0 1-16,0 0-1 16,24 0 2-16,-3-19 6 0,7-11-2 15,0-7-2-15,-8 4-3 16,-8 9-1-16,-1 11-1 15,-11 9 1-15,0 4 2 16,0 0 6-16,0 0-9 16,0 0-2-16,9 6-8 15,10 15-1-15,9 4 4 16,8-6-14-16,9-4-9 16,11-5-18-16,15-8-7 15,10-2 6-15,3 0 22 16,-5-7-8-16,-10-17-49 15,-17-2 33-15,-20 2 51 16,-28 0 0-16,-4-1 59 0,0 6 5 16,-24-3-6-16,-12 9-1 15,4 1-13-15,0 12-13 16,8 0-6-16,0 0-13 16,7 25-11-16,2 16 0 15,2-1-1-15,9 1 3 16,4-8-2-16,0-11-1 15,0-6 1-15,0-8-1 16,0-6 0-16,22-2 0 16,-3 0-2-16,13 0 0 15,0-21 0-15,0-20 0 16,7-13-4-16,-7-15-3 0,0-13-1 16,-4-20 2-1,-11-10 4-15,-2-11 1 0,-15 8-2 16,0 26 4-16,0 35 1 15,0 31 16-15,0 22 8 16,0 1-9-16,0 1-5 16,0 52-10-16,0 22 0 15,0 21 20-15,5 6 6 16,8-4-4-16,-3-10-3 16,-5-13-1-16,3-13-9 15,1-12-7-15,6-11-2 16,13-10-10-16,4-9-24 0,19-11-25 15,3-9-1 1,-31 0-28-16,-3-5-26 0</inkml:trace>
  <inkml:trace contextRef="#ctx0" brushRef="#br0" timeOffset="54919.2411">18499 1230 80 0,'5'0'63'0,"-5"33"-50"16,0 15 38-16,0 7-18 15,13-2 1-15,-3-5-13 16,3-4-7-16,-4-10-12 16,1-6-1-16,-5-11-1 15,-1-7-5-15,-4-10-33 0,0 0-37 16,0 0-41-16</inkml:trace>
  <inkml:trace contextRef="#ctx0" brushRef="#br0" timeOffset="55058.2444">18549 1283 3 0,'-13'-68'181'0,"9"44"-123"16,4 2 19-16,0 0-20 16,0-2-36-16,0-4-15 15,32-2 0-15,4 10-6 16,1-1 0-16,-5 11-12 16,2 8-32-16,-30 2-48 15,1 0-77-15</inkml:trace>
  <inkml:trace contextRef="#ctx0" brushRef="#br0" timeOffset="55418.6787">18928 1099 136 0,'0'7'110'0,"0"-7"-68"16,-4 6 12-16,-9-1-33 15,-2 10-12-15,-4 6 1 16,2 6-2-16,2-1-2 15,6 7-4-15,9 2-1 16,0 1 1-16,0-1-1 16,0-2-1-16,19-3 0 15,18-5-1-15,-5-4 1 0,-4-5 0 16,-15-4 1 0,-2-2-1-16,-7-4 0 0,-4-2 0 15,0 1 0-15,0 4 4 16,-24 1 6-16,-21 4-1 15,-11-2-1-15,-4-5-3 16,0-4-4-16,0-3-1 16,4 0-9-16,14 0-7 15,20-17-10-15,16-12-6 16,6-17-17-16,0 24-29 16,0-7-16-16</inkml:trace>
  <inkml:trace contextRef="#ctx0" brushRef="#br0" timeOffset="55621.6141">19063 569 149 0,'18'0'85'0,"-18"26"-85"16,4 62 42-16,7 16 3 16,6 8-19-16,2 1 4 15,-10-8-9-15,-5-7-9 16,-4-9-10-16,0-14-2 15,0-11-1-15,0-13-31 16,0-10-29-16,0-41-39 16,0 0-104-16</inkml:trace>
  <inkml:trace contextRef="#ctx0" brushRef="#br0" timeOffset="55996.3679">18813 1263 207 0,'-9'-24'37'0,"9"19"-5"16,32-1-3-16,43 5 1 16,11-3-8-16,8 4-2 15,-6 0-4-15,-15 0-13 16,-13 0-3-16,-19 11-3 16,-2 4-8-16,-18 2 0 15,-2 3 3-15,1-2 5 16,-12 4 3-16,-3 3 0 15,-5 3 4-15,0 6 2 0,0-4 2 16,0-6 3-16,0-4 2 16,0-9-2-16,0-9 3 15,0-2 3-15,0 0 4 16,0 0-5-16,0 0-2 16,0 0 1-1,0-19 0-15,0-22-15 0,0-13-7 16,0-6-10-16,0 0-21 15,0 12-15-15,0 15 2 16,36 8-18-16,-17 25-34 16,9 0-59-16</inkml:trace>
  <inkml:trace contextRef="#ctx0" brushRef="#br0" timeOffset="56627.8166">19964 1153 106 0,'5'-4'144'0,"-5"2"-91"16,-5 2 25-16,-18 0-20 15,6 0-24-15,2 0-10 16,-3 0-10-16,-10 10-9 16,-4 20-2-16,-6 10-1 15,1-1-1-15,9 3 2 16,5-2-3-16,10 1-3 16,13-4-3-16,0 0-8 15,0-13-15-15,13-6-6 16,34-10-5-16,4-5 3 0,3-3-3 15,2 0 9-15,-5-18 0 16,-10-10-6-16,-2-2 24 16,-18 0 13-16,-10 4 22 15,-11-2 18-15,0 6 4 16,0 8 4-16,0 5-5 16,0 9 4-16,0 0-13 15,0 0-17-15,-15 15-16 16,-7 18 0-16,-1 3-1 15,3-3 3-15,12-5-1 16,8-10-1-16,0-10-1 16,0-3 1-16,0-5-1 15,0 0 0-15,28 0-2 16,0 0 0-16,0-13-2 16,4-13-2-16,-4-3-5 0,-1-11 1 15,-5 9 3-15,-3 3-4 16,-10 12 6-16,-5 10 5 15,-4 6 4-15,0 0 13 16,0 0 7-16,0 0-6 16,0 0-6-16,0 0-7 15,0 10-5-15,0 11 1 16,0 16-1-16,0 7 2 16,0 9 3-16,0 8 2 15,0 5 1-15,0 6-4 16,0-1-1-16,0-8-2 15,0-11-1-15,0-12-1 0,0-8-26 16,0-9-32-16,0-23-44 16,0 0-15-16</inkml:trace>
  <inkml:trace contextRef="#ctx0" brushRef="#br0" timeOffset="58403.8189">2801 6406 109 0,'26'14'27'15,"-15"-14"2"-15,17 0 14 16,0-11 6-16,10-19-21 16,-8-3 0-16,-2-3-10 15,-9 2-10-15,-10-2-2 16,-9-2 8-16,0 4-1 15,0 1-5-15,-17 0-7 16,-30 6-1-16,4 10-5 16,2 10-5-16,13 7 7 15,13 0 0-15,2 0-2 16,9 24-2-16,0 14 1 0,4-1 4 16,0 1 2-16,0-2 1 15,0-6 2-15,0-5 1 16,8-6-3-16,20-3 1 15,0 1-2-15,13-7 3 16,2-1-3-16,8-9-1 16,16 0-17-16,-3 0-15 15,5-19-33-15,-46-3-19 16,-10-2-57-16</inkml:trace>
  <inkml:trace contextRef="#ctx0" brushRef="#br0" timeOffset="58709.8845">3346 5953 83 0,'-43'0'74'0,"15"0"-30"16,3 25 2-16,16 8-9 15,9 3-22-15,0 0 1 16,0-2-8-16,9-6-4 16,31 0-3-16,3-3 1 15,-2-1 1-15,0-6 0 16,-11-4-3-16,-13-3 2 15,-6-3-1-15,-11-2 0 16,0-6-1-16,0 1 3 16,0 9 0-16,-7-2 5 15,-25 3-3-15,-13-4 1 16,-2-3 8-16,-5-3-9 16,9-1-5-16,7 0-2 0,10 0-4 15,18 0-7-15,8 0-19 16,0-5-44-16,0-13-31 15</inkml:trace>
  <inkml:trace contextRef="#ctx0" brushRef="#br0" timeOffset="58958.7128">3696 5251 170 0,'-35'-24'106'0,"35"24"-78"0,0 7 10 16,0 43-31-16,37 27 2 16,17 18 9-16,3 7 0 15,-3-3-4-15,-15-5-8 16,-7-2 0-16,-4-9-4 16,-5-9-2-16,-3-12-1 15,-12-14-28-15,1-10-21 16,-9-38-41-16,0 0-28 15</inkml:trace>
  <inkml:trace contextRef="#ctx0" brushRef="#br0" timeOffset="59707.548">3734 5966 120 0,'-19'-19'97'0,"19"16"-56"15,30 0-6-15,43-3 3 16,15-3 9-16,-4 0-15 15,-14 5-24-15,-14 4-7 16,-9 0-1-16,-8 0 0 16,6 0-3-16,-9 13-4 15,1 12-6-15,-7 5 8 16,-2 0-11-16,-11-5 12 16,-6 1-3-16,-7-11 6 15,-4 0 1-15,0-11 1 16,0-4 1-16,0 0 3 0,0 0 1 15,0 0-1-15,0-21-5 16,0-14-6-16,0 2 5 16,0 1-1-16,0 8-1 15,0 8-2-15,28 7 3 16,4 9-3-16,4 0 2 16,12 0-2-16,3 7 4 15,-8 13 1-15,-2 5 2 16,-15-3 0-16,-7-4-2 15,-13 0 0-15,-6-7 0 16,0-2 0-16,0-3 2 16,0-6 0-16,0 0 1 0,0 0 2 15,0 0 3 1,0-9 1-16,0-15 0 0,0-2-9 16,0 4-1-16,11-1-2 15,6 12 1-15,11 5-2 16,0 6 1-16,0 0 1 15,0 0-1-15,0 17 2 16,-1 14 2-16,-12 1-1 16,-2-2 0-16,-6-6-2 15,-3-7 0-15,0-10 1 16,-4-4 1-16,0-3 0 16,0 0 1-16,0 0 1 15,0 0 4-15,5-21 8 16,3-9-9-16,-1-6-5 15,14 4-3-15,7 2 1 0,2 6 0 16,2 5 2-16,-8 11 0 16,-5 8 1-16,-2 0-1 15,3 0-4-15,-1 20-1 16,11 5-2-16,4 6 4 16,3-5-10-16,3-3-24 15,10-7-24-15,6-8-1 16,-33-8-30-16,-4 0 15 15</inkml:trace>
  <inkml:trace contextRef="#ctx0" brushRef="#br0" timeOffset="60017.1925">5669 5868 45 0,'-28'-36'84'16,"-19"27"-31"-16,15 4 3 16,12 5-8-16,8 0-22 15,-3 0-18-15,4 36-8 16,2 2 0-16,1 14 6 15,3-7 3-15,5-7 0 16,0-9-3-16,0-13-1 16,0-11-5-16,0-5 1 15,13 0 0-15,2 0-1 16,5-7 1-16,7-23-2 16,-3-6 0-16,-7-2-2 15,3 1-3-15,-12 7 1 16,7 11-2-16,-15 13 2 0,0 6 5 15,9 0-3-15,-5 0-14 16,24 18-22-16,4 7 16 16,4-1-19-16,-16-18-23 15,-1-2-42-15</inkml:trace>
  <inkml:trace contextRef="#ctx0" brushRef="#br0" timeOffset="60435.6738">6107 5807 48 0,'0'-17'74'0,"-28"17"2"16,6 0-10-16,-6 6-55 0,9 26-1 15,0 12 7-15,10 1-1 16,9 2-7-16,0-7-1 16,0-9-1-16,0-13-1 15,0-9 0-15,17-6 0 16,-6-3 3-16,-2 0-1 15,8 0-4-15,4-18 3 16,-4-15 1-16,7-15-6 16,-5-8-2-16,-10-11-4 15,-9-2-1-15,0-9 1 16,-4 1-1-16,-44 12 5 16,10 14 1-16,3 26 7 15,20 16 11-15,9 9 6 0,6 0-7 16,0 0-18-1,0 39-3-15,0 12-3 0,6 16 6 16,27 3 2-16,5 0-2 16,-1 1 0-16,3-9-5 15,3-6-26-15,7-8-19 16,12-19-5-16,-4-16 13 16,-2-13-32-16,-1 0 17 15,-38-16-21-15</inkml:trace>
  <inkml:trace contextRef="#ctx0" brushRef="#br0" timeOffset="60705.3717">6546 5913 41 0,'9'-16'100'0,"-9"16"-12"16,0 0-17-16,0 0-30 0,0 7-27 15,0 18-11-15,0-1 7 16,6-2 0-16,1-6-2 16,-1-11-1-16,3-5 2 15,-3 0-3-15,1 0 4 16,-5 0-3-16,6 0-3 15,1-5-3-15,6-16 5 16,-2-2-6-16,-5-1-7 16,-6 3 0-16,-2 1 4 15,0 6 0-15,0 4 2 16,-23 1-2-16,-5 9 0 16,9 0-4-16,4 0-11 15,2 6-12-15,9 16-26 16,4 5-20-16,0-16-17 0</inkml:trace>
  <inkml:trace contextRef="#ctx0" brushRef="#br0" timeOffset="60939.2106">7278 5983 130 0,'32'2'114'0,"-32"-2"-38"16,0 0 1-16,0 0-25 15,-5-7-14-15,-14-16-6 16,-4-3-7-16,5-4-14 16,-1-1-9-16,0 1-2 0,15 7 0 15,4-2-5-15,0 5-10 16,0 5-16-16,38-1-24 16,20 2-31-1,-24 11-50-15,7-4-21 0</inkml:trace>
  <inkml:trace contextRef="#ctx0" brushRef="#br0" timeOffset="61297.9348">9274 4839 224 0,'0'-10'90'15,"0"10"-35"-15,0 0 18 16,0 4-39-16,0 26-26 16,-23 13-3-16,-11 20 2 15,-16 15 1-15,-3 11-1 16,-7 13-1-16,4 3-1 15,-4-5-2-15,8-8-3 16,11-15 1-16,18-18 1 0,4-19-2 16,10-12-3-1,9-16-9-15,0-6-22 0,0-6-16 16,0 0-20-16,0 0-36 16,0-13-2-16</inkml:trace>
  <inkml:trace contextRef="#ctx0" brushRef="#br0" timeOffset="61555.3799">8575 5017 141 0,'0'-22'67'0,"0"22"-43"16,56 19 42-16,23 29 2 15,14 18-13-15,10 13-14 16,4 8-17-16,13 5 0 0,-2-9-6 15,6 0-8-15,-8-13-6 16,-13-13-3-16,-26-11 0 16,-17-16-1-16,-28-16 0 15,-8-7-14-15,-13-4-28 16,-11-3-2-16,0 0-14 16,0-5-24-16,-11-18-93 15</inkml:trace>
  <inkml:trace contextRef="#ctx0" brushRef="#br0" timeOffset="62004.3822">7850 4734 75 0,'-13'0'105'0,"13"0"-79"16,0 0 21-16,0 0 2 16,0 0-20-16,33 0-12 15,22-5 31-15,27-12-4 0,21-4-7 16,21-3-9-1,16 3-5-15,3-7-7 0,-1 6-5 16,-7-2-9-16,2-3-2 16,1-3 1-16,-16-1 2 15,-26 7-3-15,-29 5 1 16,-31 9 0-16,-16 4 0 16,-20 6 0-16,0-2 2 15,0 2-3-15,0 0-5 16,0 0-9-16,0 0-2 15,0 0-5-15,0 0-5 16,-7 0-11-16,-14 5-19 0,1 6-46 16,1-1-54-1</inkml:trace>
  <inkml:trace contextRef="#ctx0" brushRef="#br0" timeOffset="62641.4349">10042 5516 180 0,'9'0'33'0,"-3"0"12"16,7 14-12-16,11 8-26 15,-3 10 20-15,14 10-2 16,-14 3-12-16,13 4-2 15,-8 1-5-15,2-2-1 16,0-11-2-16,-7-7 2 16,-10-13-4-16,-7-9-1 0,1-8 2 15,3 0-2-15,-8 0 3 16,0 0 4-16,0-11 3 16,0-20-3-16,2-14-5 15,3-8-2-15,3 5 0 16,7 2-1-16,-2 10 0 15,6 12-1-15,-6 8 2 16,2 8 0-16,-6 8 0 16,-5 0 8-16,0 0-1 15,3 0-3-15,6 0-3 16,6 20 1-16,-2 12 5 16,-2 8-1-16,2 9 0 15,-2 3-4-15,-6 0-2 0,10-1 1 16,-2-6-1-1,3-8 0-15,-5-11-3 0,-2-7-11 16,2-7-15-16,-3-10-14 16,12-2-18-16,-20 0-83 15,5-11 29-15</inkml:trace>
  <inkml:trace contextRef="#ctx0" brushRef="#br0" timeOffset="63016.8676">10832 5061 284 0,'-13'0'54'15,"13"0"1"-15,0 0-1 16,0 0-35-16,28 0-8 16,17 0 17-16,10 0-1 15,1 0-3-15,0 0-8 16,0 0-12-16,-9 0-4 0,-2 0 0 15,-9 0-19-15,-8 0-23 16,-2 0-20-16,-24 0-20 16,-2 8-16-16,0-3-29 15,0 5-5-15</inkml:trace>
  <inkml:trace contextRef="#ctx0" brushRef="#br0" timeOffset="63240.4539">10902 5388 151 0,'-10'20'52'0,"10"-20"10"16,10 0-1-16,42 0-21 0,12 0 10 15,5-7-2-15,-9-3-5 16,-4 5-6-16,-16-1-11 16,-7 1-16-16,-10 2-7 15,-4 0-3-15,-1 0 0 16,5 3-10-16,-3 0-32 15,3 0-20-15,-6 0-5 16,-17 0-64-16,0 0-69 16</inkml:trace>
  <inkml:trace contextRef="#ctx0" brushRef="#br0" timeOffset="64074.6884">12258 4785 190 0,'-19'9'124'15,"19"-9"-94"-15,0 0 12 0,19-9 1 16,39-21-5-16,17-4-5 15,13-3-10-15,0-1 2 16,-5 2-5-16,1 8-11 16,-20 7-6-16,-16 8-2 15,-18 2-1-15,-13 8 0 16,-15 0-2-16,-2 3-19 16,0 0-27-16,0 0-16 15,0 0-8-15,0 0-23 0,0 0-61 16</inkml:trace>
  <inkml:trace contextRef="#ctx0" brushRef="#br0" timeOffset="64679.6189">12290 4748 135 0,'-11'12'71'0,"11"-12"-35"16,0 2 19-1,0 1-17-15,11-2-12 0,26 6 9 16,3 5-2-16,-3-1-12 16,6 6-7-16,-3 9-6 15,3 0-6-15,-6 5 0 16,-5 9 0-16,-4-3-2 15,0 2 0-15,-11-7 1 16,-2-7-1-16,-15-1 0 16,0-6-1-16,0 1 1 15,0 4 2-15,-15 3-1 16,-7 2-1-16,-5 3 0 16,-6 2 0-16,-5 6-3 15,1 5 2-15,1 2-2 16,8 0 3-16,0-2-1 0,15-7 1 15,-2-6-2-15,15-13 0 16,0-8-2-16,0-4 1 16,0 2 3-16,0-5 7 15,28 2 2-15,4-1 1 16,15-4-2-16,18 0 9 16,18 0-2-16,23-15 9 15,14-10 6-15,10 0-9 16,-5-4-5-16,-20 4-7 15,-19 5-7-15,-41 0 0 16,-22 10 0-16,-14 2 1 16,-9 2-1-16,0 1-2 0,0 3-6 15,0-4-13-15,0 1-14 16,0-1-20-16,0-2-15 16,-4 2-16-16,-7 3-50 15</inkml:trace>
  <inkml:trace contextRef="#ctx0" brushRef="#br0" timeOffset="65429.5472">11859 4460 182 0,'-11'-13'59'0,"11"11"4"16,0-2 3-16,0 2-22 16,0 2 0-16,0 0 1 15,0 0-7-15,0 0-11 16,0 6-14-16,0 33-13 15,0 16 2-15,0 18 2 16,2 9-1-16,16-10-3 16,-1 2 2-16,-7 0-2 15,1-7-10-15,-2 4-17 0,-9-6-17 16,0-3-11-16,0-1-17 16,0-55-25-16,0 1-41 15</inkml:trace>
  <inkml:trace contextRef="#ctx0" brushRef="#br0" timeOffset="65664.7682">11702 5394 126 0,'-10'3'101'16,"10"-3"-60"-16,0 0 12 0,34 0-35 15,30-9 25 1,24-13 13-16,9 1-12 15,-5 0-4-15,-8 7-12 0,-20 5-20 16,-17 2-8-16,-10 3 0 16,-9 4-12-16,-1 0-22 15,-9 0-23-15,-1 0-27 16,-17 0-44-16,0 0-78 16</inkml:trace>
  <inkml:trace contextRef="#ctx0" brushRef="#br0" timeOffset="66157.6623">11754 5800 149 0,'0'18'82'0,"0"-4"-78"16,0 16 25-16,19 10 4 15,15 5-10-15,-1 2 0 16,3-5-12-16,-17-1-2 16,5-8-6-16,-9-11 2 15,-6-11-1-15,-1-9-2 16,-8-2 0-16,4 0 3 0,-4 0 9 15,5-10-1-15,1-30-12 16,3-12-1-16,10-8-9 16,3 6-3-16,1 7 5 15,1 19 0-15,-5 12 4 16,-10 15 2-16,-5 1 1 16,0 0 3-16,11 0 2 15,-2 6 5-15,11 19 2 16,-1 11-3-16,-6 1 0 15,7 5-3-15,-9 0-4 16,-6-2 2-16,-5-6-4 16,-4-1 0-16,0-3-7 0,0-5-21 15,0-3-20-15,0-22-66 16,4 0-89-16</inkml:trace>
  <inkml:trace contextRef="#ctx0" brushRef="#br0" timeOffset="66706.6657">12826 6035 67 0,'0'-8'98'0,"0"2"-39"0,0 6 5 16,-6 0-25-1,6 0-18-15,-2 0 5 0,-5 0-11 16,3 0-8-16,0 0-4 16,-1 22 0-16,-3 5 1 15,-3 2 1-15,7 4 6 16,0-3-3-16,4-4 3 15,0 3 3-15,0-9-2 16,0-3-1-16,4-6 0 16,13-3 0-16,9-5-1 15,-5-3-1-15,3 0-2 16,-1 0-5-16,-1 0-2 0,1-11-7 16,5-22-11-1,0-6-18-15,-9-11-19 0,-6-1-13 16,-13 29-59-16</inkml:trace>
  <inkml:trace contextRef="#ctx0" brushRef="#br0" timeOffset="66872.8323">12775 5725 35 0,'-9'-7'197'15,"9"4"-160"-15,0-4 9 16,0 6-22-16,0-2-16 15,26-1-2-15,13 4-6 16,3 0-7-16,8 0-42 16,-33 0-57-16</inkml:trace>
  <inkml:trace contextRef="#ctx0" brushRef="#br0" timeOffset="67057.5256">12775 5725 117 0,'341'190'66'16,"-309"-190"-34"-16,7 0 35 16,-3 0-13-16,1-5-13 15,-5-6-11-15,-2 3-28 16,-17-1-2-16,2 4-22 16,-15 5-27-16,0 0-38 0,0 0-91 15</inkml:trace>
  <inkml:trace contextRef="#ctx0" brushRef="#br0" timeOffset="67216.9307">13172 6083 114 0,'-24'27'117'15,"24"-24"-72"-15,0-3 14 16,0 0-23-16,0 0-13 16,24 0-3-16,8 0-8 15,0-6-12-15,7-12-14 16,-3-4-34-16,-23 8-31 15,-2 1-74-15</inkml:trace>
  <inkml:trace contextRef="#ctx0" brushRef="#br0" timeOffset="67412.0587">13517 5785 206 0,'0'25'36'0,"6"19"27"16,9 4-12-16,3 5-23 15,5 6 1-15,1-6-9 16,-7-7-15-16,-2-9-4 16,-2-12-1-16,-9-7 0 15,2-9-19-15,-6-9-26 16,0 0-39-16,0 0-62 16</inkml:trace>
  <inkml:trace contextRef="#ctx0" brushRef="#br0" timeOffset="68520.1754">12530 4138 119 0,'13'-4'90'0,"-13"4"-57"16,0 0 34-16,0 0-27 15,0 0-25-15,4 0-1 16,-4 0-1-16,5 0-13 16,10 9 2-16,-2 21-1 15,6 4 6-15,5 9-1 16,-12-3-2-16,8-6-3 16,-12-3-1-16,1-7 0 15,2-5 0-15,-7-7 0 0,-4-8 0 16,0-4-1-16,0 0-1 15,0 0 1-15,0 0 1 16,0 0 3-16,0 0 2 16,0-4 5-16,0-24-2 15,0-5-6-15,0-2-2 16,4 2-2-16,11 3 2 16,2 5 0-16,-2 6-1 15,3 6-1-15,-3 1 1 16,4 0 1-16,-11 6 0 15,1 1 2-15,-5 3 3 16,-4 2 1-16,7 0-4 16,-7 0-1-16,2 0-1 0,9 0-2 15,6 0 0 1,8 13 2-16,-3 11 0 0,6 4 2 16,-11 1 4-16,2 5 2 15,-10-8-4-15,2 1-2 16,-7-1 0-16,-4-4-1 15,4-4-1-15,-4 3-2 16,4-1-8-16,-4-1-20 16,0 1-11-16,5-1-15 15,-5-15-31-15,0-3-36 16</inkml:trace>
  <inkml:trace contextRef="#ctx0" brushRef="#br0" timeOffset="69839.5598">14304 4646 137 0,'7'0'122'0,"-7"0"-86"0,0 0 25 16,0 0-20-16,0 13-35 15,0 24-4-15,-39 18 11 16,-6 16-2-16,-7-1 1 16,-3 7 3-16,-10 1-3 15,3-8-3-15,0 4-6 16,10-12-1-16,16-14-2 16,8-4-1-16,9-14-7 15,6-8-15-15,-2-8-21 16,11-6-15-16,4-8-42 15,0 0-39-15</inkml:trace>
  <inkml:trace contextRef="#ctx0" brushRef="#br0" timeOffset="70118.4365">13583 4718 20 0,'0'-24'207'0,"0"24"-157"16,0 0-17-16,24 0 20 16,32 18-7-16,12 21-7 15,12 6-8-15,3 5-8 16,-1 6-8-16,-3 2-4 16,1 1-7-16,-7 2-3 15,-9 1 1-15,-4 3-2 0,-4-7 0 16,-1 1-7-16,1-8-26 15,0-7-23-15,8-14-9 16,-51-30-39-16,2 0-42 16</inkml:trace>
  <inkml:trace contextRef="#ctx0" brushRef="#br0" timeOffset="70373.2955">14952 5296 156 0,'0'-2'98'0,"0"2"-55"16,0 0 15-16,0 0-31 0,0 7-15 16,0 22 2-1,0 5 8-15,-4-1 3 0,4-4-7 16,0 1-3-16,0-8-8 16,0-3-2-16,0-5-4 15,0-7-1-15,0-1-2 16,15-6-4-16,-3 0-10 15,-3 0-14-15,6 0-23 16,-2-1-8-16,-9-14-24 16,-4-1-129-16</inkml:trace>
  <inkml:trace contextRef="#ctx0" brushRef="#br0" timeOffset="70771.4141">14855 4960 110 0,'0'-9'77'0,"0"9"-46"15,0 0 8-15,0 0 13 16,0 0-25-16,5 0-19 16,-1 0-2-16,-4 0-2 15,0 4-2-15,0-1 1 16,0-3-3-16,0 0 0 15,0 0 2-15,0 0 3 16,0 0 7-16,0 0 8 16,0 0-5-16,0-3-9 0,0-3-5 15,4 1 2-15,7 3-2 16,-3 2-1-16,7 0 1 16,-10 0 3-16,8 0 0 15,-5 0-1-15,3 0-3 16,-2 0 1-16,-9 0-1 15,4 0 0-15,-4 0-4 16,0 0-5-16,0 4-10 16,0 8-4-16,0-4-3 15,0 2-35-15,-4-10-75 16</inkml:trace>
  <inkml:trace contextRef="#ctx0" brushRef="#br0" timeOffset="74733.6126">15424 4766 112 0,'-9'0'90'15,"9"0"-37"-15,0 0 6 16,0 0-10-16,0 0-25 16,0 0-3-16,0 0 3 15,0 0-3-15,0 0-5 16,0 0-3-16,0 0-3 15,0 0-3-15,0 0-3 16,0 0-3-16,32 0-1 16,20 0 4-16,12 0-1 15,-8-11-2-15,6-2 0 16,-19 0 0-16,0 5-1 0,-22-1 0 16,-6 4-1-16,-10 5-6 15,-5-3-8-15,0 1-8 16,0 2-7-16,0-6-10 15,0 1 1-15,-33-2-45 16,10 3-35-16</inkml:trace>
  <inkml:trace contextRef="#ctx0" brushRef="#br0" timeOffset="75035.7512">15387 5017 43 0,'0'19'74'0,"0"-19"-45"16,0 0 16-16,17 0 12 15,31 0-2-15,12 0-10 16,4 0-2-16,0 0-7 16,7-6-13-16,-15 1-14 15,-7 3-5-15,-6-4-2 16,-6 6 0-16,-14-3-1 15,1 3 0-15,-11 0-1 16,-9 0 0-16,0 0 0 16,-4-2-3-16,0-1-22 15,0 3-22-15,4-3-12 0,-4 3-9 16,0-6-45-16</inkml:trace>
  <inkml:trace contextRef="#ctx0" brushRef="#br0" timeOffset="76157.9442">16560 4322 56 0,'0'-11'77'0,"-8"5"-45"16,8 6 5-16,-9-2 3 15,5 2-14-15,4 0-3 16,-11 0-4-16,7 0-2 15,4 0-1-15,-4 0-4 16,-5 0-7-16,-2 8-5 16,-6 27-1-16,-2 17 0 15,6 16 0-15,9 5 1 0,-3 11 1 16,7-3-1-16,0 0 0 16,0-7 0-16,0-8 0 15,20-15 1-15,12-8-1 16,0-8 0-16,4-9 1 15,7-2 2-15,-6-8 3 16,-1-6-1-16,-4-7-3 16,-4-3 0-16,-4 0 1 15,4 0 1-15,-5 0 1 16,1-18 1-16,8-13-1 16,-4-3-1-16,-7-4-1 15,-5-5-2-15,-12-6 1 16,-4-3-2-16,0-6 0 0,0 2 0 15,-28-2-5 1,-13 4 3-16,3 11 2 0,5 7-3 16,5 10 1-16,7 4 2 15,-3 4-2-15,1 5 2 16,4 0 1-16,1 0 2 16,-5 0-3-16,-1 2 0 15,1 0 1-15,1 2 0 16,3 1 1-16,6 6-2 15,-2-2-1-15,6 4 0 16,1 0-1-16,8-2-6 16,0 2-7-16,0 0-2 0,0 0-10 15,0 0-19-15,0 0-29 16,0 0-29-16</inkml:trace>
  <inkml:trace contextRef="#ctx0" brushRef="#br0" timeOffset="76599.9696">16492 4870 71 0,'-9'2'85'16,"9"-2"-46"-16,0 0 13 16,0 0-18-16,0 0-23 15,0 0-1-15,0 0 6 16,17 0 2-16,7 0-7 15,4 0-1-15,8 0-3 16,3 0-2-16,2-2-1 0,-1-5-2 16,-1-2 1-1,-2 1-1-15,-14 2-1 0,-6 0-1 16,-6 6 1-16,-11-1 1 16,0 1-2-16,0 0-5 15,0 0-4-15,0 0-5 16,0 0-12-16,0 0-22 15,0 0-19-15,-15 0-45 16</inkml:trace>
  <inkml:trace contextRef="#ctx0" brushRef="#br0" timeOffset="77350.8579">16279 4193 72 0,'5'-6'43'0,"3"-5"-2"16,-1 3 3-1,1-3-10-15,1 0 3 0,0-1 1 16,-3 5-7-16,-2-1-6 16,1-3-6-16,3-3-12 15,7 1-4-15,-6 0-1 16,-1-1-2-16,3 6-2 16,-7 1 2-16,1 7 0 15,-5-2 2-15,0 2-2 16,0 0 0-16,0 0 0 15,0-2-2-15,0 2 2 16,0 0-1-16,4 0 0 16,11 0-2-16,6 0-4 15,12 0 5-15,9 15 1 0,3 5 1 16,3 0 0-16,-8-2 1 16,-1 1-1-16,-3-7 0 15,-3 2 0-15,-5-3-8 16,-5 1-11-16,-1-5-25 15,-22-7-45-15,6 0-45 16</inkml:trace>
  <inkml:trace contextRef="#ctx0" brushRef="#br0" timeOffset="77800.4342">17195 4162 114 0,'-15'-3'79'16,"11"3"-38"-16,4 0 3 16,-4 0-25-16,-1 0-19 0,-5 23 0 15,-3 19 2-15,-6 19 8 16,1 9 8-16,8 9-1 16,-3 2-4-16,13 0-1 15,0-3-6-15,0-10-1 16,0-6 3-16,0-9 0 15,23-10-3-15,10-7-4 16,3-10 0-16,7-1-1 16,-7-3 0-16,5-6 0 15,2-3-13-15,-7-4-9 16,5-9-16-16,2 0-28 16,-30 0-13-16,-4-11-77 15</inkml:trace>
  <inkml:trace contextRef="#ctx0" brushRef="#br0" timeOffset="78161.0115">17920 4173 72 0,'0'-16'126'0,"0"12"-92"15,0 4 23-15,0 0-7 16,0 0-28-16,0 0-7 0,0 0 0 16,0 0-2-1,0 29-8-15,0 13-4 0,-13 19 4 16,-19 11-1-16,0 10-2 16,-2 13 1-16,-3 2-2 15,1-4 1 1,4-13-2-16,4-12 2 0,4-13-4 15,11-13 2-15,3-11 0 16,5-12-1-16,-3-4-4 16,3-8-17-16,5-4-9 15,-10 0-17-15,5-3-14 16,1 0-12-16,0-3-39 16</inkml:trace>
  <inkml:trace contextRef="#ctx0" brushRef="#br0" timeOffset="78431.1428">17311 4357 102 0,'0'-33'74'16,"0"31"-24"-16,0 2-3 16,17 0-17-16,30 0 14 15,14 5-12-15,-1 25 7 16,8 13-17-16,-3 13-4 15,1 0-5-15,-2 6-3 16,-14 1-6-16,-3-9-2 16,-11-5-1-16,-3-4 0 0,-10-8-1 15,1-7-6 1,-5-5-13-16,2-6-21 0,7-1-20 16,9-5-36-16,-22-13-29 15</inkml:trace>
  <inkml:trace contextRef="#ctx0" brushRef="#br0" timeOffset="78835.3852">18364 4877 92 0,'-4'0'102'0,"4"0"-52"16,0 0 8-16,0 0-21 15,0 0-22-15,0 11 4 16,0 7 0-16,13 7 2 16,10 4-5-16,5 6 0 15,-8 6-6-15,-8 3-7 0,-1 2-3 16,-11 1-1-16,0 0-12 16,0-11-15-16,0-9-1 15,0-14-11-15,0-10-38 16,0-3-23-16,0 0-16 15</inkml:trace>
  <inkml:trace contextRef="#ctx0" brushRef="#br0" timeOffset="79114.5107">18776 4987 66 0,'9'-7'125'16,"-9"7"-103"-16,4 0 20 0,2 0 0 16,3 8-30-16,0 29 11 15,-5 8-5-15,-4 9-5 16,0 1-6-16,0 0 0 16,0-6-3-16,0-6-1 15,0-5-1-15,-9-11-2 16,5-7-9-16,0-12-14 15,4-5-25-15,0-3-30 16,0 0-25-16,0-11-16 16</inkml:trace>
  <inkml:trace contextRef="#ctx0" brushRef="#br0" timeOffset="79317.5752">19091 4981 166 0,'5'0'39'16,"3"-1"17"-16,7 1-4 15,2 0-14-15,7 0-3 16,-11 0-20-16,10 0-12 16,-3 0-3-16,3 0-30 15,-18 0-66-15,-1 0-116 16</inkml:trace>
  <inkml:trace contextRef="#ctx0" brushRef="#br0" timeOffset="79473.8014">19091 4981 157 0,'305'-15'85'0,"-297"15"-53"15,16-4-5-15,0-14-9 16,8-1-18-16,-9 8-2 15,-18 8-64-15,-1 3-53 16</inkml:trace>
  <inkml:trace contextRef="#ctx0" brushRef="#br0" timeOffset="79616.5348">19557 4951 125 0,'4'7'60'15,"7"-7"-17"-15,-3 0 5 16,1 0-27-16,2 0-15 15,-7 0-6-15,9 0-1 16,-13 0-45-16,4 0-72 16</inkml:trace>
  <inkml:trace contextRef="#ctx0" brushRef="#br0" timeOffset="79840.7693">19964 4981 105 0,'0'14'139'16,"0"-14"-119"-16,13 8 25 16,2 3-5-16,-2 9 2 15,2 11-10-15,-15 4-17 16,0 9-9-16,0 8-2 16,0-2-4-16,0 5-12 15,0 5-16-15,0-5-20 16,-9-12-40-16,3-38 1 15,6-5-98-15</inkml:trace>
  <inkml:trace contextRef="#ctx0" brushRef="#br0" timeOffset="80298.2708">20668 4139 58 0,'8'-24'86'0,"-3"18"-40"0,-5 5 11 16,0-4-3-16,0 5-15 16,0 0-4-16,0 0 3 15,0 0-7-15,0 0-7 16,0 0-3-16,0 0-13 16,0 11-3-16,0 24-2 15,-9 22 0-15,-23 16 1 16,-5 14 0-16,-10 7-4 15,7 7-3-15,-3 0 0 16,2-9-2-16,-2-17-9 16,7-15-7-16,8-13-3 15,15-21-3-15,8-7-13 0,5-12-8 16,0-7-29-16,0 0-38 16,0 0 35-16</inkml:trace>
  <inkml:trace contextRef="#ctx0" brushRef="#br0" timeOffset="80560.8615">20108 4346 88 0,'-4'-24'104'0,"4"24"-74"15,0 0 17-15,8 13 10 16,39 18-12-16,14 7-2 0,-1 5 3 15,4 7-15-15,-4 5-7 16,-4 3-9-16,-7-1-9 16,3-6-4-16,-16 4 0 15,-8-5-2-15,-5 4-17 16,1-4-24-16,0-7-19 16,4-7 3-16,-24-33-47 15,4-3-24-15</inkml:trace>
  <inkml:trace contextRef="#ctx0" brushRef="#br0" timeOffset="80995.3849">20944 4816 21 0,'20'36'65'0,"-3"0"-25"16,-2-3 5-16,-6 6-3 15,-1-4-11-15,-1-5-6 16,-3-8 1-16,0-4-14 16,-4-7-6-16,0-7-5 15,0-4 0-15,4 0 1 16,-4 0 1-16,5 0 9 16,-1 0 3-16,0-26-5 15,7-9-4-15,-7-4-6 16,9-9 2-16,6 5-2 0,5 8 0 15,-7 14 0-15,-2 10 0 16,-6 8 0-16,-5 3 0 16,7 0 9-16,-3 0 6 15,1 0-1-15,10 0 1 16,-6 4-10-16,11 13-2 16,-5 6 0-16,-2 2-3 15,3 4 0-15,-12-2-7 16,-4 2-2-16,7-4-1 15,-11-6-17-15,4 0 10 16,1-11-45-16,-5-8-58 16,0 0-40-16</inkml:trace>
  <inkml:trace contextRef="#ctx0" brushRef="#br0" timeOffset="81408.2974">21521 4046 142 0,'0'-23'116'0,"0"21"-83"16,0-2 17-16,0 4-4 15,0 0-27-15,0 0-4 16,15 0 12-16,26 22-5 0,6 9-3 15,9 7-7-15,0 11-5 16,0 11-3-16,-7 10 1 16,-2 11 0-16,-6 11 1 15,-9 9-5-15,-8 8 2 16,-9-6-1-16,-11-4-1 16,-4-11 0-16,0-7 1 15,0-11-1-15,-15-8 2 16,-13-8 0-16,0-16 0 15,0-2 0-15,7-13-2 16,2-6-1-16,-1-10-1 16,12-1-1-16,-1-6-7 15,-2 0-9-15,-1 0-16 16,7 0-29-16,-3 0-143 0</inkml:trace>
  <inkml:trace contextRef="#ctx0" brushRef="#br0" timeOffset="97566.1682">948 2070 222 0,'0'-3'32'0,"0"3"-4"15,0 0 26-15,0 0-20 16,0 0-27-16,0 0-6 15,0 3 1-15,0 25-1 16,0 18 11-16,0 3-7 16,0-2 2-16,0 5-5 15,0 0 0-15,0-10-1 16,0-4-1-16,0-15 1 16,0-10 1-16,0-6-2 15,0-7 0-15,0 0 1 16,0 0 4-16,0 0 0 0,0-19-2 15,0-20 2-15,0-10-5 16,0-8-1-16,9 5 1 16,17 9 0-1,-7 7-2-15,7 12 2 0,1 14-2 16,-5 5-1-16,-7 5-1 16,-2 0 0-16,2 0-1 15,-2 26 2-15,2 9 1 16,-5 9 2-16,-10 4-2 15,0-4-6-15,0-11 6 16,0-7-2-16,0-17 3 16,0-3 0-16,0-6 0 0,3 0 1 15,3 0 0 1,3-18 4-16,12-19 1 0,7-9-4 16,13-3-1-16,6 3 0 15,-2 9 0-15,-11 10-1 16,-6 11 1-16,-15 12 0 15,-4 4-2-15,-3 0-1 16,5 0 2-16,-1 4 1 16,10 25 2-16,-3 0 0 15,2 6 0-15,0-5-2 16,-10 0 0-16,0-3-4 16,1-5-19-16,-1 3-28 15,-3-24-8-15,-3-1-87 16</inkml:trace>
  <inkml:trace contextRef="#ctx0" brushRef="#br0" timeOffset="98384.2871">1763 2308 66 0,'2'0'96'16,"-2"-5"-53"-16,5-1 5 15,8-5-22-15,-3-1-6 16,10-8 4-16,-8-2-13 16,8 1-7-16,-12 4-3 15,-1-2 0-15,-7 6 1 0,0-3 0 16,0-2 1-16,0 3 4 16,0 4 5-16,-20 7-2 15,5 4 2-15,3 0-7 16,-3 0-5-16,6 12-2 15,-6 18-3-15,4 8 3 16,3 0 2-16,-9 0 4 16,14-3 2-16,-3-5-1 15,6-3-2-15,0-7-3 16,0-5-4-16,0 4 2 16,41-8-19-16,14-8-14 15,21-3 18-15,-6 0-8 16,3-25-20-16,-4-4 24 0,-18-6-32 15,-12-1 41-15,-11 10 12 16,-20-1 2-16,-8 5 20 16,0 1 18-16,0 0 12 15,-6 6-8-15,-9 6-10 16,9 7-13-16,-1 2-7 16,5 0-9-16,-11 2-5 15,0 32-5-15,-6 14 3 16,2 7 2-16,4-8-2 15,4-5 1-15,9-12-2 16,0-12-3-16,0-6 1 16,0-12-3-16,0 0 5 0,0 0-2 15,0 0 5-15,20-25 3 16,-1-10 1-16,0-11-2 16,7-8-2-16,-15-4 0 15,-1-7 0-15,-10-3 0 16,0 0 1-16,0 3-1 15,0 19 0-15,-10 17 1 16,8 20 1-16,2 9 5 16,0 0-7-16,0 0 0 15,0 22-6-15,0 19 6 16,0 8 6-16,0 2 7 16,0 0-3-16,0-4 4 15,0 1-6-15,0-4-2 0,0-9-2 16,0 0-2-1,0-7-2-15,0-1-4 0,2-5-15 16,8-4-27-16,16-13-22 16,2-5-27-16,-17 0 6 15</inkml:trace>
  <inkml:trace contextRef="#ctx0" brushRef="#br0" timeOffset="98668.6399">2578 2422 90 0,'9'38'30'16,"-9"0"29"-16,0-10-36 0,0-7-8 16,0-7 18-1,0-5-19-15,0-8-9 0,0-1 2 16,0 0 9-16,0 0 15 16,0 0 6-16,0 0-1 15,0-1 1-15,0-22-5 16,0-6-17-16,0-10-8 15,0-10 1-15,0-7-7 16,0 4-1-16,0 4-1 16,0 12-1-16,8 12-10 15,3 10-12-15,15 8-14 16,-7 6-10-16,3 0-33 16,-7 0-37-16</inkml:trace>
  <inkml:trace contextRef="#ctx0" brushRef="#br0" timeOffset="99096.4766">2885 2308 161 0,'0'0'66'15,"0"-5"8"-15,0-13-17 16,0 0-22-16,0 2-2 16,0 11 8-16,0 5-9 15,0 0-14-15,0 0-15 16,0 0-3-16,0 25-10 15,-15 17-3-15,2 13 5 16,5-6-4-16,-3-6-3 16,11-13-4-16,0-8 5 0,0-12-1 15,0-6-3-15,0-4 4 16,0 0-2-16,0 0 15 16,11-11 1-1,10-22 1-15,3-1-1 0,-5-3 2 16,0-6-1-16,-19 3 0 15,0 1 0-15,0 14 7 16,0 12 7-16,0 13 6 16,0 0 2-16,0 0-19 15,0 5-4-15,0 28-10 16,0 8 10-16,0 8 0 16,9-6 2-16,-5-1-2 15,0-8-3-15,7-6-19 0,-11-4-16 16,0-4-18-16,0-20-41 15,0 0-10-15</inkml:trace>
  <inkml:trace contextRef="#ctx0" brushRef="#br0" timeOffset="99560.1979">762 3025 102 0,'-41'16'100'0,"41"-16"-60"15,0 0 19-15,0 0-26 16,0 0-19-16,47 0 2 15,22 0 30-15,23 0-8 16,26-8-5-16,17-5-1 16,13-1-8-16,17 0-6 15,11-2-4-15,21-1-5 16,29-1-6-16,18-2 0 0,-4-4-1 16,-12 3 0-1,-37-7 0-15,-24 1 2 0,-41 1-2 16,-38 4 1-16,-32 4-2 15,-32 12 1 1,-16 0 1-16,-8 6 0 0,0-3 2 16,0 3-5-16,0-3-6 15,0 0-16-15,-17 3 4 16,-11 0-8-16,-6 0-20 16,-11 0-12-16,17 0-19 15,4 0-64-15</inkml:trace>
  <inkml:trace contextRef="#ctx0" brushRef="#br0" timeOffset="101084.8672">1596 7753 179 0,'-6'-6'89'15,"6"3"-68"-15,0 1 23 16,0 2-14-16,0 0-25 16,0 0-4-16,0 0-1 15,0 0 1-15,0 0-1 16,0 0 2-16,0 0 1 16,0 0 1-16,0 0 2 15,0 0 2-15,0 0 0 16,0 0 1-16,0 0 1 15,0-2-3-15,0 2 7 16,0-4-3-16,0 4-1 0,0 0-3 16,0 0 0-16,0 0 0 15,0 0-2-15,0 0 0 16,0 0-2-16,0 0 0 16,0 0-2-16,0 0 1 15,0 0-1-15,0 0 0 16,0 0 1-16,0 0 0 15,0 0 0-15,0 0-1 16,0 0 1-16,0 0-2 16,0 0 0-16,0 0 1 15,0 0-1-15,0 0 0 16,0 0 0-16,0 0 0 16,0 0-1-16,0 0 0 0,0 0 0 15,0 0 0-15,0 0 0 16,0 0-2-16,0 24-6 15,36 17 5-15,18 14 4 16,1-1 2-16,-7-7-2 16,-14-8 1-16,-6-9 0 15,-5-7-1-15,-3-8-1 16,-12-7 1-16,-3-2 0 16,-1-6 0-16,-4 0 0 15,4 0 0-15,-4 0 1 16,0 0 4-16,0 0-1 15,0-11 0-15,0-20 9 16,0-16-8-16,0-1-5 0,0-2 0 16,0 1 0-16,0 5 0 15,0 10-5-15,0 1-5 16,0 8-2-16,0 6-8 16,7 2-8-16,10 13-10 15,11 4-8-15,4 0-34 16,-24 0-11-16,9 9-58 15</inkml:trace>
  <inkml:trace contextRef="#ctx0" brushRef="#br0" timeOffset="101865.6212">2477 7836 188 0,'0'-4'57'0,"0"-22"0"16,0-1 2-16,0-3-33 15,-12 10-5-15,-6 5-6 16,-1 10 3-16,4 5-4 16,11 0-7-16,-11 0-7 15,-2 35-12-15,2 19 4 16,-9 8-5-16,20 2 3 16,4-11 4-16,0-10 2 15,0-14 1-15,4-14 0 16,15-9-3-16,5-6 0 15,-5 0 6-15,3 0 2 16,6-21 7-16,-9-13-3 16,-4-1-3-16,-2-4-1 0,-7 5 0 15,-6 1-2-15,0 8 0 16,0 12 3-16,0 9-2 16,0 4 3-16,0 0 2 15,0 0-6-15,0 2 0 16,0 21-10-16,9 5 6 15,12 2 4-15,5-4-5 16,-7-1-7-16,9-5-10 16,9-4-6-16,-1-4-4 15,-8-8 0-15,0 3 5 16,-17-7 19-16,-5 0 8 16,-6 0 0-16,0 0 15 0,0 0 26 15,0 0 2-15,0-10-12 16,0-16-7-16,-15-5-4 15,4-3 0-15,9 1-15 16,2-1-5-16,0 9-2 16,0-1 0-16,28 10 0 15,11 1-2-15,-3 11 0 16,-8 1 1-16,0 3 1 16,-7 0 0-16,-4 0 0 15,7 11 1-15,-7 11 1 16,-2 9 0-16,-4-6 1 15,-2 6 1-15,-9-6 0 16,0-4 1-16,4-7-1 16,-4-5 0-16,4-8-2 0,-4-1 2 15,0 0 0-15,0 0-1 16,0 0 3-16,0 0-2 16,0-7-2-16,0-18-6 15,0-13-6-15,0-2-1 16,0-2-5-16,0 10-5 15,4 12-20-15,50 10-30 16,4 8-28-16,-22 2 46 16</inkml:trace>
  <inkml:trace contextRef="#ctx0" brushRef="#br0" timeOffset="102607.5778">3402 7790 100 0,'19'6'88'15,"-19"-6"-20"1,0 0 0-16,0 0-26 0,0 0-18 0,0-3-8 15,0-5-7-15,-19 2-1 16,-5 2-1-16,-1 4 2 16,3 0-4-16,3 0-5 15,-3 0-2-15,10 31-4 16,3 11 0-16,7 6 2 16,-7-3 2-16,9-9 2 15,0-8-1-15,0-15-2 16,0-6 2-16,0-7-3 15,0 0 3-15,9 0 1 16,-1 0 5-16,3-11 2 0,8-14 4 16,-6-6-6-16,9-3-4 15,-3 1-1-15,-8 2-2 16,-3 13 1-16,1 10 1 16,-9 8 0-16,0 0 2 15,0 0 3-15,0 0-5 16,11 20-2-16,6 3-4 15,-2 7 5-15,8-3-6 16,-10-4-2-16,7-9-10 16,-1-2-6-16,-2-9 0 15,2-3 3-15,1 0 8 16,-3 0-11-16,2-22-3 16,-2-8 5-16,-6-6 11 0,-2 1 9 15,-3 4 0 1,3 10 3-16,-9 11 4 0,0 10 12 15,0 0 2-15,4 0-6 16,2 0-4-16,-4 14-8 16,7 13 4-16,2-3 0 15,-3-2-2-15,1-8-2 16,-1-9 1-16,1-5 0 16,-7 0 4-16,-2 0 0 15,9 0 9-15,8-14 4 16,-6-13 4-16,8-9-16 15,2-1-1-15,-6-2-4 0,5 8-1 16,-3 9 1 0,-9 8 3-16,1 9 7 0,-9 5 2 15,0 0 1-15,2 0 3 16,7 0-15-16,-1 8-1 16,10 8 0-16,1 1-1 15,-8 4-1-15,12 3-7 16,1 1-2-16,-3-3-22 15,7-3-20-15,0-4-41 16,-19-15-2-16</inkml:trace>
  <inkml:trace contextRef="#ctx0" brushRef="#br0" timeOffset="102990.5618">4294 7645 87 0,'0'-12'85'0,"0"9"-33"16,0-2 24-16,0-1-43 16,11 1-10-16,12-3 17 15,-3-1 0-15,1 2-14 16,-4 0-12-16,1 7-11 16,-3 0-3-16,-3 0-5 15,-5 0 1-15,1 9-4 16,-8 11-5-16,0 5 3 0,0 4 1 15,0-1 3 1,0 3 6-16,0-3 0 0,-12-2 1 16,-3-1 1-16,10-3 2 15,1 0-3-15,4-4-1 16,0-2 0-16,0-2 0 16,0-6-1-16,0-2-1 15,0-6 0-15,4 0-18 16,24 0-7-16,11-3 0 15,2-27 2-15,4-5-44 16,2-6 15-16,-39 22-58 16</inkml:trace>
  <inkml:trace contextRef="#ctx0" brushRef="#br0" timeOffset="103333.9079">4678 7587 105 0,'0'-4'73'0,"0"4"4"0,0 0-1 15,0 0-48-15,0 4-15 16,0 28-6-16,-13 6-2 15,-2 6 0-15,2-1 3 16,9-5-4-16,4-9-3 16,0-8-1-16,0-11 0 15,0-10-3-15,0 0 0 16,0 0 0-16,0 0 3 16,0-10 3-16,17-18-2 15,-2-5 0-15,-2-4 0 16,2-4-1-16,-4 5-2 15,-3 6 1-15,-8 17 1 0,0 7 0 16,0 6 6-16,0 0 3 16,0 0-9-16,3 29-3 15,3 4 3-15,5 9 0 16,-9-1 1-16,4-4-1 16,-4 3 0-16,-2-13-8 15,0 1-15-15,0-6-24 16,0-22-55-16,0 0-64 15</inkml:trace>
  <inkml:trace contextRef="#ctx0" brushRef="#br0" timeOffset="104227.2059">1517 8482 81 0,'0'0'52'0,"6"0"6"15,-6 0-15-15,0-3-9 16,0 3 10-16,0 0-3 16,0 0-6-16,0 0-2 15,0 0-5-15,0 0-5 16,0 0-2-16,0 0-4 16,0 0-5-16,0 0-5 0,9 0-5 15,10 0-1 1,20 0 2-16,36 0 11 0,34 0 4 15,50-5-2-15,47-17-1 16,36-13-1-16,39-8-1 16,39-9-6-16,12-3 10 15,7-1-6-15,-11 4-5 16,-26 7-3-16,-55 6-2 16,-52 13 0-16,-60 6 0 15,-60 6 0-15,-47 10 1 16,-26 0 6-16,-2 2 24 15,0-1-4-15,0 1-8 0,0-2-5 16,0 2-9-16,0-2-4 16,0 4 0-16,0 0 0 15,0 0 0-15,0 0-2 16,0 0 0-16,0 0 0 16,0 0 0-16,0 0-2 15,0 0 2-15,0 0-1 16,0 0 1-16,0 0 0 15,0 0 0-15,0 0 0 16,0 0-1-16,0 0 0 16,0 0 1-16,0 0-1 15,0 0 0-15,0 0 1 16,0 0 0-16,0 0-1 16,0 0-1-16,0 0-3 15,0 0-4-15,0 0-9 0,0 0-14 16,0 0-21-16,0 0-30 15,0 0-31-15,0 0 7 16</inkml:trace>
  <inkml:trace contextRef="#ctx0" brushRef="#br0" timeOffset="106325.6105">3417 8826 152 0,'-19'-34'108'0,"14"20"-71"15,5 3 19-15,-4 3-8 16,4 5-20-16,0 0-8 16,0 3 4-16,0 0 5 15,-2 0-8-15,2 0 3 16,0 0-8-16,0 0-5 16,0 0-11-16,0 14-4 0,30 24-5 15,39 20 7-15,21 16 1 16,-7 5 1-16,-8 1-3 15,-8-12-4-15,-18-13-2 16,-8-9 0-16,-13-15 2 16,-17-11 4-16,-7-11 2 15,4-5 1-15,-1-4 0 16,-7 0 1-16,4 0 1 16,-4 0 4-16,0 0-1 15,4-29 8-15,5-20 7 16,-5-19-13-16,7-19-6 15,-7-7 1-15,-4-11-1 0,5 2-1 16,3 9 0 0,7 6 0-16,-2 18 0 0,6 22-1 15,-4 17-1-15,-12 20-1 16,-3 11-7-16,6 0-14 16,-2 0-27-16,13 22-16 15,3 31-11-15,-12-22-10 16,-1 8-55-16</inkml:trace>
  <inkml:trace contextRef="#ctx0" brushRef="#br0" timeOffset="106836.5403">4637 8986 66 0,'-45'-30'143'16,"7"9"-102"-16,1 5 19 16,9 3-22-16,0 4-26 15,9 6-6-15,2 3 12 16,2 0-11-16,0 12-7 15,-4 31-2-15,-3 12-3 16,9 7 1-16,11-1 3 0,2-5 0 16,0-14 0-16,0-11 0 15,0-12-3-15,0-7 4 16,15-8 2-16,-2-4-2 16,2 0 1-16,7 0 0 15,-1-13 2-15,0-21 0 16,-1-6 1-16,1-6-1 15,-10 0-1-15,-3 6 0 16,1 9-2-16,-7 17 3 16,-2 11 7-16,0 3 4 15,0 0-2-15,9 0-12 16,10 17-6-16,9 16 5 16,4 5 0-16,5 0-1 0,6-5-21 15,-3-9-13 1,3-6-37-16,-34-18-40 0,-5 0-64 15</inkml:trace>
  <inkml:trace contextRef="#ctx0" brushRef="#br0" timeOffset="107039.6147">4946 9158 152 0,'-23'-25'95'0,"8"-1"-21"0,-5-7-6 0,5-3-28 15,5 2-14-15,7 1-16 16,3 5-4-16,0 8-6 0,0 5 0 16,0 1-5-16,0 4-13 15,20-1-23-15,16 1-9 16,-17 7-31-16,-4-1-44 16</inkml:trace>
  <inkml:trace contextRef="#ctx0" brushRef="#br0" timeOffset="107339.7499">5313 8468 74 0,'0'-19'103'0,"0"19"-60"0,0 0 23 15,-4 0-7-15,-3 0-40 16,-4 8-1-16,-6 26-3 15,0 13-7-15,-4 13 2 16,1 8 11-16,5-3-8 16,5 2-4-16,10-5-2 15,0-10-5-15,0-8-1 16,0-4-1-16,25-9-1 16,-3-6-4-16,12-8-24 15,3-7-18-15,12-10-11 16,13 0-22-16,-34 0 25 15,2-21-102-15</inkml:trace>
  <inkml:trace contextRef="#ctx0" brushRef="#br0" timeOffset="107567.4863">5903 8455 12 0,'0'-42'186'15,"0"42"-110"-15,0 0 10 16,0 0-37-16,0 0-32 15,0 4-13-15,0 40-2 16,0 13-1-16,0 19 10 16,-22 2-5-16,1 6 0 15,-7-2-5-15,9-8-1 16,-5-4 0-16,5-23-15 16,10-13-21-16,-4-12-20 0,13-22-46 15,0 0-43-15</inkml:trace>
  <inkml:trace contextRef="#ctx0" brushRef="#br0" timeOffset="107803.8442">5448 8580 112 0,'-36'-36'128'0,"36"36"-87"15,0 0 3-15,43 0-34 16,32 9 15-16,17 21 28 15,-9 5-4-15,-10 2-10 0,0 10-20 16,-15 4-13-16,-13-2-4 16,9 3-1-16,-11-6-1 15,-2-9-7-15,-7 0-9 16,-6-9-31-16,8-14-23 16,-12-10-26-16,-20-4 12 15</inkml:trace>
  <inkml:trace contextRef="#ctx0" brushRef="#br0" timeOffset="108095.6212">6437 8260 91 0,'-15'-18'177'0,"15"18"-152"16,0 0 5-16,28 5 3 15,27 24 14-15,8 9-5 16,-5 13-10-16,-13 12-18 16,-17 7-10-16,-13 9 1 15,-15 3-4-15,0-7-1 16,-5 3-9-16,-33-11-2 16,5-11 0-16,1-11 3 15,4-10-11-15,5-12-13 16,8-6-7-16,-2-12-12 15,17-5-25-15,0-2-42 16</inkml:trace>
  <inkml:trace contextRef="#ctx0" brushRef="#br0" timeOffset="108396.3619">7430 8452 105 0,'-13'0'117'16,"13"0"-85"-16,0-6 23 0,0 4-10 16,4 0-14-16,33 2 13 15,16 0-6-15,-5 0-5 16,5 0-12-16,-3 0-11 15,-10 0-8-15,-8 0-2 16,-8 0-2-16,-11 0-13 16,-7 0-28-16,-6 0-38 15,0 0-25-15,-6 2-44 16</inkml:trace>
  <inkml:trace contextRef="#ctx0" brushRef="#br0" timeOffset="108600.7299">7438 8727 71 0,'0'24'114'16,"0"-24"-67"-16,20 0 34 0,33 0-15 15,-1 0-3-15,17 0-6 16,-7-9-13-16,-17-2-4 16,-7 4-21-16,-12 2-16 15,-7 2-3-15,1-3-9 16,8 4-49-16,4-6-38 15,-19 3-40-15,2-1-82 16</inkml:trace>
  <inkml:trace contextRef="#ctx0" brushRef="#br0" timeOffset="109170.8768">8676 7500 154 0,'-41'-27'93'0,"28"23"-62"16,11 4 42-16,-4 0-17 15,4 0-31-15,-7 0-8 16,7 0-1 0,-13 4-10-16,2 33-6 0,-15 29-4 15,11 28 2-15,-2 22 2 16,19 20 0-16,0 6 0 15,0 8 1-15,0-1 0 16,30 1 0-16,6-13-1 16,18 0-1-16,-1-12 1 15,8-2 1-15,-6-8 4 16,-3-7-1-16,-11-5-3 0,-22-2 0 16,-11-6-1-16,-8-8 2 15,0-14 0-15,0-12-1 16,-12-16 0-16,-23-9 1 15,9-12 0-15,-8-11 0 16,6-10 2-16,5-3-4 16,-5 0-3-16,0 0-10 15,2-24-11-15,7-12-9 16,19-10-15-16,0 22-57 16,0-3-42-16</inkml:trace>
  <inkml:trace contextRef="#ctx0" brushRef="#br0" timeOffset="111006.1634">9307 7926 219 0,'0'-4'56'16,"0"-1"-8"-16,0 5 4 16,0 0-17-16,0 0-18 15,0 0-5-15,0 0 4 16,0 0-9-16,0 0-2 15,0 0-3-15,0 16-2 16,-9 20-1-16,-15 20 1 16,-8 7-1-16,13 11 1 15,4 2-1-15,6-2-1 16,9-6 1-16,0-9 1 16,0-7-1-16,0-9-1 0,39-5 1 15,-3-5 1 1,5-8 0-16,2 0 0 0,-2-8 0 15,2-6-12-15,2-8-16 16,-2-3-10-16,8 0-4 16,-42 0-33-16,4-20-33 15</inkml:trace>
  <inkml:trace contextRef="#ctx0" brushRef="#br0" timeOffset="111288.5396">10126 7989 175 0,'4'-12'107'16,"-4"12"-87"-16,0 0 22 15,0 0-20-15,0 12-16 16,0 25-5-16,0 19 4 15,-28 11 1-15,-17 1-4 16,-6-3-1-16,-1-7-1 16,5-5 0-16,11-11-7 15,8-5-15-15,4-7-23 16,20-30-34-16,4 0-41 0</inkml:trace>
  <inkml:trace contextRef="#ctx0" brushRef="#br0" timeOffset="111526.4031">9566 8132 201 0,'0'0'45'16,"0"0"-2"-16,28 0-11 15,34 24 15-15,9 12 1 16,0 8-14-16,-11 2-27 15,-7 4-5-15,-10 0-1 0,-6-4-1 16,-5 0-13-16,-4-4-16 16,-5-9-19-16,1-5 26 15,-7-14-68-15,-17-14-14 16</inkml:trace>
  <inkml:trace contextRef="#ctx0" brushRef="#br0" timeOffset="111788.4455">10407 8314 84 0,'9'-4'145'0,"6"4"-96"15,-3-4 19-15,8 4-11 16,8-3-8-16,-1 1-10 15,10-1-15-15,6-4-16 16,-2 3-5-16,1-1-3 16,-1 2 0-16,2 0-11 15,-15 0-27-15,-7 3-29 16,-21 0-27-16,0 0-84 16</inkml:trace>
  <inkml:trace contextRef="#ctx0" brushRef="#br0" timeOffset="112455.6051">11134 8002 118 0,'9'-12'157'16,"-9"12"-106"-16,4 0-1 15,0 0 1-15,11 4-34 16,4 38-17-16,-1 14 9 16,12 11 10-16,0 2-12 15,-5-7-4-15,-3-6-2 0,4-9 0 16,-9-9-1 0,-11-6-8-16,7-8-18 0,-13-9-17 15,2-8-16-15,-2-7-47 16,0 0-66-16</inkml:trace>
  <inkml:trace contextRef="#ctx0" brushRef="#br0" timeOffset="112656.5631">11022 7980 107 0,'-15'-23'140'16,"15"17"-98"-16,7-4 5 15,57 2-7-15,33-3-3 16,19-4-6-16,-1 1-6 0,1 6-9 16,-19 0-16-16,-9 8-6 15,-20 0-44-15,-63 0-43 16,-5 0 78-16</inkml:trace>
  <inkml:trace contextRef="#ctx0" brushRef="#br0" timeOffset="112874.7595">11372 8092 145 0,'-17'22'63'0,"17"-19"-13"0,17 1 4 16,30-1-5-16,18-3-18 15,1 0 6-15,-6 0-15 16,-15 0-20-16,-8 0-2 15,-12 0-15-15,-16 8-36 16,-9 6-27-16,0-7-61 16,0 8 2-16</inkml:trace>
  <inkml:trace contextRef="#ctx0" brushRef="#br0" timeOffset="113046.5272">11327 8534 144 0,'0'24'56'0,"4"-24"5"0,52 0-2 16,8 0-16-16,12 0-3 16,-4-14-3-16,-7-3-19 15,-3-5-18-15,-8-7-10 16,1-1-25-16,-40 15-22 16,3-3-107-16</inkml:trace>
  <inkml:trace contextRef="#ctx0" brushRef="#br0" timeOffset="113257.9322">12003 7969 59 0,'-24'0'167'16,"11"0"-151"-16,2 42 28 16,-1 14 1-16,-3 9-29 15,6 6-3-15,3-7 3 16,-1-6-12-16,7-7-3 15,0-13-1-15,0-10-2 16,7-13-30-16,27-11-38 16,-21-4-12-16,6 0-59 15</inkml:trace>
  <inkml:trace contextRef="#ctx0" brushRef="#br0" timeOffset="113459.6146">12460 7975 144 0,'0'0'125'16,"0"0"-83"-16,0 43 18 15,-37 14-24-15,-4 9-27 16,-6-1-3-16,-2 0 3 16,10-2-9-16,3-7 0 15,4-7-12-15,-1-12-39 16,29-37-59-16,-2 0-34 15</inkml:trace>
  <inkml:trace contextRef="#ctx0" brushRef="#br0" timeOffset="113662.3736">12076 8192 33 0,'0'-3'174'0,"0"3"-146"16,32 20 47-16,28 9-15 15,6 0-15-15,-1 2-9 16,-3-4-18-16,-6-2-15 16,-1-10-3-16,-12 0-4 15,4-8-24-15,-1-7-44 16,-36 0 24-16,-5 0-22 16</inkml:trace>
  <inkml:trace contextRef="#ctx0" brushRef="#br0" timeOffset="113865.9106">12655 8002 60 0,'0'0'82'0,"0"0"-43"16,0 16 27-16,28 16-8 16,4 6-10-16,-9 9 2 15,1 4-16-15,-20 5-26 16,-4-7-4-16,0-1-4 15,0-7-5-15,0-11-35 16,0-30-46-16,-4 0-80 16</inkml:trace>
  <inkml:trace contextRef="#ctx0" brushRef="#br0" timeOffset="114105.0799">12880 7821 106 0,'28'-20'92'0,"15"20"-70"0,12 31 55 16,1 11-16-16,-6 17-12 15,-18 4-8-15,-13 8-24 16,-19 6-13-16,0 7 0 16,-28-2-1-16,-23-2-3 15,1-7-3-15,7-16-8 16,16-13-21-16,12-14-11 15,6-16-38-15,9-14-35 16,0 0 10-16</inkml:trace>
  <inkml:trace contextRef="#ctx0" brushRef="#br0" timeOffset="114545.4182">13287 7494 194 0,'-17'-11'80'0,"17"7"-28"0,0-2-9 15,13-6-18-15,28 5-11 16,15 1 12-16,4-2-5 15,-9 3 0-15,-14 5-11 16,-5 0-9-16,-17 0-1 16,-2 0-2-16,2 0-10 15,-15 11 1-15,0 18-2 16,0 6 6-16,-11 8-2 16,-25 1 5-16,3-4 4 15,10-9 0-15,12-5 1 16,5-6 1-16,6-3 3 15,0-6 1-15,0 0 2 0,0-4-4 16,27-2-1-16,6-2 1 16,7-3 1-16,-3 0-1 15,-9 0-4-15,4 0-13 16,-4-14-31-16,-24 9 44 16,3 0-54-16</inkml:trace>
  <inkml:trace contextRef="#ctx0" brushRef="#br0" timeOffset="115115.5892">13954 7933 232 0,'0'-11'67'0,"-17"11"-33"16,-13 0 17-16,-10 40-48 16,-12 16-2-16,-8 14 7 15,4 12-5-15,9-5-1 16,15-3-2-16,19-15-2 15,13-13-4-15,0-20-1 16,0-15-7-16,32-11 5 0,15 0 5 16,-2-8 3-16,7-30-2 15,-7-5-4-15,-2-9-2 16,-7 1-3-16,-6-9-4 16,-19-5 5-1,-11-6 9-15,0-10 2 0,0-3 0 16,-4 6 0-1,-22 14 4-15,2 30 9 0,9 18 19 16,3 12-7-16,7 4-1 16,5 0-9-16,0 0-15 15,0 28 0-15,0 16 0 16,5 19 18-16,18 10 5 0,-1 5-4 16,-7 3-6-16,-3-3-8 15,-7-1-3-15,10-10-2 16,2-7-6-16,11-13-29 15,4-18-10-15,-8-13-15 16,-20-16-47-16,-4 0-79 16</inkml:trace>
  <inkml:trace contextRef="#ctx0" brushRef="#br0" timeOffset="115347.2506">14360 7682 243 0,'0'0'111'0,"0"16"-63"16,0 40 14-16,0 20-38 15,15 1-9-15,13 2-4 16,4-1-4-16,-8-4-5 16,-12-6 1-16,-3-9-3 15,-5-10 0-15,3-17-10 16,-3-10-37-16,0-16-32 15,3-6-47-15,-7-3-86 16</inkml:trace>
  <inkml:trace contextRef="#ctx0" brushRef="#br0" timeOffset="115588.4932">14152 7744 215 0,'-24'-10'105'0,"24"1"-93"16,15-4 41-16,54-6-22 15,30-4-3-15,12 3 4 16,-2-3-6-16,-8 4-8 16,-17 3-5-16,-24 7-9 15,-9 4-4-15,-14 3-8 0,-9 2-40 16,-28 0-42-1,0 0-54-15</inkml:trace>
  <inkml:trace contextRef="#ctx0" brushRef="#br0" timeOffset="115823.0609">14291 8072 161 0,'0'6'60'0,"32"-6"25"16,39-6-19-16,6-17-18 15,11-6-6-15,5 5-15 16,-10-1-9-16,-14 6-16 0,-9 13-2 16,-4 0-26-1,-13 6-58-15,-39 0-1 0,-4 0-81 16</inkml:trace>
  <inkml:trace contextRef="#ctx0" brushRef="#br0" timeOffset="116144.5296">15248 8376 176 0,'19'-8'157'16,"-19"8"-114"-16,0 0 15 16,0 0-22-16,0 0-27 15,0 0-5-15,-4 30-3 16,-35 14-2-16,-14 8 1 15,-7 3-13-15,4 4-6 16,4-8 6-16,5-2-15 16,15-12-18-16,10-9-17 15,22-28-24-15,0 0-80 16</inkml:trace>
  <inkml:trace contextRef="#ctx0" brushRef="#br0" timeOffset="116393.3452">14875 8435 117 0,'0'-15'117'15,"0"15"-87"-15,4 0 13 16,45 0 20-16,18 8-8 16,3 13-2-16,-3 2-14 15,-7 3-23-15,0 3-9 0,-4 2-3 16,-9-2-3-1,-6 0 0-15,-13-6-1 0,-9-7-6 16,-15 1-19-16,1-6-28 16,-5-5-25-16,0-6-31 15,0 0-126-15</inkml:trace>
  <inkml:trace contextRef="#ctx0" brushRef="#br0" timeOffset="118461.8458">15844 7878 312 0,'0'0'51'15,"0"0"15"-15,0 0 6 16,0 0-41-16,0 0-17 16,24-6 7-16,23-3 2 15,13 2 5-15,4-4-16 0,-4 2-8 16,-4 3-3 0,-15-3-1-16,-13 5-2 0,-20 4-21 15,-8 0-23-15,0 0-37 16,0 0-29-16,-8 0-30 15</inkml:trace>
  <inkml:trace contextRef="#ctx0" brushRef="#br0" timeOffset="118650.9829">15748 8178 140 0,'0'21'73'0,"8"-21"-13"16,56 0 11-16,12 0-9 0,3 0-8 15,-6-10-12-15,-17-1-16 16,-9 3-21-16,-15 0-5 16,-4-4-1-16,8 0-28 15,-31 4-51-15,7-1-43 16</inkml:trace>
  <inkml:trace contextRef="#ctx0" brushRef="#br0" timeOffset="119160.2922">17251 7429 86 0,'0'-21'114'0,"-6"21"-76"16,-31 5 5-16,-19 36-26 16,-8 14-2-16,-5 12 10 15,5 14-8-15,4 4-1 16,17-1-10-16,15-6-1 16,24-11-3-16,4-12-2 15,0-11 1-15,28-8-2 16,19-12 1-16,13-10 0 0,4-9 1 15,1-5 2-15,3 0-1 16,7-5 2-16,-6-25-2 16,-5-3 1-16,-12-3 0 15,-11-4-2-15,-7-3 2 16,-13-6 4-16,-6-1 5 16,-10-3 1-16,-5-3 2 15,0-4 1-15,-5 3-4 16,-31 3-4-16,-11 12 3 15,-9 10-2-15,11 12-2 16,6 10-7-16,3 10-6 16,8 0-15-16,-4 0-15 15,-5 30-20-15,5 7-24 0,17-15-55 16,7-3 59 0</inkml:trace>
  <inkml:trace contextRef="#ctx0" brushRef="#br0" timeOffset="119421.6224">16889 7836 122 0,'0'3'105'16,"0"-3"-65"-16,0 0 21 15,34 0-18-15,20 0 1 0,21 0 6 16,-2 0 1-16,2 0-9 15,-11-5-18-15,-4 1-17 16,-9 0-6-16,-5 1-1 16,-14 1 0-16,-4 2-8 15,-5-4-33-15,-4 2-28 16,-6-3-17-16,-13 1-3 16,0 2-80-16</inkml:trace>
  <inkml:trace contextRef="#ctx0" brushRef="#br0" timeOffset="119775.1584">18032 7324 201 0,'0'-19'63'0,"0"19"8"16,-4 0 0-16,-12 0-36 16,-5 2-16-16,-18 34-13 15,-1 18-3-15,-12 18 2 16,1 12 2-16,-3 7 1 16,7-4 3-16,15-7-4 15,8-6-3-15,20-8-3 16,4-6 0-16,0-7-2 0,23-10 0 15,23-4 1 1,9-10-3-16,-3-9-4 0,-1-9-27 16,-1-11-23-16,5 0-23 15,-35-7-13-15,3-14-15 16</inkml:trace>
  <inkml:trace contextRef="#ctx0" brushRef="#br0" timeOffset="120045.4819">18439 7443 111 0,'9'-19'85'16,"-9"19"-17"-16,0 0 6 16,4 0-25-1,5 13-16-15,6 25 14 16,-2 16 7-16,-3 11-28 0,-10 7-11 15,0-2-11-15,0 0-3 16,0-4 0-16,0-10-1 16,0-7 0-16,0-11-16 15,0-13-21-15,0-11-20 16,0-8-12-16,0-6-19 16,0 0-73-16</inkml:trace>
  <inkml:trace contextRef="#ctx0" brushRef="#br0" timeOffset="120351.5085">18124 7475 137 0,'-28'0'78'15,"28"0"-29"-15,0 0 14 16,0 0-39-16,43 0 7 15,17 0 13-15,22 0 12 16,16 0-13-16,7-11-13 16,3-16-4-16,-8-2-5 15,-7 1-3-15,-14 2-10 16,-19 4-7-16,-8-1-1 0,-12 8-6 16,-12 3-21-16,-9 6-16 15,-10 6 1-15,-9 0-4 16,0 0-8-16,0 0-1 15,-24 4-46-15,-8 11-38 16</inkml:trace>
  <inkml:trace contextRef="#ctx0" brushRef="#br0" timeOffset="120584.254">18341 7793 116 0,'-9'17'90'0,"9"-17"-52"16,19 0 37-16,37 0-22 16,8-14-18-16,9-7 18 15,2 4-13-15,-10 1-12 16,-9 5-12-16,-24 3-7 16,-9 3-9-16,-5-1-1 15,-3 6-28-15,2-3-37 16,-17 3-27-16,0 0-77 15</inkml:trace>
  <inkml:trace contextRef="#ctx0" brushRef="#br0" timeOffset="120898.5933">19220 7902 169 0,'0'0'88'16,"0"0"-30"-16,0 0 8 16,0 0-34-16,-24 31-24 15,-12 5 4-15,-11 9-2 0,-3 2-5 16,-1-1-3-16,4-3-1 15,6 2-1-15,9-10 0 16,4-5-10-16,9-8-22 16,6-6-7-16,4-8-20 15,9-8-43-15,0 0-49 16</inkml:trace>
  <inkml:trace contextRef="#ctx0" brushRef="#br0" timeOffset="121134.2789">18855 8002 157 0,'0'0'49'16,"0"0"-10"-16,28 0 37 0,22 18-31 16,1 2-6-1,1 1 4-15,-3 0-15 0,-6 4-18 16,-7 0-9-16,1-1-1 15,-5 0-4-15,-4-1-10 16,-5-6-26-16,-8-7-47 16,-15-10-11-16,0 0-108 15</inkml:trace>
  <inkml:trace contextRef="#ctx0" brushRef="#br0" timeOffset="121701.616">19561 7009 218 0,'0'-3'79'0,"0"3"-21"16,0 0-11-16,6 0-22 15,-6 0-6-15,9 0-3 0,10 0 0 16,3 11 6 0,16 19-4-16,-1 11 5 0,4 11-14 15,2 10-3-15,-7 12-3 16,-8 0 0-16,-11 13-1 15,-11 5 0-15,-6 0 0 16,0 6 0-16,-10-2-1 16,-27-4 0-16,-10-9 0 15,2-6 0-15,-6-9-1 16,-1-14 0-16,16-11-1 16,3-4 1-16,10-12-1 15,6 0 0-15,-3-6 1 0,8-6-1 16,-3-8 1-1,10-1 0-15,1-4 0 0,0 4 0 16,-1-6 0-16,5 0 1 16,0 0-1-16,0 0 0 15,0 0-1-15,0 0-3 16,0 0-7-16,0 0-2 16,0 0-8-16,-6 0-14 15,-11 0-29-15,6 0-15 16,2 0-74-16</inkml:trace>
  <inkml:trace contextRef="#ctx0" brushRef="#br0" timeOffset="139711.4711">15975 9826 168 0,'-24'24'97'0,"20"-24"-56"0,4 0 12 15,-4 0-5-15,4 0-25 16,-7 0 2-16,7 0-2 16,0 0-8-16,-4 0-2 15,4 0 2-15,0 0 3 16,0 0 2-16,0-11-4 16,0-21 3-16,24-11-2 15,16-12-9-15,3-5-7 16,9-4 0-16,-3-2-1 15,11-5 1-15,0 3-1 16,-4 9 1-16,-5 7-1 16,-14 12 0-16,-9 15-1 15,-9 11 0-15,-10 10 0 0,-9 1-2 16,0 3-5 0,0 0-9-16,0 0-14 0,0 0-13 15,4 0-14-15,-4-3-27 16,0 0-47-16,0-1-72 15</inkml:trace>
  <inkml:trace contextRef="#ctx0" brushRef="#br0" timeOffset="140065.5032">16260 9044 132 0,'-8'0'103'0,"8"0"-53"0,0-29 5 16,23-19 1-16,27-7-10 16,1 8-6-16,-4 5-3 15,-6 11-17-15,-9 12-14 16,-4 5-4-16,-9 8 0 16,-6 2-2-16,-2 4-2 15,-7 0 1-15,-4 0-1 16,4 0 0-16,-4 27-1 15,9 23 3-15,-5 21 2 16,-4 6 1-16,0 1-1 16,0-8-1-16,0-9-1 0,11-13 0 15,-7-7-1 1,1-13-1-16,-1-3-16 0,0-4-20 16,1-8-30-16,-5-13-32 15,0 0-75-15</inkml:trace>
  <inkml:trace contextRef="#ctx0" brushRef="#br0" timeOffset="140739.1435">14819 10900 63 0,'-24'-21'144'15,"16"1"-91"-15,1-5 2 0,3-4-6 16,0-7-14 0,4-2-8-16,0-7-4 0,-5-1-4 15,-3-6-5-15,3 2-5 16,-5-1 3-16,10 7-5 15,0 11 0-15,0 11-2 16,0 13-2-16,0 9-3 16,0 0-3-16,0 0 0 15,19 38-9-15,41 25 1 16,19 17 6-16,-6 1 3 16,0-1-1-16,-10-15 0 15,-3-10 0-15,-15-16 1 0,-13-11 2 16,-9-9 0-16,-14-13-1 15,-9-6-2-15,0 0 3 16,0 0 4-16,0 0 6 16,0-10 6-16,0-29 8 15,0-11-7-15,-13-22-4 16,-23-7-7-16,-7 4-2 16,11 5-3-16,8 17-1 15,15 17-4-15,9 15-12 16,0 12-13-16,0 7-11 15,0 2-21-15,33 0-28 16,-10 0-30-16,5 0-24 16</inkml:trace>
  <inkml:trace contextRef="#ctx0" brushRef="#br0" timeOffset="141075.7839">15503 10616 116 0,'4'41'78'0,"-4"-17"-43"16,0 3 18-16,0 0-17 15,0 2-19-15,0 4 1 16,0 0-2-16,0-4-9 16,9-2-2-16,10-5 4 15,5-7-3-15,-7-5-3 16,7-5 0-16,1-5 1 16,-3 0 3-16,6 0 2 15,-3-15-4-15,3-18 4 16,-13-3-4-16,-6-5 0 0,-9-3-1 15,0-1 5 1,0-4-4-16,-28 3-2 0,-15 5-1 16,-2 11 2-16,9 14-4 15,12 12-2-15,7 4-1 16,2 0-6-16,2 0-13 16,2 22-11-16,7 12-16 15,4 1-25-15,0-18-17 16,0-6-45-16</inkml:trace>
  <inkml:trace contextRef="#ctx0" brushRef="#br0" timeOffset="141743.8672">16676 10417 189 0,'-4'-28'59'15,"-47"13"-3"-15,5 6-10 16,14 7-23-16,-4 2-6 16,8 0 2-16,4 29-19 15,1 28-2-15,10 18-2 16,2-3 3-16,11-7 1 16,0-6 0-16,0-26-1 15,0-8-2-15,15-15 1 16,9-10 2-16,2 0 0 15,8 0 3-15,-2-28 6 16,0-21 2-16,0-10-4 16,-4-13-4-16,-11-6-3 0,-2-9-2 15,-15-5 1-15,0 0-3 16,-8 4 3-16,-31 23 1 16,7 30 0-16,15 23 3 15,2 12 14-15,15 10-9 16,-4 38-8-16,4 22-9 15,0 20 7-15,0 0 1 16,19-10 1-16,13-12 0 16,5-13-1-16,8-17-1 15,-3-14 0-15,3-12-1 0,-6-9 1 16,2-3 0-16,-9 0 2 16,4-21 1-16,3-17-1 15,-2-10-1-15,-5-5-5 16,-9-2-8-16,-14 12-7 15,-9 13 3-15,0 19 17 16,0 11 1-16,0 0 10 16,-9 19 8-16,-14 27-18 15,3 11 3-15,8-1 6 16,12-5-1-16,0-6 0 16,0-11-4-16,0-10-3 15,23-6-1-15,22-5-1 16,11-7-4-16,4-6-9 0,4 0-14 15,7-19-1-15,-2-23-45 16,-56 16-23-16,-3 4-15 16</inkml:trace>
  <inkml:trace contextRef="#ctx0" brushRef="#br0" timeOffset="142109.3567">17448 10481 61 0,'5'0'51'0,"-5"48"-17"15,15 11 0-15,4 5-18 16,7-5 22-16,-7-3 10 15,0-4-24-15,-10-9-14 16,-5-10 6-16,-4-11 5 16,0-13-13-16,0-9 3 0,0 0-4 15,0 0 12-15,0-3 13 16,0-36 3-16,-4-18-24 16,-33-19-10-16,5-16-1 15,9 2 0-15,18 8-1 16,5 23-4-16,0 12 2 15,28 17 1-15,17 10 0 16,11 6-2-16,-4 11 3 16,-1 3 0-16,-10 0 1 15,-13 6-1-15,-9 19 1 16,-6 4-1-16,-13 7 0 16,0 3 1-16,0 5-2 15,-19 3 1-15,-18-9-7 16,9-7-7-16,5-8-22 15,10-15 2-15,13-8-24 0,0 0-46 16,0-17-87-16</inkml:trace>
  <inkml:trace contextRef="#ctx0" brushRef="#br0" timeOffset="142665.0465">18216 10208 170 0,'0'-33'62'15,"0"22"-16"-15,-4 2-3 16,-20 3-22-16,7 6-6 16,-2 0 6-16,0 0-5 15,1 32-13-15,-1 18 1 0,11 8-4 16,8 9 2-16,0-6-1 16,0-7 0-16,0-13-1 15,23-13-1-15,9-13 1 16,-4-10-3-16,-6-5 0 15,1 0-4-15,1-11 0 16,4-22 4-16,4-17-7 16,-4-1 5-16,-9-7 2 15,3 7-2-15,-3 12 1 16,0 13 1-16,-6 13 2 16,0 13 1-16,2 0 0 15,-2 0 3-15,6 19-3 16,9 16 0-16,-9 3 5 0,-6-7-2 15,-4-6-1-15,-9-9-2 16,0-4 2-16,0-10 3 16,0-2 6-16,0 0 4 15,0 0 1-15,0-2 11 16,0-23-7-16,0-4-14 16,0-10-4-16,0-5-1 15,23-1 0-15,5 7-2 16,0 9 2-16,-9 15 0 15,-6 14 3-15,-4 0-4 16,2 0-2-16,6 23-1 16,2 13-1-16,5 5-4 0,3-5-9 15,6 4-27-15,7-10-3 16,16-9-38-16,-32-21-61 16</inkml:trace>
  <inkml:trace contextRef="#ctx0" brushRef="#br0" timeOffset="143277.3874">19272 10056 66 0,'-5'-55'111'0,"-42"40"-60"15,15 6 7-15,8 9-10 16,11 0-28-16,-2 14-18 16,3 32-2-16,-3 13-1 15,6 9 1-15,5 1 1 0,4-13 0 16,0-9 5-1,0-18-4-15,0-13 2 0,13-9-2 16,6-7 1-16,4 0 3 16,5-19 0-16,4-19-4 15,-4-16-2-15,-6-1-1 16,-3-12-4-16,-10-10-1 16,-9-6 0-16,0 0 5 15,0 12 1-15,0 26 0 16,-9 24 2-16,5 21 3 15,4 0 7-15,0 22-12 16,0 34-1-16,0 14 1 0,4 2 1 16,15 4-1-1,3-14 0-15,-3-7 1 0,9-12-1 16,-4-12 0-16,-3-16 2 16,-2-8-2-16,-4-7-2 15,3 0 2-15,-3 0 3 16,2-8-1-16,2-21-2 15,-6-10-5-15,-2-5 1 16,-11-2-5-16,0 9 2 16,0 7 1-16,0 16 6 15,0 14 2-15,-5 0 9 16,-10 0 1-16,-4 25-6 16,6 12-3-16,0 10-3 15,7-1 12-15,6 0-3 16,0-2-3-16,0-3-4 0,15-3-2 15,30-7-3-15,11-6 3 16,23-11-3-16,9-14-21 16,17 0-12-16,22-12 9 15,-82-15-85-15,-2-2 3 16</inkml:trace>
  <inkml:trace contextRef="#ctx0" brushRef="#br0" timeOffset="143896.1044">20496 9928 175 0,'-47'-20'46'0,"15"15"19"16,4 5-10-16,0 0-33 0,11 0-4 15,-7 34-9-15,1 11 4 16,-1 10 2-16,11 7-3 16,5 3-2-16,8-4-2 15,0-13-4-15,0-7-1 16,0-16-3-16,17-13-2 15,6-7 2-15,5-5-2 16,0 0-2-16,4-23-1 16,1-23-3-16,-6-8 5 15,1-16-4-15,-4-4-8 16,-15-11-1-16,-9-4 5 16,0-6 6-16,-24-1 3 15,-25 16 2-15,-3 28 1 0,16 25 4 16,16 23 18-1,12 4 3-15,8 15-24 0,0 40-2 16,0 23-3-16,8 14 3 16,29 0 0-16,-9-3 0 15,8-17 2-15,-8-12-2 16,4-17 1-16,7-15-1 16,-11-13 0-16,0-9 0 15,-7-6-2-15,7 0-2 16,0-9 1-16,4-25-5 15,0-13-3-15,-8-4-5 16,-16-1-12-16,-8 6-5 0,0 13 10 16,0 22 23-1,0 11 15-15,-21 0 13 0,-3 19-3 16,5 25-24-16,6 13 2 16,9 3 14-16,4-4-4 15,0-1-8-15,0-10-2 16,28-7 1-16,12-10 7 15,8-17-11-15,1-8 0 16,7-3-7-16,8-3-9 16,11-36 3-16,2-9-56 15,7-13 30-15,-60 32-18 16</inkml:trace>
  <inkml:trace contextRef="#ctx0" brushRef="#br0" timeOffset="144112.6802">21352 9462 89 0,'-28'-60'139'16,"13"60"-70"-16,7 0-1 0,8 8-36 16,0 36-14-16,0 17 9 15,0 18-14-15,0 8-6 16,0 1-2-16,4-10-4 16,19-10-1-16,10-12 0 15,3-8-16-15,7-16-22 16,-2-12-4-16,-1-19-6 15,3-1-38-15,-38-5-14 16,-1-21 7-16</inkml:trace>
  <inkml:trace contextRef="#ctx0" brushRef="#br0" timeOffset="144383.3997">21637 9942 55 0,'7'0'59'16,"-7"9"-8"-16,0 29-15 16,0 8-6-16,0-3 1 15,0-3-2-15,0-3-6 16,13-8-5-16,14-10 9 15,6-11-10-15,-1-8-12 16,4 0 10-16,3-3-5 16,6-31-3-16,-2-13-6 15,2-9-1-15,-2-4-6 16,-18 1-5-16,-5 8-1 16,-20 6 9-16,0 6 3 15,-9 15 4-15,-34 9-2 0,7 12 9 16,-9 3-11-1,6 0-5-15,7 7-14 0,8 20-5 16,7 3-1-16,13-2-36 16,4-20-13-16,0-5-20 15</inkml:trace>
  <inkml:trace contextRef="#ctx0" brushRef="#br0" timeOffset="144684.5411">22036 9796 157 0,'17'-11'99'16,"-17"11"1"-16,0 0-19 0,0 0-38 16,0 0-19-1,0 0-14-15,0 11-10 16,0 13-1-16,0 9-2 0,0-1 3 16,0 1 0-16,7 1-1 15,14 5 1-15,3 0-1 16,4-4 2-16,0 3-1 15,-5-8 0-15,-10-8 0 16,-9-3 0-16,-4-9 1 16,0-2 0-16,0 3 2 15,-17-3-3-15,-26-5-5 16,-17-1-12-16,-13-2-23 16,-19 0-18-16,45 0-37 15,-5 0-10-15</inkml:trace>
  <inkml:trace contextRef="#ctx0" brushRef="#br0" timeOffset="145708.9865">13603 11964 206 0,'0'-19'72'0,"0"11"-20"15,0 5-5-15,0 1-25 16,-11 2-7-16,-6 0 0 16,-7 0-3-16,-4 0-10 15,-6 13-2-15,-5 26-2 16,12 14-3-16,3 13 3 16,15 8-1-16,9-10-2 15,0-7 0-15,0-17 0 16,28-17 1-16,15-14-4 0,-9-9 1 15,9 0 7-15,-10 0 0 16,-6-22 4-16,6-24 1 16,-1-4-2-16,-9-13-3 15,-1-1 0-15,-11-7-2 16,-11 1-1-16,0-7 3 16,0-2 0-16,-52 4 1 15,1 14 1-15,6 18-1 16,12 22 2-16,18 14 11 15,11 7 0-15,4 0-10 16,0 0-4-16,0 25-3 16,0 34-8-16,9 20 11 0,27 14 2 15,3 3-2-15,-3-9 0 16,11-12 0-16,3-7 0 16,14-13-1-16,11-18-16 15,15-13-19-15,5-15-29 16,-59-9-39-16,-4-3-24 15</inkml:trace>
  <inkml:trace contextRef="#ctx0" brushRef="#br0" timeOffset="146093.469">14403 12004 4 0,'-9'-48'151'0,"-66"31"-85"16,6 10 1-16,14 7-29 15,12 0 4-15,6 0-20 0,9 38-16 16,5 16-1-16,10 14 0 15,11 6 3-15,2-10-2 16,0-9-1-16,0-15-3 16,0-13-2-16,19-13-3 15,9-11 1-15,4-3-5 16,3 0 3-16,1-17 4 16,-4-18 0-16,-4-8-2 15,-4-4-6-15,-7 2 4 16,-6 4 3-16,-7 10 1 15,-4 18 0-15,0 8 1 16,4 5 16-16,-4 0 8 0,0 0-17 16,13 24-8-1,2 14-3-15,9 4 2 0,3 3 0 16,-1-9 0-16,13-15-13 16,-7-8-12-16,9-11-5 15,4-2-11-15,-11-2-26 16,11-43 8-16,-34 15-18 15,-3-3-44-15</inkml:trace>
  <inkml:trace contextRef="#ctx0" brushRef="#br0" timeOffset="146278.0782">14639 11608 91 0,'-39'-70'117'16,"35"70"-7"-16,4 0-17 15,0 9-67-15,0 31-26 16,28 16 0-16,27 16 13 0,-3 2-5 15,-3-2-4-15,-6-1-4 16,-11-1-2-16,-8-5-6 16,-16-5-34-16,-8-13-37 15,0-44-54-15,0-3-56 16</inkml:trace>
  <inkml:trace contextRef="#ctx0" brushRef="#br0" timeOffset="146723.474">14591 11953 153 0,'0'-8'73'0,"0"8"-41"0,65 0 36 15,-1 0-40-15,11 0-6 16,-15 0-11-16,-8-6-7 16,-16 4-2-16,-12 2-2 15,-16 0 0-15,-1 0 0 16,-7 0-1-16,0 0-1 15,2 13 2-15,2 23 2 16,7 7-1-16,0 4 2 16,-5-7-3-16,16-4 0 15,-5-10 0-15,0-9 2 16,7-9 1-16,-5-5-1 16,-2-3 4-16,7 0 6 15,-5 0 0-15,2-22 1 0,-1-13 0 16,-5 0-7-1,-7-8-3-15,-8-1-3 0,0 3 1 16,0-3-1-16,-8 6 1 16,-40 4 2-16,-3 3 2 15,6 17 0-15,6 9-2 16,7 5-3-16,4 0-6 16,3 11-12-16,1 25-7 15,9 1-9-15,11 4-6 16,4-13-17-16,0-8-13 15,0-20-3-15,19 0-40 16</inkml:trace>
  <inkml:trace contextRef="#ctx0" brushRef="#br0" timeOffset="147015.2313">15368 11769 76 0,'36'-25'103'16,"-36"25"3"-16,0 0-33 15,0 0-25-15,0 0-14 16,0 0-31-16,0 16-3 15,0 14-9-15,0 11 4 16,28-1 5-16,7 1 1 16,1-8-1-16,-4-8 0 15,5-2 7-15,-18-12-6 16,-10 0-1-16,-5-2 1 16,-4-4-1-16,0 3 0 15,0 0 3-15,0 7 3 16,-17 1-1-16,-22 0-1 0,-6 0-1 15,-2-8-1 1,2 1-2-16,2-9-10 0,15 0-13 16,11 0-29-16,17 0-34 15,0-4-72-15</inkml:trace>
  <inkml:trace contextRef="#ctx0" brushRef="#br0" timeOffset="147389.9649">16288 11525 219 0,'-47'0'45'16,"21"0"-10"-16,3 0 13 16,3 11-46-16,12 10 8 15,-1 7 6-15,-2 5-4 16,11 1-3-16,0 6 0 15,0-2-2-15,0-2-4 16,24-1-3-16,12-8 3 16,7-2-1-16,-11-1 0 15,1-8 0-15,-14-2-2 16,-10-4 1-16,-9-1-1 16,0 7 4-16,0 4 1 15,0 6 4-15,-33 4-6 0,-10 1 1 16,-2-7-2-1,3-8-1-15,1-2-1 0,4-9-6 16,14-5-8-16,3 0-21 16,20-16-13-16,0-5-26 15,0-5-99-15</inkml:trace>
  <inkml:trace contextRef="#ctx0" brushRef="#br0" timeOffset="147677.2666">16432 11744 43 0,'32'40'83'0,"-17"7"-47"0,2-3 5 16,7-2-12-1,4-6-20-15,-5-5 14 0,-1-13-5 16,-7-9-17-16,-11-8-1 16,0-1 1-16,-4 0-1 15,0 0 0-15,0-24 9 16,0-14 4-16,-8-10-6 15,-29-12 13-15,-6-2 3 16,7-2 7-16,8 10-6 16,15 16-18-16,13 14-6 15,0 11-2-15,0 5-10 16,0 8-19-16,32 0-26 16,13 2-36-16,-25 14-17 15</inkml:trace>
  <inkml:trace contextRef="#ctx0" brushRef="#br0" timeOffset="147954.4893">16432 11744 45 0,'283'168'65'0,"-279"-154"-43"16,-4-8 12-16,0-4-10 15,0-2 2-15,0 0 7 16,0 0 4-16,0-2-5 16,0-31 3-16,0-5-22 15,13-11-13-15,11 3 0 16,12 8 0-16,-8 7-1 15,4 16 1-15,-8 10 0 16,-11 5 7-16,10 0-1 16,-3 3-6-16,7 22 3 0,6 9 0 15,-1 5-2 1,-4-5-1-16,-1 0 0 0,-14-3-9 16,11-9-40-16,0-9 7 15,3-11-56-15,-22-2 29 16,-1 0 13-16</inkml:trace>
  <inkml:trace contextRef="#ctx0" brushRef="#br0" timeOffset="148255.5893">17200 11673 117 0,'-15'-1'94'0,"2"1"11"16,4 0-31-16,3 0-40 16,6 26-28-16,0 11-6 15,0 11 10-15,0-3-4 0,0-2-1 16,10-4 2-1,18-10-1-15,9-9-1 0,-5-12-1 16,0-5 1-16,-4-3 5 16,-9 0-2-16,-2 0-2 15,-6-8 1-15,-7-17 1 16,-4-8-2-16,0-4-4 16,0-5-2-16,0 0 0 15,-36-6-6-15,-20 11-3 16,5 11-6-16,10 6-1 15,13 14-10-15,9 6 6 16,15 0-20-16,4 0-18 0,0 3-33 16,0 10-54-1</inkml:trace>
  <inkml:trace contextRef="#ctx0" brushRef="#br0" timeOffset="148935.2429">18388 11440 192 0,'-19'-25'83'15,"-22"18"-66"-15,13 2 35 16,24 5-33-16,4 0-11 0,0 7-3 16,0 40-4-1,-5 14 0-15,-1 13 0 16,6 2 1-16,0-9 2 0,0-2-1 15,6-23 0-15,22-17 3 16,-6-15-5-16,-3-10 7 16,0 0 2-16,3-10 0 15,1-32 4-15,5-14 2 16,4-14-12-16,-8-5-4 16,-5-6-9-16,-10-4-2 15,-9-7-5-15,0 3 2 16,0 23 5-16,-15 24 5 15,2 25 4-15,4 17 19 16,9 0 4-16,0 36-23 16,0 26-2-16,0 13-1 0,5 3 2 15,31-2 1-15,11-12 0 16,-2-11 0-16,3-13-1 16,1-19 0-16,-11-6 0 15,-1-10 1-15,-9-5 0 16,-5 0 0-16,-5 0-1 15,-3-20-3-15,2-13-2 16,-7-4-1-16,-5-3-4 16,-5 4-3-16,0 9 8 15,0 11 6-15,-5 13 4 16,-14 3 12-16,0 0-6 16,6 16-7-16,-2 19-1 15,6 9 2-15,5-4 7 16,4-2 0-16,0-4 0 0,0-7 2 15,0-4-3-15,24-4-5 16,16-2-1-16,16-6-1 16,9-5 5-16,10-6 0 15,-7 0-8-15,-3-9-14 16,10-27-37-16,8-3-10 16,-1-16-25-16,-59 31-27 15,-3-7-7-15</inkml:trace>
  <inkml:trace contextRef="#ctx0" brushRef="#br0" timeOffset="149146.3087">19432 10830 64 0,'-28'-25'153'0,"28"25"-119"16,0 43 17-16,0 24-6 16,5 15-26-16,33 10 7 15,-1 7-3-15,-5-4-16 16,0-6-4-16,-8-10-1 15,-1-12-2-15,10-4 0 16,3-14-8-16,9-11-25 16,7-8 8-16,-1-24-43 15,-6-6-17-15,-34 0-1 16</inkml:trace>
  <inkml:trace contextRef="#ctx0" brushRef="#br0" timeOffset="149469.401">19945 11458 0 0,'0'-80'85'16,"0"25"-15"-16,-17 18-6 0,-15 13 0 15,8 17-15-15,5 7-12 16,6 0-2-16,-2 31-19 16,-2 17-16-16,2 19 0 15,6-3 5-15,9-4-4 16,0-6 0-16,0-15 1 16,0-14-2-16,0-11 0 15,0-14 0-15,0 0-4 16,13 0-5-16,2-8 4 15,4-23 0-15,3-13 1 16,-7-4-8-16,2 6 2 16,-6 4 1-16,2 13 8 0,-9 14 1 15,-4 11 6-15,0 0 16 16,0 0-1-16,0 0-21 16,15 20-12-16,8 4 11 15,-1 3-8-15,6 0-17 16,4 1-22-16,-17-21-57 15,2-3-38-15</inkml:trace>
  <inkml:trace contextRef="#ctx0" brushRef="#br0" timeOffset="149917.3316">20501 11242 114 0,'-65'-31'97'16,"29"31"-44"-16,8 0 1 0,13 0-28 15,6 18-17-15,1 25-6 16,1 10 4-16,7 11 0 16,0-2-3-16,0-2 3 15,0-6 2-15,11-13-1 16,17-15-2-16,4-15-1 16,0-11-3-16,5 0 2 15,-1-5 1-15,3-30-2 16,-3-18-2-16,-8-4-2 15,-4-10 0-15,-16-3-7 16,-8-6 2-16,0-8 4 16,0-5 1-16,-23 4 1 15,-18 14 0-15,2 24 1 0,14 23 2 16,10 20 17-16,15 4 2 16,0 0-1-16,0 10-13 15,0 34-8-15,0 16 0 16,0 21 1-16,32 6 1 15,0 2 0-15,-4 0 1 16,4-15 0-16,-9-11-2 16,14-14-1-16,2-17-9 15,-3-7-24-15,5-17-13 16,-5-8-11-16,-25 0-59 16,-2-19-23-16</inkml:trace>
  <inkml:trace contextRef="#ctx0" brushRef="#br0" timeOffset="150181.8148">21000 11385 172 0,'0'4'18'0,"0"32"13"0,0-4 13 15,0-5-36-15,0-7 4 16,5-8 0-16,-5-10 6 16,0-2 3-16,0 0 11 15,0 0 4-15,0 0 7 16,0-2 2-16,0-19-24 15,0-9-12-15,-28-14-3 16,10-7-3-16,-1-12-3 16,-4 3-1-16,10 9-7 0,6 5-5 15,7 15-11-15,0 8-15 16,0 12-13-16,28 6-16 16,-4 5-29-16,-1 0-28 15</inkml:trace>
  <inkml:trace contextRef="#ctx0" brushRef="#br0" timeOffset="150487.2831">21320 11110 170 0,'0'20'80'15,"0"0"-16"-15,-15-4-15 16,-9 3-31-16,11 7-7 16,-6 3 1-16,6 3-3 0,5 6-3 15,1-1-1-15,7 1-2 16,0-4-3-16,0-7 0 15,0-5-1-15,19-3 0 16,5-8-1-16,-11-1 1 16,-2-5 1-16,-7-2 0 15,-4-1 1-15,0-2 1 16,0 0 3-16,0 0-1 16,0 4 7-16,0-1-4 15,-19-2-7-15,-18-1-9 16,-6 0-12-16,7 0-16 15,4-28-12-15,12-16-2 16,20 20-69-16,0-3-21 16</inkml:trace>
  <inkml:trace contextRef="#ctx0" brushRef="#br0" timeOffset="150690.2821">21408 10598 152 0,'28'-26'116'0,"-24"26"-83"15,13 49 1-15,11 20-1 16,4 14-21-16,7 0-4 16,2 7 0-16,-9-1-6 15,0-5-2-15,-9-10 0 16,1-5 0-16,-15-17-10 0,-5-10-17 16,-4-14-25-1,0-28-68-15,0 0-29 0</inkml:trace>
  <inkml:trace contextRef="#ctx0" brushRef="#br0" timeOffset="151098.1279">21496 11237 84 0,'-15'-36'30'15,"15"26"10"-15,0 4 2 16,32 6-15-16,15 0 7 16,9 0 2-16,-3 6-31 15,-1 18-2-15,-16 5 0 16,-8-1 2-16,-17 4 3 15,-7-7 2-15,-4-9 2 16,0-7 2-16,0-9 3 16,0 0-7-16,0 0-6 0,0-22-4 15,5-7-7-15,7-10-2 16,12 4 2-16,0 2-5 16,3 6 4-16,-3 8 7 15,0 7 1-15,-3 11 7 16,-10 1 4-16,6 0-3 15,-2 0 5-15,2 0-5 16,7 29 3-16,-5 9 3 16,3 5-3-16,1 7-4 15,1-7 5-15,-5-5-7 16,-10-6-1-16,-1-12-2 16,3-10 2-16,-7-7-4 0,0-3-4 15,-4 0-19 1,0 0-18-16,0-29 3 0,0 4-44 15,0-6-43-15</inkml:trace>
  <inkml:trace contextRef="#ctx0" brushRef="#br0" timeOffset="151515.4249">22188 10498 110 0,'0'0'133'16,"0"6"-92"-16,13 39 16 15,30 14-6-15,9 5-37 16,-12 8 0-16,-3 3 2 0,-13-4-6 16,-5 0-3-1,-15-4-1-15,-4-15-1 0,0-13-3 16,0-21-1-16,0-14-1 16,0-4-2-16,0 0-5 15,0 0-10-15,0-11 2 16,4-5-5-16,5 1 8 15,6 5 9-15,-2 3 2 16,6 5 0-16,5 2 0 16,-7 0 1-16,2 0 0 15,-2 0 1-15,-6 19-1 16,-7 12 0-16,-4 0 2 0,0 8 4 16,0-10 8-1,-8-3-4-15,-20 2 2 0,-4-8-8 16,-3-9-2-16,8-2-2 15,5-7-9-15,3-2-8 16,-5 0-14-16,11-26-27 16,9-11-11-16,4 17-41 15,0 0 16-15</inkml:trace>
  <inkml:trace contextRef="#ctx0" brushRef="#br0" timeOffset="151925.9665">22489 10936 77 0,'8'-21'77'0,"-8"21"-22"16,0 0-19-16,7 0-10 16,-3 0-5-16,0 26-2 0,5 6 1 15,0 15 6-15,6 4-8 16,-3-3-2-16,8 2-2 16,-7-8-5-16,2-16 0 15,4-10-3-15,-6-10-4 16,0-6-2-16,2 0 5 15,-2 0-2-15,2-26 1 16,-3-11 1-16,3-7-5 16,-2-7 0-16,-8-10-5 15,-5 8-2-15,0 4 1 16,0 23 6-16,0 14 0 16,0 12 9-16,0 0 5 15,0 0 7-15,0 12-10 0,0 17-6 16,0 12-3-1,15 3-1-15,-7-5 1 0,7 0-2 16,2-5 0-16,7-9-7 16,0-8-15-16,3-9-3 15,1-8-34-15,4 0 13 16,-4-8-31-16,-23-11-12 16,-5-1-7-16</inkml:trace>
  <inkml:trace contextRef="#ctx0" brushRef="#br0" timeOffset="152310.4802">22961 10827 68 0,'0'-27'61'16,"0"15"-2"-16,0 12-3 16,-5 0-2-16,-5 0-2 15,1 20-11-15,5 16-16 0,4 13-11 16,0 6 7-16,0 6-7 16,0-1-2-16,0-10-3 15,0-8-5-15,13-18-2 16,2-9-2-16,4-14-1 15,-6-1-3-15,10 0-12 16,5-5-14-16,0-28 2 16,4-16-4-16,0-2-6 15,-4-1-3-15,-10 1-12 16,-3 6 6-16,-11 10 24 0,-4 17 23 16,0 12 28-1,4 6 27-15,-4 0 8 0,0 0-22 16,4 9-32-16,7 19 1 15,-2 5 4-15,4 7 6 16,-3-2-13-16,-1-4-4 16,-1 5-3-16,7-17 0 15,-2-7 0-15,2-6-17 16,9-9-22-16,-3 0-17 16,7-4-11-16,-17-11 1 15,-7-9-44-15</inkml:trace>
  <inkml:trace contextRef="#ctx0" brushRef="#br0" timeOffset="152610.0126">23469 10739 91 0,'0'-8'46'0,"0"8"17"0,0 33-14 16,0 16-23-16,0 0 11 16,0-3-11-16,0 3-9 15,0-5 3-15,0-5-4 16,9-5-4-16,10-12-6 15,0-14 4-15,-6-2-4 16,-4-6 1-16,1 0-2 16,-1-6 4-16,-1-21 1 15,3-10-4-15,-2 1-6 16,-5-7 0-16,-4 1-6 16,0 13 0-16,0 4 2 0,0 14 2 15,-19 9-4 1,2 2-14-16,2 0-13 0,10 0-3 15,5 13-16-15,0-8-42 16,0-5-22-16</inkml:trace>
  <inkml:trace contextRef="#ctx0" brushRef="#br0" timeOffset="152971.8649">23881 10845 15 0,'45'0'62'16,"-45"14"-3"-16,0 17-5 15,0-4-1-15,0-8-5 16,0-9-13-16,0-8-2 16,0-2-4-16,0 0-13 15,0 0-2-15,0 0 4 0,0 0-13 16,0-18-1-16,0-4-3 16,0-10-1-16,6-6-5 15,16 0-9-15,-3 5 1 16,0 10 2-16,-6 14 10 15,-13 9 1-15,4 0 4 16,-4 0 8-16,0 14-10 16,5 15-1-16,5 9 3 15,3 8 0-15,-8 7-3 16,5 3 0-16,-1 4 8 0,-9-6-4 16,0-9-2-1,0-12-3-15,0-14 0 16,0-8-9-16,0-8-29 0,0-3-50 15,0 0-27-15</inkml:trace>
  <inkml:trace contextRef="#ctx0" brushRef="#br0" timeOffset="153182.8407">23377 10502 356 0,'0'-65'40'0,"0"7"-7"16,32 6 6-16,4 12-29 0,-12 12-10 15,-9 16-2-15,-15 9-23 16,0 3-24-16,0 0-18 16,-6 3-52-16,-16 9-20 15</inkml:trace>
  <inkml:trace contextRef="#ctx0" brushRef="#br0" timeOffset="153352.5033">23001 10368 250 0,'0'-21'97'0,"0"1"-47"0,0 7-11 15,0 7-39-15,0 6-5 16,0 0-16-16,0 0-29 15,0 15-69-15,0 7-6 16</inkml:trace>
  <inkml:trace contextRef="#ctx0" brushRef="#br0" timeOffset="153941.8993">21020 12266 191 0,'-24'-6'86'16,"9"6"-31"-16,2 0 5 15,-6 0-15-15,2 0-9 16,-7 9-24-16,0 11-9 15,-3 13 1-15,-1 4 1 16,4 4 2-16,-4 6-5 16,15-2-2-16,13 3 0 0,0-8-1 15,0-11-1-15,9-6-10 16,42-16-17-16,29-7-28 16,12-2-5-1,-51-26-71-15,-5-4-51 16</inkml:trace>
  <inkml:trace contextRef="#ctx0" brushRef="#br0" timeOffset="154237.0089">21281 12266 162 0,'0'0'42'0,"0"12"5"16,-17 35-14-16,13 9-27 16,4-3 5-16,0-3-5 0,0 0 6 15,32-10-3-15,0-7 1 16,9-11 3-16,-5-8 8 15,7-14-5 1,-11 0-8-16,-4 0 3 0,0-28 1 16,-15-7-9-16,2-5-3 15,-11-5-1-15,-4 3-5 16,0 0 3-16,0 7-1 16,-43 9-1-16,-6 9 5 15,-11 9-11-15,4 8 5 16,1 0-6-16,14 16-4 15,2 13-14-15,22 1-19 16,17-16-21-16,0-8-29 0</inkml:trace>
  <inkml:trace contextRef="#ctx0" brushRef="#br0" timeOffset="154356.9913">21281 12266 109 0</inkml:trace>
  <inkml:trace contextRef="#ctx0" brushRef="#br0" timeOffset="154755.5504">21281 12266 109 0,'339'176'33'0,"-311"-154"10"0,-7-4-5 0,-1 2-14 0,-12-13 6 16,-1-1-8-16,-3-6-2 16,-4 0-6-16,0 0-3 15,0 0 1-15,0-9 4 16,0-18 2-16,0 1-17 0,0-10 0 16,0 0 0-1,0 5-1-15,0 0 0 0,28 7 3 16,-7 7-3-16,-1 8 2 15,-1 6 4-15,-2 3-1 16,2 0-1-16,5 0-3 16,-7 19-2-16,-2 9-1 15,-2 7-3-15,-2-9-4 16,-3-1 1-16,-3-10 1 16,-5-6 3-16,0-9 3 15,0 0 1-15,0 0 1 16,8-3 3-16,-1-23-1 15,1-2-3-15,9-7 1 16,-2 4-1-16,5 9 0 16,-12 14 0-16,1 7 0 0,-9 1 0 15,4 0 15-15,-4 0-5 16,15 23-7-16,2 2 5 16,7 2-5-16,4-2-1 15,0-2-2-15,-5 2-4 16,1-2-4-16,-3-4-10 15,3-5-6-15,4-14-13 16,0 0-13-16,0 0-49 16,-20-3 12-16,-8-16-3 15</inkml:trace>
  <inkml:trace contextRef="#ctx0" brushRef="#br0" timeOffset="155099.5857">22341 12319 2 0,'0'-34'76'0,"0"23"-10"0,0 3-1 15,0 8-20-15,0 0-20 16,0 0 10-16,0 0-5 15,0 8-13-15,0 13-15 16,0 9 0-16,4 4 2 16,11-8 0-16,2-6-4 15,3-8 0-15,-8-6-2 16,-1-6 1-16,-2 0 0 16,-1 0-3-16,3-24 4 15,2-13 3 1,6-6-3-16,-2-7-5 0,3 8-5 15,-7 10 5-15,-7 14 5 16,-2 15 1-16,-4 3 15 0,0 0 13 16,0 0 7-1,5 0-17-15,3 15-19 0,7 9 1 16,7 9 4-16,5-2-3 16,-3-6-2-16,8-2-2 15,0-10-17-15,-4-10-21 16,4-3-5-16,-4 0-61 15,-17-5 17-15,-11-14-50 16</inkml:trace>
  <inkml:trace contextRef="#ctx0" brushRef="#br0" timeOffset="155430.5506">22836 12174 16 0,'13'-28'86'16,"-13"23"-27"-16,4 5-5 0,-4 0-5 16,0 0-7-1,11 5-10-15,-2 23-19 0,-1 1 7 16,3 1-5-16,-7-3-5 15,1-5-4-15,-1-12 2 16,0-4 6-16,0-6-5 16,3 0-2-16,-3 0 2 15,5-11 0-15,4-16-5 16,10-9 5-16,1-4-6 16,4-3 0-16,4 5-2 15,-9 8 0-15,-5 17-1 16,-8 9 0-16,-5 4 3 15,3 0 6-15,7 15 2 16,2 12-3-16,11 7-5 16,-4 2-1-16,-1 2-1 0,-10-8-1 15,-13 0-6-15,0-11-3 16,0-4-15-16,0-4-20 16,0-11-31-16,-8 0-55 15</inkml:trace>
  <inkml:trace contextRef="#ctx0" brushRef="#br0" timeOffset="155632.781">22493 11796 332 0,'-4'-36'80'0,"4"0"-40"16,36-2 17-16,20 4-34 15,-5 18-22-15,-18 12-1 16,-10 4-3-16,-6 17-32 16,-17 6-45-16,0 4-30 15</inkml:trace>
  <inkml:trace contextRef="#ctx0" brushRef="#br0" timeOffset="155810.6241">23182 12307 213 0,'27'21'147'16,"-12"-21"-85"-1,-2 0 11-15,-2 0-62 0,-7 0-9 16,-4 0-2-16,0 0-24 16,0 0-51-16,0 0-76 15</inkml:trace>
  <inkml:trace contextRef="#ctx0" brushRef="#br0" timeOffset="250498.814">3406 12188 168 0,'-13'-18'33'0,"9"11"-24"16,4-2 17-16,-2 4 8 0,2 5-17 16,0 0-4-16,0 0 5 15,0 0 6-15,0 0-7 16,0 0 0-16,-9 0-2 15,9 0-2-15,0 0-7 16,0 0-1-16,-4 0 0 16,4 0 0-16,-4 0 1 15,-7 3-6-15,-15 22 0 16,-2 15 0-16,-2 17-2 16,-4 17 2-16,15 14 0 15,10 4-2-15,9 7 1 16,0-10-1-16,0-6 1 15,26-6 0-15,21-12 0 0,13-11-1 16,15-10-2-16,-2-14 3 16,2-9 0-16,-4-10 1 15,-7-11 1-15,-8 0 4 16,-7 0-2-16,-4-14 1 16,1-17 4-16,-16-8 4 15,-3-7-7-15,-3-5 1 16,-15-10-1-16,-9-7-4 15,0-7 0-15,0-9-1 16,-48-1 0-16,-12 2 0 16,-4 9-2-16,6 15-2 15,2 17 3-15,1 16-1 0,12 9 0 16,6 15 0 0,5-1 0-16,8 3 1 0,-12 0 1 15,-3 8-6-15,-1 20-6 16,1 8-4-16,5 3-7 15,6 1-12-15,6 8-4 16,3 3-20-16,13-36-28 16,6 5-72-16</inkml:trace>
  <inkml:trace contextRef="#ctx0" brushRef="#br0" timeOffset="250813.2788">3192 12914 107 0,'0'0'91'16,"0"0"-70"-16,28-9 44 16,21-9-3-16,22-4-31 15,4-2 3-15,15 5-5 16,-2-1-11-16,-11 5-5 15,5 3-5-15,-25 3-3 16,-3-1-5-16,-15 4 0 16,-7 5 1-16,-13 1 0 15,-10 0-1-15,-5 0-1 16,0 0-1-16,-4 0-16 0,0 0-28 16,0 0-33-16,0 0-25 15,0 0-29-15</inkml:trace>
  <inkml:trace contextRef="#ctx0" brushRef="#br0" timeOffset="251602.6946">2838 12211 117 0,'0'-15'33'0,"0"3"-12"15,0-13 25-15,0-7-1 16,23-3-14-16,5-3-3 16,-6-1-1-16,-1 5-5 15,1-5-3-15,1 1-3 16,1-8-7-16,8 0-2 16,-8 0-5-16,12-4 1 15,-8 7 0-15,0 8-3 16,-11 11 0-16,0 7 1 15,-17 12-1-15,2 5 0 0,-2 0-1 16,0 0-2-16,0 0 0 16,9 0-2-16,10 4 0 15,15 18 5-15,5 9 0 16,15 8 1-16,8 1-1 16,9 7 1-16,4-2 0 15,-9-1-1-15,1-6 2 16,-14-3-1-16,1-5-1 15,-13-9 1-15,2-5-1 16,-13-5 2-16,-5-2-2 16,-10-2 2-16,0-3 0 0,-6-2-1 15,-5 1 1 1,-4-3-2-16,0 0 0 0,0 0 2 16,0 0 1-16,0 0 0 15,0 0-3-15,0 2-5 16,0 1-20-16,0 6-38 15,0-3-43-15,0 1-117 16</inkml:trace>
  <inkml:trace contextRef="#ctx0" brushRef="#br0" timeOffset="252922.3707">4185 12085 207 0,'0'-12'42'15,"0"12"0"-15,0 0 21 16,0 0-21-16,0 0-23 16,0 0-2-16,0 0-2 15,0 0-10-15,0 23-5 16,0 30-1-16,0 22 1 16,15 20 4-16,6 6-2 15,7 2 0-15,6-5 1 0,5-12-1 16,6-15-2-16,-2-10 1 15,-7-17-1-15,7-2-1 16,-6-12 1-16,-5-8 0 16,-4-6-2-16,0-6-12 15,0-5-15-15,-1-5-6 16,8 0-18-16,-33 0-38 16,7-5-37-16</inkml:trace>
  <inkml:trace contextRef="#ctx0" brushRef="#br0" timeOffset="253222.3215">4983 11904 175 0,'0'0'47'0,"0"0"0"15,0 0-11-15,-5 35-26 16,-3 22-9-16,-12 23 3 16,5 10 10-16,-4 2-3 15,-7 2-1-15,9-1-2 16,-2-1-2-16,8-11-5 16,3-11-1-16,8-8 0 15,0-10 0-15,0-11-14 16,0-12-17-16,0-10-15 0,0-12-26 15,0-7-12-15</inkml:trace>
  <inkml:trace contextRef="#ctx0" brushRef="#br0" timeOffset="253437.9456">4594 12295 193 0,'-12'-25'43'0,"12"25"-15"15,10 0 14-15,48 37 7 16,17 15-8-16,-2 6-21 16,2 9-7-16,-10 5-5 15,-10 1-5-15,-10-1-3 0,3 5-3 16,-12-8-24-16,-4-11-23 16,5-4-25-16,-37-54-18 15,0 0-25-15</inkml:trace>
  <inkml:trace contextRef="#ctx0" brushRef="#br0" timeOffset="253637.8497">5319 12768 62 0,'0'-6'172'16,"0"6"-141"-16,0 0 14 15,9 11-12-15,10 21-23 0,1 15 1 16,5 10-6-16,-5 2-2 15,-12 12-3-15,-1-1-2 16,-1-7-19-16,3-6-27 16,-9-51-33-16,0-6-17 15</inkml:trace>
  <inkml:trace contextRef="#ctx0" brushRef="#br0" timeOffset="253821.2794">5776 12869 202 0,'0'0'73'0,"0"3"-64"0,0 34 22 15,2 4-13 1,5 2-13-16,-7 0-3 0,4 1-2 16,-4-6-1-16,9-7-25 15,-3-28-42-15,-6-3-35 16</inkml:trace>
  <inkml:trace contextRef="#ctx0" brushRef="#br0" timeOffset="253986.8278">6027 12971 29 0,'9'-16'244'0,"-9"14"-197"15,0-4 3-15,0 3 0 16,0-2-50-16,6 1-1 0,3 0-22 15,-9 1-60 1,6 0-75-16</inkml:trace>
  <inkml:trace contextRef="#ctx0" brushRef="#br0" timeOffset="254128.2155">6027 12971 106 0,'127'-46'162'16,"-123"46"-130"-16,-4 0 14 15,9-5-8-15,1-14-38 16,10-1-6-16,1-3-42 16,-14 12-76-16,1 5-81 15</inkml:trace>
  <inkml:trace contextRef="#ctx0" brushRef="#br0" timeOffset="254274.3197">6310 12827 94 0,'7'0'125'0,"-7"0"-73"16,2 0 17-16,9 0-24 15,-5 0-34-15,-6 0-11 16,2-3-8-16,5 3-19 16,5-2-30-16,3 2-21 15,-2 0-13-15,-6 0 3 16</inkml:trace>
  <inkml:trace contextRef="#ctx0" brushRef="#br0" timeOffset="254405.2148">6310 12827 15 0,'131'67'68'0,"-116"-30"-2"16,-6-6-9-16,1 2-12 0,-7 5-5 15,-3 3-6-15,0 6-13 16,0-2-14-16,0-1-5 16,0-7-2-16,0-6-5 15,0-9-26-15,0-22-34 16,0 0-52-16</inkml:trace>
  <inkml:trace contextRef="#ctx0" brushRef="#br0" timeOffset="254706.7269">6941 12097 107 0,'0'-48'144'15,"0"39"-116"-15,0 4 39 0,0 5-17 16,0 0-37-16,0 0 3 15,0 0 2-15,0 30-13 16,0 19 2-16,-24 21-2 16,-14 15-1-16,8 7-1 15,-9 2-2-15,3-4-1 16,8-6 1-16,8-12-1 16,8-11-7-16,7-12-23 15,5-13-16-15,0-11-31 16,0-25-9-16,0 0-27 0</inkml:trace>
  <inkml:trace contextRef="#ctx0" brushRef="#br0" timeOffset="254935.0159">6486 12336 107 0,'-8'-36'97'0,"8"36"-69"16,17 0 29-16,43 33 22 15,8 8-18-15,-5 5-7 16,-3 11-18-16,-5 3-20 16,-5-1-8-16,-5 3-6 15,-9-4-2-15,3-6-5 0,6-4-39 16,-9-12-25 0,12-9-8-16,-42-27-49 0,-6 0 32 15</inkml:trace>
  <inkml:trace contextRef="#ctx0" brushRef="#br0" timeOffset="255275.7842">7226 12676 167 0,'15'0'36'16,"7"25"34"-16,1 14-15 16,5 1-34-16,-4 0-6 15,-7-8-9-15,-6-8 0 0,-3-9-5 16,-8-5 0-1,0-10-1-15,7 0 0 0,-7 0-2 16,0-7-8-16,0-24 5 16,0-10-6-16,2-8 5 15,8 2-3-15,-1 12 2 16,0 16 2-16,1 13 3 16,-5 6 2-16,-1 0 6 15,11 0 0-15,-4 22 1 16,-1 9 4-16,8 6-1 15,-16-2-6-15,4 1-1 16,-4-9-3-16,-2-2-2 16,0-6-8-16,7-1-21 15,-7-6-29-15,0-12-7 16,0 0-122-16</inkml:trace>
  <inkml:trace contextRef="#ctx0" brushRef="#br0" timeOffset="255591.2111">7273 12011 192 0,'-28'-33'90'0,"28"33"-75"16,0 0 27-16,54 33-17 0,21 16 22 15,7 16-14 1,-16 13-15-16,-4 11-4 0,-12 9-9 15,-14 7-1-15,-17 7-2 16,-10 0 0-16,-9-4-2 16,0-7-2-16,0-6 1 15,0-6-1-15,-4-14 1 16,-7-9-2-16,-2-15 0 16,5-9-14-16,-3-12-6 15,2-6-7-15,7-10 3 16,-19-14-29-16,14 0-15 15,-1-14-142-15</inkml:trace>
  <inkml:trace contextRef="#ctx0" brushRef="#br0" timeOffset="256253.8867">7921 12545 190 0,'-9'0'47'0,"9"0"-11"15,0-3 26-15,0 1-33 16,0-1-18-16,0-2 8 16,9 1 11-16,19-3-9 15,0-1-7-15,2 1-3 16,8 0-3-16,-1-1-6 16,-1-1 1-16,1 0-2 15,-9 6-1-15,-5-1 0 16,-1 2-4-16,-16 2-16 0,-2 0-11 15,1 0-13-15,-5 0-21 16,0 9-28-16,0 0 8 16,0 4-57-16</inkml:trace>
  <inkml:trace contextRef="#ctx0" brushRef="#br0" timeOffset="256515.6259">8041 12778 101 0,'0'13'50'16,"0"-13"-26"-16,0 0 37 16,39 0 4-16,-1 0-18 15,-1 0 3-15,8 0-10 0,-15 0-9 16,2-2-5-16,-4-3-13 16,0 1-9-16,-11 2-2 15,7-1-1-15,-9 1-1 16,-7 2 0-16,-4-5 0 15,-4 5-3-15,0 0-8 16,0 0-11-16,0 0-13 16,0 0-18-16,0 0-25 15,0 0-34-15</inkml:trace>
  <inkml:trace contextRef="#ctx0" brushRef="#br0" timeOffset="259234.9909">9742 12098 138 0,'0'-12'77'15,"6"11"-55"1,-3 1 33-16,1-5-9 0,0 5-29 15,0 0 3-15,3 0 9 16,-7 0-2-16,0 0-3 16,0 0-5-16,0 0-4 0,0 0-4 15,0 0-6-15,0 0-1 16,0 0-4-16,0 0-1 16,0 12-1-16,0 17 0 15,-30 16 0-15,-11 8 1 16,-2 6 1-16,-4 11 0 15,-9-7 0-15,9 5 0 16,4 4 0-16,-2-5-1 16,13-4 1-16,-7-6 0 15,7-11 0-15,11-8-1 16,6-12-2-16,6-9 2 16,5-6-1-16,2-6-1 0,2-5-4 15,0 0-5 1,0 0-3-16,0 0-10 0,0 0-14 15,0 0-13-15,-9-5-13 16,5-12-92-16</inkml:trace>
  <inkml:trace contextRef="#ctx0" brushRef="#br0" timeOffset="259582.4318">8998 12338 156 0,'-5'-7'62'0,"5"7"-46"16,0 0 33-16,0 0-15 16,5 0-30-16,46 21 7 15,18 14 12-15,8 8-9 16,7 0-4-16,8 10-2 15,15-5-2-15,-2 2 0 16,-4-4 0-16,-9-6-1 16,-25-7-1-16,-20-1 1 15,-6-5-3-15,-13-5-1 16,-9-3 0-16,-2-3-1 16,-2-3-5-16,-11-2-10 15,5 0-16-15,2-4-20 0,-11-7-15 16,0 0-28-1</inkml:trace>
  <inkml:trace contextRef="#ctx0" brushRef="#br0" timeOffset="260119.8979">10057 12789 115 0,'0'0'62'0,"0"0"-61"0,13 0 21 16,4 13 20-1,9 12-25-15,-9 0-5 0,-4-5 5 16,-2-2-3-16,-7-5-9 16,-4-7 1-16,0-4 1 15,0-2-1-15,0 0 0 16,0 0 1-16,0 0-4 15,0 0 5-15,0 0 7 16,0-21-8-16,0-10-7 16,0 5-1-16,0 4-2 15,0 4 3-15,4 9-2 16,5 3 2-16,-3-4 0 16,7 4 3-1,-4 4 0-15,-3-2 2 0,-4 4-2 16,7 0-3-16,-7 0-2 0,11 0 2 15,8 19 1-15,1 15 5 16,-1 0-1-16,-1 2 1 16,-7-4-1-16,-5-2-1 15,-6-3-2-15,3 0 0 16,-5-8 0-16,0 0-2 16,0-6 0-16,0-2-3 15,0 3-1-15,0-3-4 16,0-6-1-16,0 1-2 15,0-6-4-15,0 0-13 16,0 0-17-16,0 0-32 16,0 0-92-16</inkml:trace>
  <inkml:trace contextRef="#ctx0" brushRef="#br0" timeOffset="261576.7113">9755 11753 161 0,'0'-12'48'0,"0"-1"-13"16,0-5 18-16,15 0-22 16,19 3-15-16,-4 0-3 0,-2 10 2 15,-11 0-6-15,-6 5-6 16,-7 0-3-16,5 0-4 16,6 0-1-16,2 3 3 15,7 15 2-15,-9 7 0 16,-2 5-3-16,-9 2-1 15,-4 2 1-15,0 3 0 16,0-1 3-16,0-4 1 16,-4-3 1-16,-1-7-2 15,5-2 0-15,0-6 0 16,0-5 1-16,0-6 1 16,0 1 2-16,0-2 0 15,0-2 0-15,0 0 0 16,0 0 1-16,0 0 1 0,24 0 9 15,8 0 1-15,0 0-4 16,5 0 1-16,-9 0-5 16,-1 0-3-16,-7 0-5 15,-5 0 1-15,-13 0-1 16,4 0-1-16,-6 0-14 16,0 0-10-16,0 0-15 15,0 4-22-15,0 1-62 16,0-5-55-16</inkml:trace>
  <inkml:trace contextRef="#ctx0" brushRef="#br0" timeOffset="262146.788">8687 11574 14 0,'0'-6'73'16,"0"3"-41"-16,0 3 11 15,0 0-3-15,0 0-23 16,0-3 5-16,4 1 13 16,28-1 9-16,15-4-6 15,18 0-4-15,14-4-3 16,20-3-7-16,14 0-4 15,16-6-5-15,15-6-2 16,12 0 1-16,1-3 0 0,-18-2-2 16,-8 4-6-1,-34 5-2-15,-18 9-1 0,-19 0-1 16,-19 5-1-16,-13 2-1 16,-7 3 0-16,-14 3-1 15,1 0 1-15,-3 0-1 16,-5 0 0-16,8 0-1 15,-8 0-4-15,0 0-6 16,0 0-10-16,0 0-13 16,0 0-7-16,0 0-27 15,0 6-14-15,0 7-84 16</inkml:trace>
  <inkml:trace contextRef="#ctx0" brushRef="#br0" timeOffset="262574.477">10583 12269 123 0,'-4'5'82'0,"4"-5"-63"16,0 0 49-16,0 0-12 15,0 0-30-15,0 0-4 16,0 0 1-16,32 0-13 16,11 0 9-16,4 0-5 15,-2 0-8-15,4 0-3 16,-2 0-1-16,3 0-2 16,-3-5 0-16,4-4-27 15,-1-5-35-15,-40 6-41 0,3-3-54 16</inkml:trace>
  <inkml:trace contextRef="#ctx0" brushRef="#br0" timeOffset="262868.0624">11578 11871 76 0,'26'-15'70'15,"-26"15"-54"-15,0 0 39 16,0 0-15-16,0 0-33 0,0 14-6 16,0 20 6-1,0 15 25-15,0 9-12 0,-26 7-1 16,-17 8-2-16,-2 2-9 16,-6 3-6-16,3-6-1 15,21-4-1-15,7-18 0 16,12-14-1-16,8-11-5 15,0-16-16-15,0-8-29 16,0-1-38-16,0 0-40 16</inkml:trace>
  <inkml:trace contextRef="#ctx0" brushRef="#br0" timeOffset="263174.6168">11083 11962 109 0,'-20'-20'91'16,"20"20"-73"-16,0 0 20 15,15 0-12-15,45 14 7 16,18 23 13-16,9 5-11 16,6 9-4-16,1 9-12 15,-6 7-7-15,-2 2-7 16,-5-1 10-16,-3-8-7 15,-10-9-5-15,-12-10-3 16,-15-9 0-16,-9-10 1 16,-13-12-1-16,-10-2-5 0,-3-8-9 15,-2 0-16-15,-4 0-21 16,0 0-14-16,0 0-34 16,0-1-79-16</inkml:trace>
  <inkml:trace contextRef="#ctx0" brushRef="#br0" timeOffset="263820.2238">10819 11495 111 0,'8'-6'52'0,"12"1"-26"16,3 0 30-16,14-6-2 15,14 1-23-15,18-5-1 16,14-2 4-16,10-6-6 16,7 4-7-16,8-4-2 0,-1 4-3 15,-6 2-1 1,-9 6-7-16,-17 0-5 0,-11 1-2 15,-27 9 0-15,-9-2-1 16,-20 0 0-16,-3 3 0 16,-5 0 2-16,0 0 0 15,0 0-2-15,0 0-8 16,0 0-11-16,0 0-13 16,0 0-21-16,-9 11-6 15,-4-1-13-15,-6 6-69 16</inkml:trace>
  <inkml:trace contextRef="#ctx0" brushRef="#br0" timeOffset="264838.4375">10911 11366 62 0,'0'0'34'15,"0"26"-21"-15,0 16 10 16,0 19-5-16,4 9 3 15,20 11 13-15,8 14 1 16,11 9-3-16,6 7 1 16,18 4-10-16,-3-8-4 15,5 0-6-15,-1-11-8 16,-3-16-2-16,-5-15-2 16,-4-11 0-16,-1-10-1 15,-3-14-4-15,8-12-20 0,-4-18-25 16,-44 0-46-1,3-7-70-15</inkml:trace>
  <inkml:trace contextRef="#ctx0" brushRef="#br0" timeOffset="265215.493">12123 11272 132 0,'41'51'27'16,"19"21"24"-16,-5 17-2 15,8 17-29-15,-10 14-16 16,-10 6 3-16,-21 2 1 16,-7 0-5-16,-11-12-2 15,-4-11-1-15,0-8 7 16,0-19 1-16,0-13-7 16,0-13 1-16,-4-14-2 0,-11-11-9 15,6-11-11 1,3-7-15-16,-7-9-7 0,13 0-46 15</inkml:trace>
  <inkml:trace contextRef="#ctx0" brushRef="#br0" timeOffset="265701.0799">12159 10657 100 0,'15'-23'88'15,"26"12"-76"-15,21-4 41 16,5-2-8-16,-1 4-24 16,-21 4 0-16,-13 6-12 15,-17 3-8-15,-10 0-1 16,-5 0-4-16,0 14 3 16,0 15 1-16,0 9 6 15,0 1-2-15,0 2-2 0,-7-4 0 16,-10-1 0-1,13-6 10-15,4-8 1 0,0-6-5 16,0-4-1-16,4 3-2 16,28-5-1-16,11-3 0 15,-2-7 3-15,6 0 1 16,-10 0-1-16,-5 0-3 16,-13 0-4-16,-2 0-16 15,-6 0-31-15,-11 0-47 16,0 0-80-16</inkml:trace>
  <inkml:trace contextRef="#ctx0" brushRef="#br0" timeOffset="274054.9967">12071 12681 12 0,'0'5'79'15,"0"-5"-46"-15,0 0 4 16,0 0-2-16,0 0-11 16,5 0 2-16,-5 0 4 15,0 0-4-15,0 0-4 16,0 0-7-16,0 0-5 0,0 0-1 15,0 0-4 1,0 0-5-16,0 0 0 0,0 0 0 16,0 0-2-16,0 0 0 15,6 5 0-15,3 14-4 16,3 14 2-16,8 13 4 16,8 4 1-16,-5-2-1 15,-6-7 0-15,7-7-1 16,-9-6 1-16,-2-10 0 15,-9-6 0-15,0-9 0 16,-4-3 0-16,7 0 1 16,-7 0-1-16,0 0 2 15,4 0 1-15,-4 0 0 16,0-11 4-16,0-22 2 16,0-5-8-16,0 2-1 0,0 1 0 15,0 4 0-15,15 8 0 16,2 5-2-16,-4 4 1 15,2 3 0-15,-2 4 0 16,6-3 1-16,-12 9-2 16,-1 1 2-16,-1 0 0 15,-5 0-1-15,4 0-1 16,9 0-3-16,-3 0 2 16,10 18 2-16,6 7 1 15,-11 1 0-15,4 4 0 16,2 3 1-16,-14-6 0 15,1-2-1-15,-3-2 2 16,-1-3-1-16,2-7 0 16,-6-2-1-16,0-3 1 0,0-2-1 15,0 3 0-15,0-2-2 16,0 3-16-16,0 8-30 16,0-11-39-16,0-3-59 15</inkml:trace>
  <inkml:trace contextRef="#ctx0" brushRef="#br0" timeOffset="275621.9422">3809 14573 162 0,'13'-6'69'0,"-13"3"-13"15,0 3 10-15,0-2-21 16,0 2-7-16,0 0-1 16,0 0-2-16,0 0-7 15,0 0-7-15,-21 0-15 16,-26 0-6-16,-11 0-5 16,-13 8-2-16,-4 24-7 0,11 3-1 15,12 1 4-15,11-3 3 16,18-7 0-16,14 2-2 15,9-8-2-15,0 2 2 16,0 0 0-16,32-2 4 16,24 5 5-16,15-3 0 15,21 3 1-15,0 3 0 16,11 0 0-16,-4 1 1 16,-11 6-1-16,-9 1-2 15,-17-8-17-15,-25 3 3 16,-9-9 6-16,-20-3 7 15,-8-1 0-15,0 4 3 0,-8 4 1 16,-54 0 4-16,-16 0-1 16,-25 3 4-16,-17-10 5 15,-11-1 2-15,-6-4-3 16,2-6-3-16,13-4-4 16,30-4 8-16,27 0-5 15,20 0-1-15,26 0 2 16,0-1-7-16,10-13-2 15,-2-4-19-15,3-7-24 16,1-10-15-16,7 18-34 16,0 2-146-16</inkml:trace>
  <inkml:trace contextRef="#ctx0" brushRef="#br0" timeOffset="276453.0834">4050 14496 151 0,'-9'-21'60'0,"9"-1"-11"15,0-3-3-15,0-2-12 16,0 3-18-16,28 5 0 15,-9 8-3-15,-6 8-8 0,-4 3-5 16,-3 0 0-16,7 0-4 16,2 4 0-16,13 20-1 15,-7 2-1-15,5 2-2 16,-9 5 1-16,-15 3-2 16,-2-5 0-16,0 5 4 15,0-10 5-15,0-2 0 16,0-7 0-16,0-6 0 15,9-3-3-15,8-2-2 16,2-1 5-16,9-2 0 16,9-3 3-16,-3 0 2 15,3 0 12-15,-3 0-4 16,-6 0-6-16,-11 0-4 0,0-6-1 16,-10-2-2-16,1-3-7 15,-1 0-26-15,-7 1-28 16,0 1-72-16</inkml:trace>
  <inkml:trace contextRef="#ctx0" brushRef="#br0" timeOffset="277046.92">3016 14581 34 0,'0'7'119'0,"0"-7"-69"16,17-7 3-16,22-26 10 15,8-13-21-15,0-6-21 16,7-3-9-16,-5-3-7 15,0 6-5-15,-2-1 0 16,5 10 0-16,-11 6 0 16,-7 4-1-16,-4 11 0 15,-11 4 0-15,-4 10 1 16,-10 4 0-16,-1 4 0 16,-4 0-3-16,11 0 0 15,6 0-3-15,21 0-3 16,20 17 8-16,13 8 0 15,13-2 1-15,-9 4 1 0,-4 3 0 16,-11 0 0-16,-13 3 1 16,-6 0-2-16,-7-5 0 15,-6 7-4-15,2 0-15 16,4-3-39-16,-32-25-35 16,5-3-47-16</inkml:trace>
  <inkml:trace contextRef="#ctx0" brushRef="#br0" timeOffset="277776.2507">4770 14726 71 0,'0'-18'94'16,"-2"16"-51"-16,-4 2 7 15,4 0-3-15,-5 0-32 16,5 0-11-16,-9 0-4 16,3 18 0-16,-12 20 0 15,5 9 4-15,7 7 3 16,8 2-1-16,0 4-1 16,0 3 3-16,0-5-5 15,8 1-2-15,27-3 1 16,1-9-1-16,5-7-1 15,2-4 2-15,6-10-2 0,-4-5 0 16,11-3 0-16,0-10-18 16,8-8-15-16,3 0-17 15,-48-19-32-15,-2-9-91 16</inkml:trace>
  <inkml:trace contextRef="#ctx0" brushRef="#br0" timeOffset="278028.9357">5461 14688 169 0,'-11'-15'50'0,"9"15"-15"16,2 0-16-16,-9 11-19 15,-3 35-2-15,-3 15 2 16,-5 11 1-16,-5 4 2 15,5 2-3-15,-5 1 2 16,3-3-1-16,3-5 0 16,10-14-1-16,9-12-5 15,0-18-34-15,0-27-31 16,0 0-40-16</inkml:trace>
  <inkml:trace contextRef="#ctx0" brushRef="#br0" timeOffset="278261.4139">5189 14835 158 0,'-15'-31'85'0,"15"29"-33"16,0 2-9-16,0 0-22 16,0 2-17-16,0 32-2 15,42 9 9-15,-1 3 0 16,11 6-7-16,-3 3-1 15,13 4-3-15,-6-3 0 16,2 7-22-16,2 0-35 16,4-12-24-16,-49-42 8 0,-2-9-48 15</inkml:trace>
  <inkml:trace contextRef="#ctx0" brushRef="#br0" timeOffset="278464.3849">5971 15164 116 0,'9'-15'80'16,"-9"15"-12"-16,0 0-19 16,0 0-30-16,0 7-19 15,6 27 1-15,9 16 6 16,-2 0-3-16,2 3-2 16,-6 0-2-16,4-8 0 15,2-7-12-15,4-12-30 16,3-9-31-16,-12-17 17 15,-1 0-67-15</inkml:trace>
  <inkml:trace contextRef="#ctx0" brushRef="#br0" timeOffset="278643.5121">6330 15307 99 0,'0'23'70'16,"0"3"-33"-16,0 7 14 15,0 4-30-15,0 1-11 16,8 1-7-16,-1-3-3 16,5-6-1-16,-3-10-24 15,-3-20-57-15,3 0-51 0</inkml:trace>
  <inkml:trace contextRef="#ctx0" brushRef="#br0" timeOffset="278803.076">6615 15324 192 0,'11'-11'35'0,"-3"9"11"15,1-5-8-15,14 3-35 16,5-6-3-16,4 0-9 16,-17 2-61-16,-2 4-123 15</inkml:trace>
  <inkml:trace contextRef="#ctx0" brushRef="#br0" timeOffset="278948.5462">6615 15324 181 0,'262'-105'93'15,"-262"105"-35"-15,0 0-10 16,0 0-29-16,2 0-16 16,8 0-3-16,-1 0-37 15,0 0-46-15,-3 0-51 16</inkml:trace>
  <inkml:trace contextRef="#ctx0" brushRef="#br0" timeOffset="279086.2062">7037 15227 84 0,'0'5'117'0,"7"-5"-89"0,1 0 17 16,-1 0-22-16,12 0-23 15,3 0-32-15,-16 0-30 16,7-4-119-16</inkml:trace>
  <inkml:trace contextRef="#ctx0" brushRef="#br0" timeOffset="279260.8593">7381 15304 140 0,'0'41'66'15,"0"-8"-28"-15,0 8 4 0,0 19-27 16,0 9-14-1,0 3 1-15,-7-2-4 0,-1-14 2 16,8-14-38-16,0-39-20 16,0-3-28-16</inkml:trace>
  <inkml:trace contextRef="#ctx0" brushRef="#br0" timeOffset="279564.8884">7822 14736 132 0,'5'-12'82'0,"-5"12"-29"15,0 0-1-15,0 0-30 16,0 0-15-16,0 25-2 15,0 20 3-15,-17 15 4 16,-26 8 1-16,2 8-5 16,-2 1-1-16,2 4-5 15,11-5-2-15,2-6-1 16,0-8-5-16,13-15-16 16,3-12-18-16,3-19-12 15,9-16-20-15,0 0-29 16</inkml:trace>
  <inkml:trace contextRef="#ctx0" brushRef="#br0" timeOffset="279799.233">7087 15022 159 0,'0'-14'26'15,"19"14"5"-15,54 0 22 16,6 9 3-16,5 18-21 15,0 9-6-15,-9 7-8 16,-17 8-12-16,-3 3-6 16,-3 4 0-16,-11-1-3 0,-5 0-2 15,-2-2-6 1,-12-16-38-16,6-9-26 0,-28-30-22 16,4 0-38-1</inkml:trace>
  <inkml:trace contextRef="#ctx0" brushRef="#br0" timeOffset="280183.1561">8052 15321 142 0,'11'0'48'16,"8"14"-4"-16,-2 15 12 15,7 3-27-15,-9 7-12 16,2-6-6-16,0-7-5 15,-11-3-3-15,-1-12-2 0,-1-6-1 16,-4-2 0-16,0-3 1 16,6 0 4-16,-6 0 0 15,9-18-1-15,0-19 0 16,-1-14-4-16,11 2-1 16,-3 6-1-16,-4 9 0 15,-3 19 1-15,2 12 0 16,-7 3-2-16,0 0 2 15,5 0 1-15,6 0 1 16,2 0 1-16,2 16 1 16,-4 8-2-16,-2 6 1 15,-4-4 1-15,-3 3-3 0,-6-5-7 16,0-4-17 0,0-5-25-16,0-15-40 0,0 0-35 15</inkml:trace>
  <inkml:trace contextRef="#ctx0" brushRef="#br0" timeOffset="280510.7455">8219 14610 145 0,'-8'-27'92'0,"8"27"-74"0,0 0 9 15,32 5-3-15,32 25 9 16,3 11-6-16,1 12-7 16,1 15-3-16,-5 0-9 15,-10 11-4-15,-20 5-1 16,-10 10-1-16,-7 9 0 16,-17 0-2-16,0-11-14 15,0-11 14-15,0-18 1 16,-22-14-1-16,-5-6 0 15,3-14-8-15,5-7-11 16,-1-9 1-16,1-10-1 16,2-3-13-16,6 0-40 0,3-16-51 15</inkml:trace>
  <inkml:trace contextRef="#ctx0" brushRef="#br0" timeOffset="280968.7708">9274 14881 99 0,'-23'6'123'16,"23"-6"-77"-16,0 0 34 15,0 0-29-15,0 0-24 16,0 0 0-16,0 0 0 15,0 0-7-15,13 0-10 16,30 0-1-16,17 0 4 16,15-9-5-16,8 3-5 15,-5-3-2-15,3-2 0 0,-17 5-1 16,-14-2-1-16,-14 5-6 16,-19 1-15-16,-2 2-12 15,-10 0-7-15,-1 0-10 16,-4 0-8-16,0 0-31 15,0 0-31-15</inkml:trace>
  <inkml:trace contextRef="#ctx0" brushRef="#br0" timeOffset="281284.7883">9367 15131 138 0,'-13'17'43'0,"13"-16"-4"0,0 3 11 16,21 2 5-16,31-5-12 15,-1 5 2-15,18-6-7 16,2 0-4-16,4 0-15 16,-5 0 5-16,-3 0-13 15,-3 0-3-15,-4 0-6 16,-12 0 0-16,-8 0-2 15,-3 0 1-15,-14-2-1 16,-10-2 0-16,-2 3-4 16,-7 1-22-16,1 0-14 0,-5 0-6 15,6 0-8 1,-6 0-16-16,0 0-90 0</inkml:trace>
  <inkml:trace contextRef="#ctx0" brushRef="#br0" timeOffset="287849.6557">11572 14183 198 0,'-5'-12'46'0,"5"-3"2"15,0 4-1-15,0 0-17 16,0 7-19-16,0 1 5 16,0 3 2-16,0 0 0 15,0 0-3-15,0 0 0 16,0 0-6-16,0 0-6 16,0 0-1-16,0 0-2 15,0 0-3-15,0 0-1 16,0 7-1-16,0 22-1 15,0 8 5-15,0 7 1 16,0-1 2-16,0-3-1 16,0 0-1-16,0-6 0 0,0-6 2 15,0-2-2-15,5-6 1 16,1-7-1-16,-2-2 0 16,5-7 0-16,-5 2-1 15,5 0-16-15,1-1-22 16,-5-1-16-16,-1 0-25 15,-4-4-21-15,0 0-43 16</inkml:trace>
  <inkml:trace contextRef="#ctx0" brushRef="#br0" timeOffset="288247.1458">10840 14891 132 0,'0'10'39'16,"0"-10"-8"-16,30 0 22 15,47 0-2-15,26 0-14 16,17-11 0-16,13-5 3 0,11-4-14 15,13-1-7-15,1-2-5 16,-1 4-6-16,0-7 2 16,-18 7-5-16,-19-3-2 15,-17 8-1-15,-30 3-2 16,-22 6 0-16,-29 2 1 16,-11 0 0-16,-11 3-1 15,0 0-3-15,0 0-7 16,0 0-2-16,0 0-4 15,0 0-9-15,-28 0-9 16,-9 0-21-16,14 0-34 16,-5 0-39-16</inkml:trace>
  <inkml:trace contextRef="#ctx0" brushRef="#br0" timeOffset="288891.0957">10999 15517 177 0,'4'-12'84'0,"-4"12"-48"15,0 0 10-15,0 0-23 16,4 0-23-16,16 13-1 15,12 29 0-15,11 8 1 16,-7 11 2-16,-4-6 1 16,-4-6-2-16,-4-9-1 15,-5-12 1-15,-6-13-1 16,-4-4 1-16,-1-8-1 0,-3-3 0 16,-5 0 2-16,0 0 1 15,0 0 1-15,6-5 4 16,0-26 6-16,3-10-11 15,-3-8-3-15,9 4 0 16,3 4-1-16,-1 15 1 16,-6 9 0-16,-1 3 0 15,-1 8 1-15,-5 6 9 16,-4 0-1-16,0 0-9 16,9 0-2-16,10 0-2 15,5 13 1-15,12 18 0 16,-8 6 3-16,0 8-1 15,-9-2-1-15,-6 1-3 16,2-4-9-16,-2-5-6 0,0-7-10 16,6-13-36-16,-15-15-28 15,3 0-31-15</inkml:trace>
  <inkml:trace contextRef="#ctx0" brushRef="#br0" timeOffset="289109.8604">11773 15692 178 0,'0'-2'53'0,"0"-4"4"0,13 3 0 16,19-1-28 0,7 1 21-16,-9-3-26 0,-4 6-21 15,-5 0-3-15,0 0 0 16,12 0-13-16,5 0-39 15,-1 0-28-15,-29 0-25 16,3 0-96-16</inkml:trace>
  <inkml:trace contextRef="#ctx0" brushRef="#br0" timeOffset="289357.1598">12187 15582 141 0,'0'-11'68'15,"0"11"-9"-15,0 0-21 0,0 0-23 16,0 2-4-16,4 28-4 16,11 14 2-16,-6 4 1 15,-5 8 0-15,-4-3-5 16,5 1-4-16,5-10 0 16,3-11-1-16,6-7 0 15,-6-10-1-15,2-8-1 16,-2-2-14-16,7-6-34 15,14 0-21-15,-23-3-19 16,8-18 54-16</inkml:trace>
  <inkml:trace contextRef="#ctx0" brushRef="#br0" timeOffset="289872.5251">13195 14072 151 0,'0'-1'65'0,"0"-3"-13"16,0 4 12-16,0-3-18 15,0 3-18-15,0-2-10 16,4 2-4-16,20 0-7 16,28 0-4-16,23-2 4 15,15-1 4-15,17-1 4 16,-6-3-6-16,-3-1-4 16,-16-1-4-16,-11 0 0 0,-16 5 1 15,-5-5-1-15,-12 1-1 16,-12 1-7-16,-7 4-14 15,-14 3-17-15,-5 0-14 16,0 0 1-16,0 0-21 16,-5 0-54-16</inkml:trace>
  <inkml:trace contextRef="#ctx0" brushRef="#br0" timeOffset="290438.8725">13127 14244 35 0,'-20'8'147'16,"20"-8"-102"-16,0 0 12 16,9 0-8-16,38 0-11 15,9-7-6-15,8-1-9 16,-8 8-4-16,10 0-7 15,-8 0-10-15,2 0-2 16,0 4 1-16,-4 15-1 16,-9 3-1-16,-10-1 1 15,-14 9-1-15,-14 0-1 16,-5 8-2-16,-4 2 2 0,0 9 0 16,-19 9 1-16,-30 4 0 15,-3 5-1-15,1-3-1 16,6-11 0-16,19-12 1 15,4-7 0-15,10-9 1 16,12-5 0-16,0-4-1 16,0-4 1-16,0-8-4 15,0 2 4-15,12-3 1 16,21-1 6-16,3-2 4 16,20 0 4-16,15 0 6 15,6 0 2-15,22-2-1 16,-1-17-4-16,-3-1-6 0,-3-2 0 15,-17 6-7 1,-6 3-2-16,-5 2-2 0,-13 1 0 16,-10 4 0-16,-13 1-2 15,-13 5-13-15,-11 0-13 16,3 0-12-16,-7 0-4 16,0 0-12-16,0 0-37 15,0 0-61-15</inkml:trace>
  <inkml:trace contextRef="#ctx0" brushRef="#br0" timeOffset="290947.8084">13631 15699 105 0,'0'0'105'0,"0"0"-69"0,0-9 36 16,12 0-21-16,-3 6-22 16,-9 2-7-16,0 1-13 15,0 0-9-15,0 0-2 16,0 0-7-16,0 15-7 16,0 11 13-16,0 1 3 15,0-6 2-15,0-5-2 16,11-5 0-16,2-3-3 15,2-3 2-15,-2 2 1 16,10 0 2-16,1-1 3 16,-1-1-1-16,9-5-2 15,-4 0 0-15,0 0 1 16,-6 0-2-16,-3 0-1 0,-4 0-13 16,-6-16-11-1,1-6-9-15,-10 11-59 0,0-2-78 16</inkml:trace>
  <inkml:trace contextRef="#ctx0" brushRef="#br0" timeOffset="291143.671">13648 15461 152 0,'-9'-5'86'0,"9"-1"-17"16,0 5 0-16,0-2-26 0,0 3-24 15,0 0-9-15,0 0-9 16,0 0-1-16,0 0-19 16,0 0-41-16,13 0-25 15,2 0-58-15</inkml:trace>
  <inkml:trace contextRef="#ctx0" brushRef="#br0" timeOffset="291351.2586">13648 15461 172 0,'347'56'96'0,"-321"-56"-59"16,4 0 16-16,11-9-7 16,6-5-23-16,-6 4-11 0,2 0-11 15,-7 6-1-15,-4 4-2 16,-4 0-30-16,-4 0-36 15,-24 0-34-15,0 0-25 16</inkml:trace>
  <inkml:trace contextRef="#ctx0" brushRef="#br0" timeOffset="291532.3284">14180 15751 148 0,'0'12'54'0,"0"-12"-8"15,4 0 17-15,43-3-20 0,5-11-16 16,-3 1 2-16,-6 1-24 16,-7 3-5-16,3 3-12 15,-5-1-43-15,-23 0-48 16,0 3-92-16</inkml:trace>
  <inkml:trace contextRef="#ctx0" brushRef="#br0" timeOffset="291734.5">14780 15450 93 0,'15'20'74'16,"9"13"-38"-16,-7 11 38 0,-2 5-27 16,-2-1-27-1,-2-2-15-15,-11-5-4 0,4-9 4 16,-4-4-5-16,0-13-10 15,0-3-30-15,0-12-34 16,0 0-71-16</inkml:trace>
  <inkml:trace contextRef="#ctx0" brushRef="#br0" timeOffset="292731.574">13356 13359 113 0,'0'-18'76'0,"0"14"-20"16,0 4 12-16,0 0-30 16,0 0-21-16,0 0-9 15,0 0-3-15,24 0-5 0,14 39-7 16,12 12 7-16,1 9 1 16,-6 0 1-16,-11-6-2 15,-21-9 1-15,2 0-1 16,-6-15 1-16,-5-7 0 15,0-8-1-15,-4-5 1 16,0-10-1-16,5 0 0 16,-5 0 0-16,0 0 0 15,4-4 4-15,-4-26-3 16,0-7-1-16,0-4 0 16,11-5-1-16,2 0 1 15,10-1-4-15,14-3 3 16,6 3-1-16,6 3 1 0,-6 10 1 15,-7 9 0 1,-12 14 0-16,-16 8 3 0,1 3-3 16,10 0-2-16,9 28 2 15,4 11 0-15,5 9 4 16,-9-5 0-16,-5-5 0 16,-3 2 3-16,-12-5-3 15,1 7-4-15,-5 1 3 16,3 0-3-16,-3 0-7 15,0 1-32-15,-4-35-63 16,4-3-105-16</inkml:trace>
  <inkml:trace contextRef="#ctx0" brushRef="#br0" timeOffset="293451.187">15083 13910 135 0,'-11'0'49'16,"7"0"3"-16,4 0 12 15,0 0-34-15,-9 0-28 16,-10 0-2-16,-5 25 0 16,-8 18 2-16,-4 14 5 15,8 9 7-15,10 1 1 16,3 6 0-16,15-5-3 15,0-3-2-15,0-10-4 16,0-5-1-16,33-9 1 16,-1-5-3-16,0-4 0 0,7-4 0 15,3-1-2-15,-3-5 1 16,4-6-1-16,2 0-1 16,2-7-1-16,9-9-24 15,8 0-23-15,1 0-16 16,-46-18-30-16</inkml:trace>
  <inkml:trace contextRef="#ctx0" brushRef="#br0" timeOffset="293773.9899">16056 13813 111 0,'7'-8'89'0,"-7"8"-66"15,0 0 9-15,0 24-19 16,0 27-12-16,-9 17 17 16,-25 15 4-16,-7 2-8 15,-6 3-4-15,-2-1 0 16,1-10-6-16,1-4-2 15,11-11-2-15,4-9 0 0,12-14 1 16,7-8-1-16,9-13-4 16,-4-6-17-16,1-9-28 15,7-3-26-15,-4 0-13 16</inkml:trace>
  <inkml:trace contextRef="#ctx0" brushRef="#br0" timeOffset="294021.1807">15492 14084 127 0,'35'-9'42'0,"-3"9"-2"0,4 4 25 16,5 22-9-16,6 9-10 16,-6 8-15-16,-5 6-9 15,-1 6-9-15,-3 2-2 16,0 0 0-16,0 2-7 15,-8-1-2-15,8 0-2 16,-4-5-3-16,8-5-23 16,7-7-33-16,-2-10-18 15,-28-31-34-15,2 0-61 16</inkml:trace>
  <inkml:trace contextRef="#ctx0" brushRef="#br0" timeOffset="294261.5276">16473 14587 84 0,'0'0'111'16,"0"1"-89"-16,0 31 25 15,0 10-8-15,0 2-23 16,0-1 3-16,0-1 1 16,-5-9-2-16,5-5-7 15,0-4-1-15,0-9-5 16,0-1-2-16,0-5-3 15,11-1 2-15,2-5-2 16,6-3-14-16,-2 0-16 16,11 0-22-16,-24-9-36 0,7-6-115 15</inkml:trace>
  <inkml:trace contextRef="#ctx0" brushRef="#br0" timeOffset="294441.7136">16380 14464 29 0,'-21'-28'181'0,"21"21"-114"16,0 4-9-16,0-1-20 15,0-2-20-15,0 5-4 16,0 1-4-16,0 0-10 16,0 0-1-16,0 0-26 15,0 0-62-15,0 0-67 16</inkml:trace>
  <inkml:trace contextRef="#ctx0" brushRef="#br0" timeOffset="294682.1821">16912 14360 257 0,'15'0'73'16,"17"0"-50"-16,13 0 36 16,11 0-16-16,9 0-25 15,-5-5-10-15,-5 2-8 0,-7-1 0 16,-3 4-9-16,-3 0-36 16,-37 0-38-16,3 0-30 15</inkml:trace>
  <inkml:trace contextRef="#ctx0" brushRef="#br0" timeOffset="294953.0855">18143 13813 115 0,'13'-19'175'16,"-13"19"-122"-16,0 0-12 0,0 0-15 15,0 15-26-15,-23 39-6 16,-27 22 6-16,-21 20 6 16,-10 1-3-16,-3-1-2 15,5-8 0-15,6-6-1 16,13-14-1-16,9-8 0 16,18-13-10-16,10-15-22 15,14-11-34-15,9-21-43 16,0 0-65-16</inkml:trace>
  <inkml:trace contextRef="#ctx0" brushRef="#br0" timeOffset="295221.6469">17268 14035 194 0,'0'-19'71'16,"0"19"-67"-16,52 4 44 15,27 29 5-15,9 15-12 16,4 3-2-16,-10 8-7 16,-3 1-11-16,-4-7-8 15,-2-3-4-15,2-8-5 16,2-8-2-16,-2-7 0 16,-10-8-1-16,-14-8 0 15,-10-3-1-15,-17-3-14 16,-1-5-28-16,-6 4-28 15,-17-4-24-15,0 0-25 0</inkml:trace>
  <inkml:trace contextRef="#ctx0" brushRef="#br0" timeOffset="295663.5018">16835 13752 181 0,'-15'7'64'16,"15"-7"-12"-16,24 0-3 16,44 0-1-16,31 0 1 15,2 0-11-15,14-7-9 16,6-4-6-16,-1 1-9 16,0 0-6-16,-4 2 0 15,-16-3-4-15,-1 5-3 16,-17-3-1-16,-12 0 1 15,-14 4-1-15,-19 4 0 16,-14-4-1-16,-14 5-8 0,4 0-18 16,-3 0-24-16,8 0-14 15,1 0 7-15,0 6-25 16,-19 5-16-16,0 1-56 16</inkml:trace>
  <inkml:trace contextRef="#ctx0" brushRef="#br0" timeOffset="296152.9059">18263 14524 112 0,'0'18'103'16,"0"-2"-102"-16,0 9 1 16,0 4 35-16,5 3-19 15,3 1-3-15,-3-4-1 16,5-9 1-16,-5 0-5 16,-5-12-3-16,0-2-5 15,4-6 0-15,0 0-1 16,0 0 2-16,1 0 1 15,5 0 13-15,-5-6-3 0,3-22 1 16,7-1-10-16,3-3-4 16,9 1-1-16,6 9-2 15,-1 9 0-15,-4 6 0 16,-5 3 1-16,1 4-2 16,-1 0-1-16,5 0 2 15,4 0 2-15,-4 0 2 16,0 14-1-16,-11 10-1 15,-2 1 0-15,-2 8 1 16,-8-5-1-16,-1 3-6 16,-4-6 0-16,0-9-15 15,0-6-27-15,0-10-46 0,0 0-89 16</inkml:trace>
  <inkml:trace contextRef="#ctx0" brushRef="#br0" timeOffset="296542.6647">18604 13784 165 0,'0'-25'63'0,"0"25"-12"16,0 0-6-16,0 0-30 0,0 0-6 15,20 21 13 1,25 4-6-16,15 9-4 16,6 10-2-16,3 8-2 0,-5 12 0 15,1 4-3-15,-10 8-2 16,-18 5 1-16,-18 4-1 16,-10 1 0-16,-9-4-1 15,0-3 0-15,0-12 0 16,0-6-2-16,-17-19 1 15,-3-6 0-15,7-12-1 16,3-6 0-16,1-2 0 16,-4-9-6-16,-2 1-1 0,-4-2-19 15,2-1-9 1,-2 1-7-16,10-6-39 0,5 0-54 16</inkml:trace>
  <inkml:trace contextRef="#ctx0" brushRef="#br0" timeOffset="297554.9448">18900 13185 96 0,'-4'-2'85'16,"4"-2"-51"-16,0-7 15 15,0 2-9-15,9-9-23 16,23-5 1-16,7 3 3 15,1 2-4-15,1 7 0 16,6 2-7-16,-6 9-5 16,2 0-3-16,-7 0-1 0,-8 0-1 15,-4 0-1 1,-11 9 0-16,-3 9 0 0,-10 4-2 16,0 10 1-16,0 4 0 15,-19 5-4-15,-28 5 0 16,-7-3-6-16,3-3 3 15,-1-1 1-15,16-6 6 16,4-8 1-16,17-1 1 16,6-9-1-16,9 2-2 15,0-4 0-15,0-1 1 16,0-1 2-16,0-7 1 16,4 5 8-16,24-7 5 15,13 1 12-15,11-3 6 16,8 0-1-16,4 0 2 15,2 0-5-15,-6 0 2 0,1 0-13 16,-16 0-11-16,-13 0-5 16,-4-3-1-16,-13 1 0 15,-7 2-1-15,-4 0-11 16,-4 0-29-16,0 0-25 16,0 0-22-16,0 0-65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28:41.39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13079 6901 0 0,'-36'-12'11'15,"-3"-7"-3"-15,-6 1 3 16,0-7 8-16,7 3 6 16,1 1-11-16,5 4-2 15,4 9-12-15,-4 5-1 16,8 3-23-16,16 0-9 16,8 0-9-16</inkml:trace>
  <inkml:trace contextRef="#ctx0" brushRef="#br0" timeOffset="1837.9993">12766 6471 101 0,'-23'-11'26'15,"8"9"-4"-15,2-4 12 16,4 3-1-16,-2-2-5 0,7 2-5 16,0-2 1-16,-5 0-2 15,-1 1-5-15,-3 1-5 16,-7 3-4-16,-3-4-1 15,1 1 1-15,-6-2-1 16,5-1-5-16,-5 3 1 16,0 3 0-16,5 0-3 15,1 0 1-15,3 0-1 16,-1 0 1-16,3 0-1 16,-4 0 3-16,-5 0-2 15,-2 0-1-15,7 0 0 16,-3 0 0-16,5 0 1 0,0 0 0 15,1 0-1 1,-5 9 1-16,-5-1-1 0,4 8-1 16,-4-3 1-16,1 2-1 15,-1 4 1-15,0-4 0 16,2 0 0-16,-2 8 0 16,9-6 0-16,-5 5-1 15,14-4 0-15,-12 10 1 16,7 4 0-16,-4 1 0 15,-3 4 0-15,5 5-1 16,0-2 1-16,2 0 0 16,4-4 1-16,3-6-1 0,3-3-1 15,5 1-1 1,-4-3 2-16,4-7-1 0,0 3 1 16,0-2-1-16,0 1 1 15,0 1-1-15,0 0 0 16,0 8 0-16,17 0 1 15,3 4 0-15,3 4 1 16,-1 4-1-16,-3 0 1 16,0-1-1-16,-2-2 0 15,3 0 0-15,-1-2 0 16,2-7 0-16,-1 4 0 16,3-7 0-16,-5 3 0 15,5-2 0-15,1-2-1 0,-1-3 0 16,5-2 0-1,0 0 0-15,-2 1 0 0,2-4 1 16,10 1-1-16,-6 1-1 16,9-2 2-16,-4-2-1 15,8 0 1-15,-2 1 0 16,4-2 0-16,9-3 0 16,-1 0 0-16,1-1 1 15,-2 0-1-15,2-4 0 16,-1 0 0-16,-3-3 1 15,6-3-1-15,-11 0 1 16,0 0 0-16,-6 0-1 16,-3 0-1-16,-5 0 1 15,-1 0 0-15,0-3 1 16,-4-11-1-16,0 3 1 0,-5-7-1 16,3 0 1-16,8-5 0 31,3-7 0-31,-5-1 0 0,2 2-1 0,-6 2 1 15,2 0-1-15,-4 0 0 16,-5 5 0-16,-3 1 1 16,-3-1 0-16,-11-3-1 15,0-2 3-15,-4-2-1 16,0-7 0-16,0-2-1 16,0-6 0-16,0 1 0 15,-4 0 0-15,-15 2-1 16,-5 3 1-16,-4 2 1 0,2 1-2 15,-8-3 0-15,8 4 0 16,-8-2 0-16,2 6 1 16,4-6-1-16,-4 4 0 15,4 0 0-15,-4-4 0 16,-5 7 0-16,1-2 0 16,-1 1 0-16,-6 4 0 15,3-5 0-15,7 4 0 16,-9-2 0-16,7 4 0 15,-1 2 0-15,-3 9 0 16,5-1-1-16,6 7 1 16,7 2 0-16,-7 0-2 15,4 0 2-15,0 0 0 16,-3 0 0-16,-1-1 0 0,-4 1 0 16,-1-2 2-16,-3 4-2 15,8-1 0-15,-4 0 1 16,4 2-1-16,0-4 2 15,0 7-2-15,0-5 2 16,3 5-1-16,-1-5 2 16,9 4-1-16,-3-1 1 15,7 2-2-15,-2 0 1 16,3 0-1-16,-8 0-1 16,7-4-2-16,-2 4 0 15,3 0 0-15,7 0 0 16,-1 0-1-16,2 0-3 15,-1 0-6-15,5 0-8 0,-4 17-3 16,4 13-24-16,0 14-6 16,0-24-10-16,0-4-28 15</inkml:trace>
  <inkml:trace contextRef="#ctx0" brushRef="#br0" timeOffset="3195.1445">14272 4908 125 0,'0'-8'45'15,"4"0"2"-15,-4 4 6 16,0-3-10-16,0 3-18 16,0 4-6-16,0 0-2 15,0 0 0-15,0 0-1 16,0 0-3-16,0 0-4 16,0 0-4-16,0 0-5 15,0 0 0-15,0 7-2 16,-21 9-1-16,-22 11 1 0,-17 16-3 15,-9 21-4 1,-6 8 7-16,-2 9-1 0,-7 6 1 16,-4-3 0-16,5 4 2 15,-1 0 0-15,11-3 0 16,4 3 0-16,9-2 0 16,0-5-1-16,13-2 0 15,6-5 1-15,9-6-1 16,4-9-3-16,5-4 3 15,8-10-3-15,-2-1 2 16,6-3 0-16,-2-9-2 16,4-4 0-16,3-14 1 0,2-7 0 15,4-3 0-15,0-4 2 16,0 0 1-16,0 0 1 16,0 0 0-16,0 0 0 15,0 0-1-15,0 0-5 16,0 0-7-16,0 0-18 15,0 0-19-15,0-18-5 16,0 5-11-16,0-3-27 16</inkml:trace>
  <inkml:trace contextRef="#ctx0" brushRef="#br0" timeOffset="3599.3751">13099 6067 74 0,'-11'0'62'0,"7"0"-33"16,4 0-5-16,0 0-11 16,-5 0-13-16,-3 25 0 15,-1 18 0-15,3 10 1 16,6 2 1-16,0-2-1 15,0-5-1-15,0-4 3 16,0-8 1-16,0-2 0 16,-4-3-3-16,4-13 0 15,0-6 0-15,0-6 0 16,0-6 1-16,0 0 2 16,0 0 4-16,0 0 0 0,0 0 8 15,0 0 10-15,0 0 5 16,0-12-11-16,0-7-14 15,0-4-6-15,0-2-1 16,0 3 1-16,0-7-8 16,0 2-13-16,19-6-19 15,-6 23-23-15,2-5-34 16</inkml:trace>
  <inkml:trace contextRef="#ctx0" brushRef="#br0" timeOffset="4327.1899">14551 4615 118 0,'8'3'18'15,"-3"-3"4"-15,12 0 8 16,-11 0-14-16,3 0-9 16,6 0-1-16,-2 0 5 15,2 0 5-15,-2 0-4 0,-5-8-1 16,7-3-3-1,-6-3-5-15,-1 1 0 0,3-7-1 16,-7-5-1-16,-4 5-1 16,0-7-2-16,0 0-1 15,0 5 2-15,0 2 0 16,0 9-1-16,-23 6-6 16,-5 2 3-16,0 3 0 15,0 0-2-15,0 6-6 16,-4 27 8-16,0 5 5 15,4 8 0-15,0 2 0 16,15 4 2-16,5-5 0 16,8-5 2-16,0-12 0 15,0-4 2-15,19-8-2 0,15-4 4 16,5-3 3 0,-3-4 5-16,-4-1-3 0,1-3-9 15,-1 0 0 1,4-3-4-16,-1 0 1 0,5 0-1 15,-3-3-4-15,-1-24-20 16,7-11-21-16,-39 18-36 16,1-4-48-16</inkml:trace>
  <inkml:trace contextRef="#ctx0" brushRef="#br0" timeOffset="4621.7346">14967 3801 100 0,'0'-32'62'0,"0"32"-18"15,0 0 17-15,-4 0-15 16,4 0-35-16,0 0-11 16,0 10-8-16,0 36 1 15,0 26 7-15,0 16 4 16,8 8-2-16,9-1 1 15,7 1-3-15,2 3 3 16,1-4-3-16,1-9 2 16,-2-12-2-16,2-12 0 15,-4-12-9-15,1-12-24 16,-1-11-25-16,-24-27-4 0,0 0-36 16</inkml:trace>
  <inkml:trace contextRef="#ctx0" brushRef="#br0" timeOffset="5398.9796">14692 4335 86 0,'-21'-24'49'16,"21"16"-10"-16,0-3-21 15,8-2-8-15,40-4-2 16,12-4 16-16,8 4-10 15,1 6-4-15,10 4-6 0,1 3-2 16,-3 2-2-16,7 0 0 16,3-3-2-16,-7 1-1 15,-7-2-2-15,-13-1-3 16,-24 7-7-16,-12-3 8 16,-20 3 4-16,0 0 3 15,-4 0 1-15,0 0 1 16,0 0 8-16,0 0 12 15,0 0-2-15,0 0-5 16,-4 0-5-16,-17 0-7 16,-7 0 0-16,-11 0 3 15,3 0-5-15,-9 14-1 0,-2 18-2 16,6 11 1 0,-2 11 0-16,15 9 0 0,4 5-2 15,12-3 3-15,12-7 0 16,0-13-2-16,0-10 0 15,0-7-2-15,12-12 3 16,12 0-3-16,4-8 4 16,-5-5-3-16,1-3 1 15,4 0 1-15,-7 0 0 16,7-11 1-16,-8-21 0 16,-1-6 2-16,-2-10-1 15,-6-2 0-15,-3-2-1 16,1 7 0-16,-9-2 0 0,0 6 1 15,0 8 0 1,0 14 0-16,4 6 1 0,3 11-2 16,-3-1 3-16,-4 1 5 15,0-2 1-15,0 4-3 16,0 0 0-16,0 0-3 16,0 0-3-16,4 0-2 15,5 0-2-15,10 19 4 16,9 8 0-16,0 10 3 15,8-1 0-15,-4 5-2 16,1 2 1-16,-1-1-1 16,-9-7 0-16,-3-3 0 0,-7-2-1 15,-1-5 0 1,3-3-5-16,-2-1-12 0,2-5-10 16,-2 1-2-16,7-3-21 15,-16-14-41-15,0 0-14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29:48.21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5347 7451 257 0,'-25'22'21'0,"25"-22"8"16,0 0 14-16,15 0-23 16,32 0 2-16,2 0 23 15,-4-9-15-15,-8 5-15 16,-14 1-13-16,1 3-2 15,4-3 0-15,0 0-20 16,4 3-36-16,-24-3-25 16,3-2-51-16</inkml:trace>
  <inkml:trace contextRef="#ctx0" brushRef="#br0" timeOffset="37493.9391">11604 5722 47 0,'0'-11'72'0,"0"4"-45"15,0-1 32-15,0 1-6 16,0 2-28-16,0 0-7 16,0 0 7-16,0 5-8 15,0 0-6-15,0 0-6 16,0 0-1-16,0 0-3 0,0 0 1 15,0 0-2-15,0 0 4 16,0 0-4-16,0 0-1 16,0 0-12-16,-9 0-2 15,1 0 5-15,8-6 6 16,0 1-2-16,0-1 6 16,0-7 0-16,0-3 0 15,0-6 0-15,0 2 0 16,0 6 0-16,0 3 2 15,0 9 5-15,0 2 4 16,0 0 2-16,-24 0-6 16,-17 23-4-16,-10 21-3 15,-18 12 0-15,3 4 0 16,12-9 1-16,13-13 5 0,22-14 3 16,10-11-1-16,9-9-2 15,0-4-2-15,0 0-1 16,0 0-2-16,3 0 0 15,44-17 1-15,15-17 5 16,19-13 1-16,3-2-3 16,-7-2-1-16,-10 14-4 15,-26 8 2-15,-24 18-1 16,-17 11-1-16,0 0 5 16,-9 3-5-16,-55 41-1 15,-33 19-1-15,-19 15-3 16,-2 3 3-16,0-6-5 15,31-13 7-15,26-20 4 0,34-20-1 16,22-17-3-16,5-5-1 16,0 0-9-16,37 0 8 15,31 0 2-15,31-27 7 16,17-18-3-16,17-14 2 16,6-8 0-16,-4-4-2 15,-17 4 2-15,-13 7 6 16,-34 21-1-16,-39 17 1 15,-27 15-5-15,-5 7-1 16,-22 7 2-16,-64 43-8 0,-36 24-3 16,-17 15-2-1,-9 9 5-15,19-10 0 0,24-10 0 16,30-22 1-16,38-17 0 16,31-17-1-16,6-12-4 15,24-7-7-15,55-3 9 16,41 0 2-16,22-38 5 15,21-29-1-15,15-18-1 16,-9-6 0-16,-12 8-3 16,-26 10 1-16,-41 24 0 15,-43 17 1-15,-26 21 4 16,-21 11 8-16,0 0 6 16,-62 5 2-16,-41 44-22 15,-26 22-10-15,-14 15 4 16,3 6-1-16,24-11 6 0,35-13 1 15,30-20-1 1,31-19 1-16,20-16-3 0,0-8-8 16,43-5 1-16,39 0 10 15,29-12 0-15,18-38 5 16,15-15-2-16,-1-5-2 16,-3-3 0-16,-20 2 0 15,-28 15-1-15,-23 16 2 16,-35 18-1-16,-34 20 1 15,0 2 3-15,0 0 7 16,-67 17-6-16,-25 30-6 16,-28 25-6-16,-2 13 6 0,0-4 0 15,25-14 0-15,37-22 1 16,36-27-1-16,24-10 0 16,0-8-11-16,37 0 2 15,51 0 9-15,23-19 5 16,18-31-1-16,15-14 0 15,-5-7-3-15,-6-3-1 16,-8 10 0-16,-33 15 0 16,-32 17 0-16,-37 17 0 15,-23 15 1-15,0 0 5 16,-40 4-5-16,-44 36-1 16,-23 20-6-16,-11 13 3 15,6 4 3-15,24-6 1 16,22-18-1-16,29-14 1 15,29-20-1-15,8-12-2 0,0-7-9 16,32 0 5-16,41 0 6 16,34-37 6-16,28-18-3 15,7-10 0-15,17-2-3 16,-11 0-3-16,-24 8 2 16,-32 16 1-16,-40 15 0 15,-35 15 0-15,-17 13 2 16,0 0 5-16,-17 0 2 15,-63 33-8-15,-20 16-1 16,-16 14 0-16,4 2 0 0,29-9 0 16,22-13 0-1,34-15 0-15,27-12-1 0,0-14-9 16,32-2 0-16,71 0 10 16,30-26 4-16,30-28 0 15,13-8-4-15,-1-8-2 16,-18-1-7-16,-24 16-2 15,-30 8 7-15,-43 18 4 16,-28 18 1-16,-32 11 1 16,0 0 11-16,-41 0 5 15,-53 37-18-15,-26 16-3 16,-22 17 1-16,-6 5 2 16,5 5 1-16,12-9-1 15,34-15 2-15,42-20 1 16,46-17-3-16,9-17-4 15,79-2-14-15,54-10 18 16,43-45 5-16,24-22-5 0,3-6-7 16,-14-1-10-16,-26 12-3 15,-34 13 6-15,-37 19 10 16,-47 19 4-16,-26 14 0 16,-19 7 6-16,0 0 18 15,-36 0 0 1,-48 31-24-16,-23 15-6 0,-7 14 6 15,7 5 0-15,11-3 1 16,12-5 0-16,20-8 0 16,25-20 7-16,28-11-4 0,11-11-4 15,0-7-13 1,35 0 7-16,42 0 6 0,22-33 4 16,25-18-3-16,20-9-1 15,4-5-9-15,-13 5-4 16,-15 9 2-16,-37 12 8 15,-29 12 3-15,-28 17 0 16,-24 7 2-16,-2 3 10 16,0 0 9-16,-36 11-1 15,-44 27-20-15,-21 20-1 16,-14 7 1-16,3 2 1 16,15-2 0-16,25-13-1 15,33-17 1-15,30-17-1 16,9-6-5-16,5-12-8 15,65 0 10-15,44-9 3 0,26-40 1 16,16-14-1-16,-1-9-16 16,-18 5-5-16,-21 2 6 15,-24 14 7-15,-32 17 5 16,-32 12 3-16,-24 17 4 16,-4 5 23-16,0 0 3 15,-41 0-4-15,-42 29-26 16,-22 21-3-16,-22 13 3 15,-6 10 0-15,2-1 0 16,22-7 3-16,21-10-1 16,41-18 4-16,42-17-6 15,5-11-6-15,78-9-8 0,57-6 14 16,36-46-2-16,18-13-7 16,-22-9-25-16,-23 4 2 15,-28 10 11-15,-39 12 1 16,-25 15 15-16,-29 11 5 15,-19 14 14-15,-4 4 29 16,0 4-4-16,-4 0-14 16,-39 0-14-16,-10 12-11 15,-7 24-4-15,-11 8-1 16,11-2 5-16,15-1 0 16,13-9 0-16,25-12 0 15,7-9-5-15,0-9-8 16,52-2 3-16,27 0 2 0,13-21 1 15,5-16-11-15,-9-5-5 16,-20 6 10-16,-21 9 6 16,-14 6 5-16,-18 13 2 15,-11 5 2-15,-4 3 21 16,0 0 4-16,0 0-9 16,-24 3 0-16,-23 23-18 15,-2 10-2-15,-7 5 2 16,20-8 0-16,14-8 0 15,9-10 0-15,13-9 0 16,0-6-9-16,35 0 0 16,29 0 6-16,13-23 0 0,7-12-9 15,-9 0-7-15,-15 2 11 16,-19 10 6-16,-18 12 2 16,-10 2 0-16,-9 9 2 15,-4 0 21-15,0 0 5 16,0 0-9-16,-17 0 0 15,-15 19-18-15,-9 4-1 16,3 0-1-16,10 2 1 16,15-10 0-16,9-3-1 15,4-8-2-15,0-4-9 16,4 0-4-16,45 0 6 16,26-25 5-16,5-11-10 15,1-5-16-15,-6 6 4 16,-23 8 5-16,-16 7 0 0,-19 15 10 15,-17 5 12-15,0 0 8 16,0 0 24-16,0 0-1 16,-32 19-12-16,-8 11-12 15,-12 8-2-15,11-1 3 16,9-3 0-16,13-7-2 16,15-15-1-16,4-2-5 15,0-8-5-15,0-2 0 16,23 0 4-16,22 0-1 15,20-18 2-15,1-13-9 16,-6 1-6-16,-11 5 2 16,-16 7 3-16,-18 10 6 15,-7 3 4-15,-8 5 1 0,0 0 21 16,0 0 10-16,0 0-10 16,-36 7-12-16,-5 17-10 15,-15 12-3-15,9 1 3 16,15-6 0-16,8-6 0 15,16-14 0-15,8-4 0 16,0-7-5-16,0 0-6 16,4 0 2-16,52-2 3 15,19-28 3-15,6-8-11 16,7 0-9-16,-17 5 2 16,-17 6-2-16,-16 9 11 15,-21 7 12-15,-10 8 0 0,-7 3 22 16,0 0 20-16,0 0-10 15,-7 0-13-15,-38 22-7 16,-15 18-12-16,0 10 0 16,4-5 0-16,24-4 1 15,13-14-1-15,19-12-4 16,0-4-3-16,0-11-6 16,47 0 6-16,37-7-7 15,17-39-3-15,14-7-22 16,-14 0-13-16,-9 3 18 15,-25 12 16-15,-26 4 12 16,-9 10 6-16,-17 11 4 16,-15 9 29-16,0 4 23 0,0 0-2 15,0 0-24-15,-11 0-3 16,-30 19-26-16,-10 13 2 16,-5 2-3-16,11-6 3 15,17-4 2-15,18-12-5 16,10-6 0-16,0-6-8 15,0 0 0-15,15 0 2 16,25 0 3-16,7 0 1 16,-1-14-4-16,-4-4-1 15,-1-2 2-15,-4 4 2 16,-14 4 1-16,-3 5 2 16,-12 4 0-16,-8 3 0 0,0 0 4 15,0 0 3 1,0 0-2-16,-4 20 3 15,-28 2-2-15,12 8 4 0,7-7-2 16,9-6-5-16,4-6-3 16,0-9-3-16,0-2-2 15,4 0 4-15,24 0 1 16,13 0 1-16,15-18-1 16,-5-5-9-16,-6 3-4 15,-12 4 5-15,-14 9 1 16,-11 4 2-16,-8 3 3 15,0 0 2-15,0 0 0 16,0 0 0-16,0 0 0 16,0 0 0-16,0 0 4 15,0 0 2-15,11 4 3 0,-2 2-2 16,4-1-6-16,2-5-1 16,-7 0 0-1,-3 0 2-15,-5 0-2 0,6 0 0 16,-2 0 0-16,1 0 0 31,-1 0-7-31,-4 5-20 0,0-4-42 0,0 4-70 16</inkml:trace>
  <inkml:trace contextRef="#ctx0" brushRef="#br0" timeOffset="39181.0347">18641 5369 146 0,'0'-15'178'15,"0"9"-172"-15,6 3 4 16,-6 1 63-16,5 2-24 16,-5 0-38-16,0 0-3 15,0 0 8-15,0 0 1 16,0 0-2-16,0 0-7 16,0 0-4-16,0 7-4 15,0 21-3-15,0 20-5 0,0 18 8 16,0 14 4-16,0 5-2 15,0-9 1-15,0-10-1 16,0-16 0-16,0-8-2 16,0-7-1-16,0-3-12 15,0-7-11-15,8-1-15 16,7-6-18-16,-2-8-5 16,6-9-18-16,-14-1-37 15</inkml:trace>
  <inkml:trace contextRef="#ctx0" brushRef="#br0" timeOffset="39508.6126">18281 5265 175 0,'-18'9'27'0,"18"-9"-22"15,0 0 25-15,28 0 7 16,45 0-11-16,34 0 13 16,18-9-6-16,14-14-6 0,3 1-5 15,-3-2-10 1,-14-4-3-16,-14 4-4 0,-31 4-4 15,-31 5-1-15,-26 6-3 16,-18 9-28-16,-5 0-20 16,0 0-21-16,-17 0-87 15</inkml:trace>
  <inkml:trace contextRef="#ctx0" brushRef="#br0" timeOffset="39736.3009">18652 5578 177 0,'-11'22'54'0,"11"-22"-49"0,0 0 28 16,51 0 11-16,24-5-9 16,3-8-7-16,1-4-8 15,-10 4-3-15,-14 3-15 16,-12 6-2-16,-10 4-8 15,-25 0-40-15,-8 0-49 16,0 0-69-16</inkml:trace>
  <inkml:trace contextRef="#ctx0" brushRef="#br0" timeOffset="39976.2747">18581 6040 151 0,'0'22'27'16,"11"-22"-16"-16,49 0 65 16,8 0-11-16,12 0-21 15,-3 0-5-15,-2-9-7 16,-15 1-9-16,-9-2-14 16,-10 2-7-16,0-1-2 15,2 2-1-15,-2 0-21 16,2-3-25-16,6-3-20 15,-38 7-39-15,-7-5-37 16</inkml:trace>
  <inkml:trace contextRef="#ctx0" brushRef="#br0" timeOffset="40328.2462">19743 5148 166 0,'-6'-9'43'16,"-16"9"-34"-16,-1 0 30 16,-5 29-14-16,-4 19-17 0,-5 7 13 15,-1 8 1-15,6 4 4 16,-1 1-4-16,10 4-4 15,10-5-2-15,9-4-1 16,4-5 0-16,0-11-7 16,0-8-8-16,8-5 0 15,39-6-1-15,7-6 0 16,6-6 1-16,15-9-7 16,9-7-18-16,-1 0-18 15,5-14-7-15,-62-6-36 16,-11-6-37-16</inkml:trace>
  <inkml:trace contextRef="#ctx0" brushRef="#br0" timeOffset="40567.2632">20312 5222 150 0,'0'-4'103'16,"0"4"-98"-16,-5 0 52 15,-18 35-12-15,-14 20-39 16,-5 12 3-16,-4 4 19 16,-5 6-8-16,0-8-10 15,5 2-5-15,8-9-3 16,10-8-2-16,11-5-20 16,2-11-15-16,11-12-22 15,-1-14-22-15,5-12-32 0</inkml:trace>
  <inkml:trace contextRef="#ctx0" brushRef="#br0" timeOffset="40806.4116">19868 5372 107 0,'32'0'18'16,"0"0"32"-16,0 19 15 15,9 19-6-15,11 2-20 16,-1 5-20-16,-6-1-11 16,7-5-4-16,-1 3-2 0,-6-7-2 15,2-2 1-15,-6-4-2 16,2-5-22-16,-2-10-32 16,-33-14-43-16,-1 0-52 15</inkml:trace>
  <inkml:trace contextRef="#ctx0" brushRef="#br0" timeOffset="41160.8524">20732 5044 187 0,'-8'-3'45'15,"8"3"-41"-15,0 0 28 16,0 11-3-16,36 17-8 16,9 18 8-16,7 0-5 15,-5 10-3-15,-11 10-9 16,-4 4-4-16,-12 12 6 16,-20 7-3-16,0 2-2 15,0 1-6-15,-33-3 1 16,-18-5 0-16,-5-11 3 15,0-10-1-15,9-9-4 16,7-14 0-16,-1-4-2 16,2-12-6-16,3-5-14 15,-1-2-13-15,1-12-11 0,21-5-36 16,2 0-42-16</inkml:trace>
  <inkml:trace contextRef="#ctx0" brushRef="#br0" timeOffset="43005.7406">17491 5760 145 0,'-4'0'66'15,"-2"-3"-24"-15,6 3 32 16,0 0-23-16,0 0-28 16,0 0-14-16,0 0-1 15,0 24-8-15,32 26 2 16,24 11 1-16,14 11 14 15,-5 0-7-15,-1-9 0 16,-8-5-4-16,4-13-1 16,-13-15-2-16,-11-11 0 0,-12-10-2 15,-15-4 0-15,-5-5 0 16,0 0 2-16,-4 0-1 16,9 0 2-16,-9 0 2 15,0-28-4-15,0-14-2 16,0-25-9-16,-9-14 1 15,-23-13-9-15,-9-11-9 16,-2-10-6-16,7 4 14 16,4 3 2-16,4 13 3 15,15 19 10-15,-2 10-1 16,11 17 4-16,-1 13 0 16,1 5 0-16,4 9 3 15,0-2-1-15,0 2-1 16,0-2 2-16,0 5 0 0,0 3-2 15,0 7 6 1,0 3 1-16,0 6 2 0,0 0 4 16,0 0-7-16,0 0-1 15,0-2 1-15,0 2-1 16,0 0-2-16,0 0 0 16,0 0-1-16,0 0-2 15,0 0-1-15,0 0 0 16,0 0-1-16,4 0 0 15,37 0 1-15,28-3 4 16,25-5-1-16,16-10 1 16,29 0 2-16,22-6-3 15,21-5 1-15,15-7-3 0,16-5 0 16,10-5 2-16,2-3-1 16,2 0 1-16,-4 1 1 15,-10-1-1-15,-5 0 0 16,-11 0 1-16,-10 1 4 15,-18 1-2-15,-21 5-1 16,-21 5-2-16,-35 13 2 16,-23 6-2-16,-18 7-1 15,-14-1 0-15,-10 7 2 16,-7-1-1-16,-3 1-3 0,2 0 3 16,5-5 0-1,-7 5-1-15,11-2-1 0,0 1-1 16,0 0 0-16,0 1 0 15,-16 5 0-15,-1-2 0 16,-11 2-1-16,0 0 1 16,0 0 1-16,0 0-1 15,0 0 0-15,4 0 0 16,-4 0 0-16,0 0 0 16,0 0 0-16,0 0 1 15,0 0-1-15,0 0 2 16,0 0 0-16,0 0-2 15,0 0-2-15,0 0-20 16,0 0-19-16,-8 0-33 16,-3 0-41-16,-6 0-144 0</inkml:trace>
  <inkml:trace contextRef="#ctx0" brushRef="#br0" timeOffset="44608.5335">21180 5541 125 0,'-19'7'59'16,"19"-7"-50"-16,0 0 48 31,0 0 12-31,0 0-41 0,0 0-12 0,0 0 8 15,0 0 10-15,0 0-7 16,0 0-6-16,0 0-6 16,0 0-4-16,0 0-4 0,32 0-5 15,28-10 0-15,15-12 2 16,5-1-2-16,-3 5-1 16,-6-1 0-16,-7 3 0 15,-8 0-1-15,-15 3 0 16,-13 3-4-16,-9 3-18 15,-2-1-24-15,-17 5-34 16,0-2-72-16</inkml:trace>
  <inkml:trace contextRef="#ctx0" brushRef="#br0" timeOffset="45117.9901">21813 5100 254 0,'-4'-10'76'0,"4"-6"-66"15,60-6-5-15,36-2 42 16,7 5-30-16,2 8-5 16,-6 8 0-16,-30 3-6 15,-13 0-5-15,-24 3-1 16,-19 22-3-16,-13 10-2 15,0 11-5-15,-22 9-6 16,-38-1 4-16,4-9-1 0,9-9 12 16,19-14 1-1,20-8 2-15,8-10-2 0,0 3-3 16,0-5-7-16,13 5-2 16,42 4 12-16,20 0 1 15,9 0 1-15,13 3-1 16,-5 1 1-16,-9 5-2 15,-14-2 0-15,-17 7 1 16,-20 3 1-16,-24 3 3 16,-8-4-4-16,0 9 14 15,-56 6 4-15,-40 1 4 16,-20 6-9-16,-17-6-9 16,-2-5 6-16,11-7 2 15,12-12-3-15,16-4 0 0,12-7-1 16,15-8-9-16,14 0-10 15,18 0-21-15,14-13-28 16,23-10 59-16,0-5-80 16</inkml:trace>
  <inkml:trace contextRef="#ctx0" brushRef="#br0" timeOffset="45937.1685">21468 4257 71 0,'-15'0'74'15,"15"0"-62"-15,0 0 37 16,0 0 4-16,0 0-31 15,0 0-15-15,0 0 8 16,0 0 8-16,0 0-7 16,0 0 1-16,0 0 0 15,0-3-3-15,0 0-5 16,23-2 0-16,33-6-3 16,36-5 10-16,29-3 3 15,31-5-2-15,19-3-5 0,5-1-3 16,-11 3 0-16,-29 7 0 15,-40 1-3-15,-32 10 0 16,-31-1-2-16,-23 4 0 16,-10 4-1-16,0 0 3 15,0 0-2-15,0 0-4 16,0 0-7-16,0 0-23 16,-15 0-37-16,-6 0-53 15,-7 0-161-15</inkml:trace>
  <inkml:trace contextRef="#ctx0" brushRef="#br0" timeOffset="66075.125">3057 7804 33 0,'25'-22'16'15,"-8"11"-16"-15,-6-2 4 0,6-1 29 16,-6 1 1-16,8 0 2 16,-4-1 6-16,-2 0-4 15,2-1 1-15,-2 6-8 16,-4 0-9-16,-1 4-7 15,1-3 6-15,-7 1 1 16,4-9-6-16,5-4 0 16,6-10 4-16,11-3-7 15,0-3 1-15,0 3-6 16,0 4-3-16,-9-1-1 16,0 3 4-16,-10 3-5 15,-5 2-1-15,-4 9 0 0,0 2 4 16,0 3 2-1,0 1-4-15,-21 4-4 0,-22 3 0 16,-26 0-5-16,-16 18-3 16,-27 34 5-16,-8 18 0 15,2 5 3-15,21 5 1 16,31-4-1-16,19-8-2 16,21-9 2-16,26-7-4 15,0-9 4-15,9-7-2 16,36-8 2-16,-7-9 2 15,1-4-2-15,-5-7 1 16,-6-6 0-16,-13-2-2 16,-2 0-2-16,-13 0-6 15,0 0 5-15,0 0 1 16,0 0-3-16,-17 0-3 0,-30 0-11 16,-20 6-4-16,-14 24 0 15,-9 19 20-15,2 5 4 16,8 3 0-16,24-2 0 15,33-7 2-15,23-9 4 16,0-8-4-16,19-1 3 16,37-5-5-16,13-3 2 15,6-9 0-15,4-5-2 16,7-8-2-16,6 0-21 16,9-8-12-16,-7-23-15 15,-6-11-19-15,-15-1-12 16,-56 20 2-16</inkml:trace>
  <inkml:trace contextRef="#ctx0" brushRef="#br0" timeOffset="66352.5767">3258 8141 20 0,'26'-35'94'0,"-26"35"-19"0,0 0-10 15,0 0-10-15,0 0-21 16,0 0-20-16,0 0-14 16,0 15 0-16,2 20 0 15,24 8 1-15,2 0 1 16,-3-3-1-16,8-6-1 15,-14 0 2-15,-11-4-1 16,-8-4-1-16,0 3-1 16,-19-1 1-16,-34-6 2 15,-16-5 5-15,-2-10 13 0,7-7 4 16,-3 0-2-16,18 0-16 16,-2-4-5-16,14-19-2 15,18 2-10-15,14-5-15 16,5-11-11-16,0-11-24 15,33 23-33-15,10-5-46 16</inkml:trace>
  <inkml:trace contextRef="#ctx0" brushRef="#br0" timeOffset="66554.2189">3794 7525 200 0,'41'-16'31'16,"-41"16"-18"-1,2 56 13-15,-2 31 27 0,0 15-25 16,0 7-7-16,0 3-9 16,0-9-8-16,0-1-4 15,0-6-9-15,0-15-32 16,0-12-13-16,0-19-12 16,-2-50-26-16,-11 0-13 15</inkml:trace>
  <inkml:trace contextRef="#ctx0" brushRef="#br0" timeOffset="67252.6353">3642 8173 86 0,'-8'-29'95'0,"8"26"-65"16,0 3 13-16,0 0-10 0,42 0-23 16,27 0 25-16,15 0-14 15,-3 5-10-15,-10 17-2 16,-11 8-7-16,-11 2-1 15,-10 3 0-15,-11 1 0 16,-13-3-1-16,-7-4 3 16,-3-5-3-16,-5-5 3 15,0-11-3-15,0-2 0 16,0-6 0-16,0 0 3 16,0 0 1-16,0 0-4 15,0-22-7-15,0-2-18 16,0 2 11-16,0 4-1 15,0 5 5-15,8 8 6 16,7 3 1-16,7 2 0 0,6 0-1 16,6 0 4-16,-6 11 4 15,0 9 1-15,-22-4-3 16,7-3 1-16,-11-5 2 16,-2-3-3-16,0-5 3 15,0 0 9-15,0 0-3 16,0 0-3-16,7 0 4 15,-7 0-1-15,0-7-2 16,2-16-8-16,15-6 0 16,-2-1-1-16,17 3-2 15,0 9-1-15,11 3 1 0,-2 15 0 16,2 0 2-16,-7 0 1 16,-4 0-1-16,-4 19-1 15,-13 0 0-15,-6-4 1 16,-5-5 1-16,-4-5-1 15,0-5 1-15,0 0 1 16,7 0 2-16,-5 0 2 16,4 0-1-16,-4 0 0 15,7 0 1-15,0-5-3 16,1-6-3-16,1 0-1 16,4 5-1-16,-13 4 1 15,5 2-2-15,-3 0-1 0,2 0-2 16,5 0-2-16,15 19 2 15,-5 5-15-15,16 2-23 16,3-5-25-16,-20-17-38 16,3-4-13-16</inkml:trace>
  <inkml:trace contextRef="#ctx0" brushRef="#br0" timeOffset="67994.126">5191 8242 93 0,'0'-14'31'15,"0"6"23"-15,-9 8-16 16,1 0-13-16,-12 4-21 16,-1 34-4-16,-7 6 6 0,0 0 2 15,13-4-5 1,11-10-3-16,4-8 0 0,0-9-1 16,0-5-1-16,0-8 0 15,23 0 2-15,9 0 1 16,16-17-1-16,-8-15-7 15,-3-6 3-15,-1 8 1 16,-16 9 1-16,-5 10 0 16,-15 11 2-16,0 0 11 15,0 0-11-15,0 0-2 16,0 20-2-16,0 9 3 16,0-5-1-16,0-1-9 0,0-5-5 15,0-4-10 1,13-7-7-16,4-1 16 0,2-6 10 15,-2 0 5-15,-8 0 2 16,-1 0 0-16,-1-3 16 16,-1-21 9-16,1-9-3 15,-5 1 3-15,-2 3-12 16,0 5-13-16,0 9 10 16,0 15 0-16,0 0-1 15,0 0-9-15,0 6-7 16,0 25 3-16,-9 0 4 15,3 1 2-15,6-7 1 16,0-6-3-16,0-9-1 16,0-4-1-16,13-6 2 15,17 0 7-15,10 0-3 0,12-20 2 16,8-20-6 0,0-9 0-16,0-13-8 0,11-8-1 15,-5-16-2-15,-1-10-3 16,-10-14-4-16,-18-2 3 15,-16 11 3-15,-21 31 12 16,0 32 13-16,0 24 37 16,-10 14-5-16,-10 0-9 15,-16 30-19-15,-3 32-12 16,3 17 6-16,-1 5 7 16,9 0-6-16,11-8-9 15,15-8-2-15,2-3 1 0,0-5-2 16,0-7-5-16,0-3-24 15,22-14-15-15,12-9-14 16,-15-27-26-16,-2 0-27 16</inkml:trace>
  <inkml:trace contextRef="#ctx0" brushRef="#br0" timeOffset="68272.3262">6092 8238 99 0,'0'0'45'0,"0"0"-33"16,-13 29 48-16,-2 7-15 15,2 1-28-15,13-3-7 16,0 2 1-16,0-11 2 16,28-3-8-16,15-7 8 15,-7-8 4-15,-4-7-6 16,3 0-1-16,-8 0 0 0,3-3 0 16,5-21 1-16,1-11-5 15,-14-2-3-15,-3-4-3 16,-13 3-3-16,-6 8-12 15,0 12 7-15,0 7 1 16,-8 11-3-16,-20 0-23 16,0 0-11-16,0 6-7 15,9 17-30-15,19-15-7 16</inkml:trace>
  <inkml:trace contextRef="#ctx0" brushRef="#br0" timeOffset="68474.9418">6651 8417 26 0,'11'0'53'0,"-11"3"-9"16,0-3 62-16,0 0-10 16,0 0-29-16,0-10-14 15,0-10-25-15,0-2-9 16,0-1-14-16,0 0-5 16,4 2 0-16,16-4-1 31,3 6 0-31,5 0-8 0,0 5-12 0,4 4-23 15,-23 10-26-15,-1 0-49 16</inkml:trace>
  <inkml:trace contextRef="#ctx0" brushRef="#br0" timeOffset="69480.9508">10722 8230 194 0,'9'-21'62'0,"-9"18"-42"15,6 3 47-15,-4 0-18 16,24 0-37-16,4 42-9 15,17 31 9-15,9 19 16 16,0 18-13-16,-3 3-3 16,-1-4-4-16,4-16-3 15,-1-19-5-15,-3-20 2 16,-13-16-1-16,-12-20 0 16,-18-11 0-16,-3-3 0 15,1-4 3-15,-1 0 3 16,3 0 1-16,19-47 2 0,6-27-3 15,9-36-7-15,6-20-6 16,-10-15-9-16,-3-6-21 16,-3-5 7-16,-6-4-1 15,-3-2 1-15,-11 17 2 16,-9 19 3-16,-4 26 4 16,0 27 18-16,0 21 2 15,0 19 4-15,0 14 7 16,0 12 5-16,0 4 0 15,0 3-6-15,0 0-10 16,0 0-2-16,0 0-1 16,0 0 0-16,43 0 3 15,21 14 9-15,31 0 1 0,23-2 3 16,30-1 7 0,23 0-2-16,35-5 1 0,13-4-5 15,26-2-4-15,33 0 0 16,18 0-3-16,13-8-2 15,11-19 0-15,-16-8-2 16,-21-4-1-16,-49 2 0 16,-62 5 0-16,-61 9 0 15,-59 11 1-15,-39 8 4 16,-13 4 4-16,0 0-4 16,0 0-1-16,0 0-6 15,0 0-1-15,0 0-14 0,-13 0-25 16,-34 2-34-16,-22 26-26 15,26-18-34-15,2 2 118 16</inkml:trace>
  <inkml:trace contextRef="#ctx0" brushRef="#br0" timeOffset="70291.6239">12955 8149 228 0,'0'0'37'0,"0"0"14"15,0 0 19-15,0 0-27 16,0 0-25-16,0 0-1 16,-15 19-12-16,-45 30-1 15,-13 13 0-15,-24 13 5 0,-5-1-4 16,9-6-5-1,16-3 1-15,2-3 0 0,26-10-1 16,12-11-1-16,7-12-9 16,22-10-15-16,3-7-19 15,5-7-16-15,0-5-39 16,0 0-15-16,0 0-26 16</inkml:trace>
  <inkml:trace contextRef="#ctx0" brushRef="#br0" timeOffset="70544.5086">12419 8149 75 0,'28'-39'160'15,"-20"39"-131"-15,16 0 4 0,17 25 14 16,6 18 11-16,9 9-34 16,-7 5 5-16,2 2-13 15,1 5-3-15,8-2-6 16,-2-3-1-16,0 1-3 15,-3-1-2-15,-14-7 2 16,-4-5-3-16,-14-7-3 16,-8-6-18-16,-15-12-11 15,0-2-10-15,0-12-5 16,0-2-29-16,0-6-36 16,-10 0-1-16</inkml:trace>
  <inkml:trace contextRef="#ctx0" brushRef="#br0" timeOffset="70905.0728">12187 7874 148 0,'-19'-2'48'0,"19"-3"-20"16,0 4 25-16,28-8-18 15,47-3-2-15,26-3 13 0,19-4-1 16,6 1-13-16,3 0-1 16,-3 7-9-16,-12 0-6 15,-17 5-4-15,-18 1-4 16,-15 3-7-16,-12 2-1 15,-24-4 0-15,-13 4 0 16,-15 0-8-16,0 0-10 16,0 0-11-16,0 0-12 15,0 0-20-15,0 0-36 16,0 0-69-16</inkml:trace>
  <inkml:trace contextRef="#ctx0" brushRef="#br0" timeOffset="71238.5224">13839 8444 317 0,'-24'11'29'16,"24"-11"4"-16,0 0 53 15,9 0-49-15,42-13-26 0,18-12 8 16,2 3-4-16,6 3-3 16,-6 4-4-16,-7 0-6 15,-8 8-2-15,-16 2-1 16,-7 5-25-16,-6 0-35 15,6 0-30-15,-27 0-38 16,-4 0-83-16</inkml:trace>
  <inkml:trace contextRef="#ctx0" brushRef="#br0" timeOffset="71836.5383">14967 7975 226 0,'49'-9'22'0,"22"1"34"16,2 2 9-16,2 6-28 15,-2 0 0-15,-9 0-13 16,-8 6-5-16,-17 11-13 16,-7 4-3-16,-15 1-3 15,-13 3-3-15,-4 7 3 16,0 3 0-16,-32-1 3 15,-13-5 1-15,-2-10-2 16,15-5 1-16,19-9-2 16,2 1 0-16,7-6 2 0,4 0-2 15,0 3-1-15,0 7-3 16,0 2-2-16,-5 6-2 16,5 4-4-16,0-3-3 15,0 2 8-15,0 2-3 16,0-3-6-16,20-1 2 15,1-1 7-15,3-3 4 16,-1 3-1-16,1-1 3 16,0-1 0-16,1 3 2 15,-1-1-2-15,0-5 0 16,-12 3 0-16,-1-6 0 16,-7 1 0-16,-4 2 0 15,0 5 3-15,0 8 0 0,0 8 6 16,-23 3 6-1,-33 4-1-15,-13-3 3 0,-23 1 1 16,-11-6 3-16,-2-7-2 16,2-4 5-16,7-11-2 15,12-10 0-15,15-1-8 16,18 0-10-16,14 0 0 16,18 0-4-16,6 0-2 15,9 0-23-15,4-1-33 16,0-8-39-16,0-5-27 15</inkml:trace>
  <inkml:trace contextRef="#ctx0" brushRef="#br0" timeOffset="77306.1462">2428 10317 206 0,'0'-25'28'15,"0"17"10"-15,-6 0 0 0,-3 3-4 16,1 1-2-16,8 4-4 16,0 0-9-16,0 0-9 15,0 4-10-15,51 52-2 16,35 40 2-16,34 39 7 15,-4 27 0-15,4 4-1 16,-9-12-5-16,-10-14 2 16,0-34 1-16,-26-26-4 15,-8-21 1-15,-22-27-1 16,-18-16 0-16,-14-13 2 16,-6-3 5-16,-3 0 26 0,0-33 2 15,5-32-11 1,10-30-21-16,1-27-2 0,1-17-1 15,5-18 0-15,-5 3-4 16,3 15-2-16,4 22-2 16,-7 27 1-16,-2 28-2 15,-4 25-3-15,-10 20-10 16,3 17-9-16,9 0-33 16,-8 22-55-16,0 18-48 15</inkml:trace>
  <inkml:trace contextRef="#ctx0" brushRef="#br0" timeOffset="78004.5602">4487 10830 170 0,'-83'-42'24'16,"12"18"-24"-16,4 11 50 15,12 11-9-15,9 2-13 16,-3 18-18-16,-4 40-9 16,7 17 5-16,10 3-1 15,8 3 9-15,17-10-5 16,11-13-1-16,0-17 0 16,0-11-6-16,0-15 4 15,15-6-2-15,-6-9-1 0,2 0-2 16,-7 0 5-16,13 0 2 15,11-36 8-15,6-15-7 16,14-12-5-16,-3 1-3 16,-7 13-1-16,-10 23-2 15,-11 15 0-15,-6 11 1 16,0 0-5-16,14 30-7 16,5 14 10-16,11 11 3 15,11-3 1-15,1-7-1 16,-6-12 0-16,1-11-18 15,-16-11-4-15,-4-5 1 16,-22-6 10-16,-6 0 7 0,0 0 4 16,0 0 11-16,0-3 6 15,-26-33-7 1,-1-12 0-16,1-11 0 0,15-9-7 16,11-4-2-16,0 11 1 15,7 5-2-15,38 10 0 16,6 17 0-16,1 8-3 15,-12 12 2-15,3 9-2 16,-13 0-2-16,-2 13 2 16,0 33 2-16,-2 4 1 15,-7 12 7-15,-2 1 2 16,-10-7 0-16,5-2-4 16,-9-12 1-16,1-10-1 0,4-3-4 15,5-14 1 1,-11-5-2-16,3-7-1 0,3-3-17 15,-3 0-16-15,14 0-7 16,0-13-16-16,-10-6-7 16,8-11-65-16</inkml:trace>
  <inkml:trace contextRef="#ctx0" brushRef="#br0" timeOffset="78715.89">5658 10844 9 0,'0'-32'226'16,"-17"12"-203"-16,-34 1 22 0,-1 6 1 16,18 6-25-1,-3 7-6-15,3 0-10 0,6 9-4 16,0 37-1-16,-2 14-4 16,5 13 3-16,5-3 1 15,12-10 0-15,8-8 1 16,0-14 0-16,0-11-1 15,25-14-1-15,3-6 1 16,-8-7 0-16,5 0-6 16,-3 0 1-16,12-28 3 15,-4-22 2-15,2-11-3 16,5 3-3-16,-9 18 0 16,-5 15 6-16,-8 17 0 15,-10 8 2-15,3 0-2 0,3 8-7 16,10 31 6-16,7 4 1 15,9 3 2-15,1-6 0 16,5-10-1-16,-6-11-1 16,-7-10-3-16,-5-9-6 15,-5 0 3-15,-5 0 6 16,6-20 1-16,-2-18 7 16,9-13-6-16,0-3 0 15,-9 11-2-15,5 7-2 16,0 21 2-16,-11 15-3 0,6 0 0 15,4 0-1 1,-10 26 1-16,2 11 0 16,-6-4 3-16,-9-9 1 0,4-10 2 15,-4-11-1-15,7-3 8 16,-7 0 12-16,2 0 7 16,4 0 2-16,-2-14 4 15,1-17-10-15,6-10-21 16,10-6-1-16,7-2-3 15,23 9 0-15,-1 2 0 16,-3 13-1-16,-2 14 1 16,-17 8-2-16,-5 3 0 15,1 3-5-15,2 29 1 16,-5 21 3-16,5 4 3 16,2-1-3-16,4 1-23 0,7-9-11 15,-3-8-23-15,0-13 4 16,-29-27-33-16,-3 0-98 15</inkml:trace>
  <inkml:trace contextRef="#ctx0" brushRef="#br0" timeOffset="78977.1049">6997 10800 113 0,'62'-51'27'0,"6"29"18"15,-5 8 31-15,1 6-24 16,-8 4-17-16,-11 4-8 15,-19 0-22-15,-14 14-5 16,-12 27-1-16,0 11 1 16,0 10 0-16,-32-5 6 15,-11 1-4-15,7-12-1 0,4-6-1 16,8-10 2-16,5-8-2 16,10-8-5-16,9-7-14 15,0-1-9-15,0-6-27 16,20 0-7-16,35 0 7 15,-23-13-11-15,5-12 54 16</inkml:trace>
  <inkml:trace contextRef="#ctx0" brushRef="#br0" timeOffset="79290.7317">7711 10784 177 0,'0'0'40'16,"0"0"-3"-16,-22 24-6 15,-20 24-10-15,-1 11-9 0,-2-1 5 16,15-9-1-16,12-12-4 15,8-11-3-15,10-12-7 16,0-12-1-16,0-2-1 16,0 0 0-16,0 0 3 15,0-5-2-15,28-28-1 16,19-15-3-16,-4-10-10 16,4 6-11-16,-15 12-2 15,-8 20 10-15,-16 19 14 16,1 1 2-16,-5 1 3 15,11 38-2-15,4 10 15 16,3 3 0-16,1-3-9 16,1-6 9-16,4-13-16 0,-5-7-1 15,1-5-18-15,-5-11-39 16,-19-7-10-16,0 0-57 16</inkml:trace>
  <inkml:trace contextRef="#ctx0" brushRef="#br0" timeOffset="80648.3005">1176 5891 46 0,'-18'-19'47'16,"8"2"-11"-16,1 0 0 15,1 2 12-15,-10-1-5 16,1 2-12-16,-2 2-9 16,0 7 5-16,8 5-10 15,-15 0-12-15,-2 0-2 16,-10 0-3-16,-18 36-3 15,-6 13 3-15,6 7-2 0,9 2 1 16,15-4 0 0,8-6 1-16,11-1-3 15,13-9 1-15,0-5 0 0,0-9 0 16,0-8 1-16,4-8-1 16,24-8-1-16,-4 0 3 15,2 0 3 1,1 0 0-16,1-15 1 0,-4-15 2 15,4-6-6-15,-9 2-5 16,-4 5-1-16,-11 7 1 16,-4 12 1-16,0 5 3 15,0 5 1-15,0 0 0 16,0 0 0-16,0 0-2 0,0 0-2 16,0 27-1-1,9 12 2-15,10 6 3 0,5 4 3 16,6 0-3-16,6 0 0 15,1-6 1-15,-1-3 0 16,-6-10-1-16,5-8-8 16,-1-13-34-16,9-9-26 15,-30-4-3-15,10-29-13 16</inkml:trace>
  <inkml:trace contextRef="#ctx0" brushRef="#br0" timeOffset="80987.4069">1396 5372 51 0,'0'0'26'0,"0"0"-4"16,0 6 24-16,28 10-2 15,15 2-10-15,13 10 0 16,0 12-13-16,-9 7-2 15,7 12-5-15,-5 6-7 16,-4 15-1-16,2 4-2 16,-8 0 4-16,-11 8-3 15,-11-6-3-15,-17-4 0 16,0 2 0-16,0-11 0 16,-24-1 0-16,-8-8-2 0,0-15 4 15,4-6-3-15,4-11 0 16,5-3-1-16,2-9-12 15,2 0-28-15,15-20-50 16,0 0-74-16</inkml:trace>
  <inkml:trace contextRef="#ctx0" brushRef="#br0" timeOffset="81933.1124">1148 10345 215 0,'0'5'38'16,"0"14"-26"-16,0 31-2 16,0 27 12-16,10 29 6 15,8 16-4-15,1-1-14 16,-8-9 1-16,8-17-6 16,-6-24-4-16,2-20 1 0,-7-14-2 15,-3-17 1-15,-5-9-1 16,6-9 1-16,1-2 1 15,-5 0-2-15,6 0 0 16,3-22-1-16,10-15-3 16,7-4-4-16,15 4 4 15,4 7 3-15,3 12 0 16,1 17-3-16,-4 1 1 16,1 5-4-16,-3 36 1 15,-11 5 4-15,-10 5 1 16,-20-2 0-16,-4 4 1 15,0-2 0-15,-22-2 7 0,-27 5 3 16,-15-3 0-16,-3-5-2 16,3-8-4-16,2-9-3 15,17-9 0-15,6-6-1 16,9-12-15-16,-4-2-19 16,29 0-38-16,-3-25-64 15</inkml:trace>
  <inkml:trace contextRef="#ctx0" brushRef="#br0" timeOffset="82231.4309">1673 10208 174 0,'69'0'14'0,"-26"11"-14"0,12 57 50 16,14 21-4-16,2 16-18 15,4 18-1-15,-11 12-12 16,-8 16 0-16,-26-1-7 16,-4 3-1-16,-26-10-4 15,0-3 1-15,-17-13-3 16,-28-14 3-16,-3-11-2 16,3-21-1-16,7-13 2 15,8-15-3-15,2-11-1 16,2-8-14-16,0-11-23 15,-1-7-18-15,16-16-49 16,-2 0-82-16</inkml:trace>
  <inkml:trace contextRef="#ctx0" brushRef="#br0" timeOffset="83267.5295">9995 10460 153 0,'-41'-45'63'0,"33"25"-26"16,8 6 24-16,0 9-1 0,0 3-19 16,0 2-30-16,8 15-11 15,52 55 0-15,24 23 3 16,8 25 17-16,-2 6-11 16,-4-3-5-16,-9-18-2 15,-2-22 0-15,-14-22-1 16,-14-24-1-16,-19-16 1 15,-16-9 0-15,-3-10 1 16,-9 0 3-16,0 0 8 16,0 0 15-16,6-42 2 15,3-34-14-15,2-31-15 16,-9-17 1-16,4-5-2 16,-6 6-1-16,0 14 1 0,9 20 0 15,-5 17-2-15,11 21 0 16,-2 18-6-16,-6 19-1 15,-5-1-9-15,6 12-7 16,3 3-19-16,6 0-25 16,15 24-32-16,-17 4-21 15,-2 5-37-15</inkml:trace>
  <inkml:trace contextRef="#ctx0" brushRef="#br0" timeOffset="83740.2334">11364 10838 155 0,'-82'-22'41'0,"33"11"-28"16,14 6 36-1,3 5-20-15,0 0-13 0,0 34-16 16,-7 22 0-16,7 8 8 15,4 0 4-15,11-8-10 16,11-7 5-16,6-14-3 16,0-11-4-16,0-10-1 15,0-6 0-15,0-4 1 16,15-4-2-16,-7 0 2 16,3 0 2-16,2 0 4 15,10-34 2-15,10-14 2 0,3-9-3 16,-8 3-2-16,0 10-2 15,-9 19 3-15,-10 15 6 16,-5 10 3-16,2 0-13 16,7 8-2-16,15 30-9 15,9 14 8-15,16 3 1 16,-1 4 5-16,18-11-5 16,-1-11-16-16,0-6-13 15,2-15-12-15,-16-10-27 16,-10-6-4-16,-19 0 5 15,-15-22 8-15,-5-16 16 16,-6 20 38-16,0-5 2 0</inkml:trace>
  <inkml:trace contextRef="#ctx0" brushRef="#br0" timeOffset="83987.3086">11818 11059 50 0,'0'0'39'0,"0"0"-21"0,22 26 17 16,14 8 3-16,-17-1-2 15,-1-5-10-15,-12-7-3 16,-6-10-1-16,0-5 2 15,0-6 4-15,0 0 11 16,0 0 8-16,0 0-1 16,0-7-2-16,0-26-13 15,0-8-11-15,-6-16-5 16,-16-14-13-16,7-2-2 16,7-1 0-16,8 6-1 0,0 19-1 15,8 9-3-15,31 10-7 16,17 8-21-16,12 9-18 15,11 5-24-15,-46 8-20 16,-1 0-69-16</inkml:trace>
  <inkml:trace contextRef="#ctx0" brushRef="#br0" timeOffset="84257.0159">12623 10388 77 0,'-28'-25'121'0,"13"23"-79"16,6 2 27-16,0 0-25 16,-10 0-25-16,-9 28-14 15,-8 26 0-15,-11 24 9 16,6 5 2-16,0 9 6 16,13 0-8-16,20-4-9 15,8-10-2-15,0-6-3 16,40-13 0-16,25-7-1 15,8-11-5-15,10-15-37 16,20-12-6-16,9-14 17 16,-67 0-72-16,0-27-80 15</inkml:trace>
  <inkml:trace contextRef="#ctx0" brushRef="#br0" timeOffset="84481.6361">13658 10327 262 0,'0'-2'56'16,"0"2"22"-16,0 0-17 16,0 6-59-16,-27 48-2 15,-25 16 0-15,-10 20 9 16,-28 6-7-16,6 2 1 16,1 8-3-16,5-10 0 15,18-17-16-15,13-14-19 16,6-20-11-16,18-20-16 15,8-17-38-15,15-8-11 16,0-11 14-16</inkml:trace>
  <inkml:trace contextRef="#ctx0" brushRef="#br0" timeOffset="84676.7103">12811 10569 198 0,'-4'0'67'15,"4"0"-28"-15,0 3-8 16,56 34-24-16,30 18 56 15,4 13-15-15,-2 5-25 16,0 1-13-16,-7-9-6 16,7 0-1-16,-4-11-3 15,-9-16-11-15,-15-9-15 16,-11-21-20-16,-6-8-14 16,-43 0-42-16,0-31-1 0</inkml:trace>
  <inkml:trace contextRef="#ctx0" brushRef="#br0" timeOffset="84886.8339">13948 10419 106 0,'73'0'40'16,"-15"58"38"-16,2 13-2 16,-15 9-10-16,-17 5-29 15,-17 10-13-15,-11 2-11 16,0 2-6-16,-24-4-4 15,-23-6 0-15,0-15-3 0,-3-18-14 16,10-13-29-16,1-15-32 16,30-28-44-16,9 0-73 15</inkml:trace>
  <inkml:trace contextRef="#ctx0" brushRef="#br0" timeOffset="85127.0604">14907 10756 4 0,'0'-3'268'0,"0"-5"-241"0,8 1 8 16,48-7-4-1,11 3-16-15,10-1 9 0,-9 11-7 16,-12 1-17-16,-15 0 0 15,-13 0-3-15,-9 11-27 16,-19 13-20-16,0-14-21 16,0 5-60-16</inkml:trace>
  <inkml:trace contextRef="#ctx0" brushRef="#br0" timeOffset="85338.652">14943 11028 175 0,'-15'28'56'0,"15"-28"-38"16,0 2 39-16,11-1-23 0,32 5 22 16,6-6 7-16,-4 0-10 15,-2 0-7-15,-11 0-23 16,-4 0-17-16,-4 0-6 16,-3 0 0-16,7 0-25 15,4 0-29-15,7-9-25 16,-26 2-31-16,-5-2-57 15</inkml:trace>
  <inkml:trace contextRef="#ctx0" brushRef="#br0" timeOffset="85786.2968">16196 10453 168 0,'0'-11'96'15,"0"11"-57"-15,4 0 21 16,-4 0-8-16,11 0-24 16,2 26-16-16,4 33-8 15,-6 18 34-15,1 13-14 16,-1 4-12-16,2-3-9 15,6-13-1-15,5-13-2 16,-7-18-3-16,-2-20-13 16,-6-9-13-16,-5-9-15 15,-4-9-20-15,0 0 7 16,0-4 5-16,0-22-41 16</inkml:trace>
  <inkml:trace contextRef="#ctx0" brushRef="#br0" timeOffset="86021.566">16039 10306 177 0,'0'0'31'0,"0"-3"8"16,17 3 4-16,58-3-5 15,35-2 15-15,8-3-10 16,6 3-16-16,-4-1-4 15,-15 3-16-15,-17 1-7 16,-17 2 0-16,-11 0-15 0,-23 0-18 16,-14 0-22-16,-23 0-33 15,0 2-56-15</inkml:trace>
  <inkml:trace contextRef="#ctx0" brushRef="#br0" timeOffset="86240.2364">16427 10634 7 0,'24'19'111'16,"36"-19"-74"-16,9 0 49 0,-1-1-22 16,-8-11-19-16,-12 4-20 15,-20 5-23 1,-16 3-2-16,-1 0-5 0,-11 0-33 15,0 12-51-15,0 6-6 16,-4 0-55-16</inkml:trace>
  <inkml:trace contextRef="#ctx0" brushRef="#br0" timeOffset="86463.9186">16440 11088 14 0,'-28'56'58'15,"28"-45"-28"-15,0-5 11 16,0-1 4-16,7-2 7 15,21 0 0-15,8-1-5 0,14-2-6 16,10 0 5-16,6 0 1 16,3 0-13-16,-5-16-16 15,-8 2-13-15,-5 0-3 16,5-2-2-16,0 1-12 16,4-2-13-1,-6-2-18-15,1 2-10 16,-3 2-7-16,-48 6-44 15,0 5-63-15</inkml:trace>
  <inkml:trace contextRef="#ctx0" brushRef="#br0" timeOffset="86980.276">17412 10074 161 0,'-28'-12'57'0,"24"12"-11"15,-1 0 26-15,-10 0-35 16,-2 5-37-16,-15 39 0 15,-6 15 0-15,-3 18 6 16,9 1 8-16,4-3-5 16,19 5 11-16,9-5-6 15,0 2-9-15,0-1 5 16,9-3-3-16,23-6-5 0,15-7-2 16,2-8 0-1,11-11 0-15,11-14-7 0,6-9-14 16,7-15-14-16,23-3-8 15,-2-15-25-15,-66-15-48 16</inkml:trace>
  <inkml:trace contextRef="#ctx0" brushRef="#br0" timeOffset="87222.2446">18656 10253 192 0,'28'-22'65'0,"-24"22"-1"16,-4 0 2-16,0 0-37 0,0 0-26 16,0 24-3-16,-47 27 0 15,-22 19 10-15,-14 9-3 16,10-3-4-16,-11-3-3 16,15 0 0-16,14-11-1 15,7-13-19-15,27-7-13 16,2-16-18-16,10-17-39 15,9-9-30-15</inkml:trace>
  <inkml:trace contextRef="#ctx0" brushRef="#br0" timeOffset="87497.7406">17948 10289 90 0,'-13'-12'150'16,"13"12"-149"-16,0 29 14 15,45 21 78-15,30 4-38 16,13 2-7-16,0 5-8 16,9-3-4-16,-9 9-12 15,-9 1-15-15,-6-2-8 16,-9 0 1-16,-8-6-2 16,-9-11 0-16,-6-6-8 15,-9-13-14-15,-8-12-5 16,-16-11-3-16,-3-7-13 15,-5 0 0-15,0 0 12 16,0-39 2-16,0 9-71 0,0-14-38 16</inkml:trace>
  <inkml:trace contextRef="#ctx0" brushRef="#br0" timeOffset="87902.8618">18549 9945 127 0,'0'-22'88'0,"47"7"-79"15,22-5 64-15,10 7-19 0,-10 8-15 16,-14 2-4-16,-27 3-19 15,-13 0-16-15,-15 0-3 16,0 4-2-16,0 24 1 16,0 5 1-16,-6 10 3 15,-35 2 0-15,-6 0-1 16,10-5 0-16,5-7 1 16,13-7 0-16,10-6 0 15,9-1 0-15,0-6-3 16,0 4 0-16,0-3 3 15,15 1 0-15,26-1 1 0,11-1 1 16,3-7-2 0,5-4-3-16,13-2-22 0,7 0-20 15,-52-8-48-15,-7-10-65 16</inkml:trace>
  <inkml:trace contextRef="#ctx0" brushRef="#br0" timeOffset="88196.1574">19216 9826 149 0,'-5'0'26'0,"5"0"-23"16,18 21 37-16,52 25 27 16,-1 13-25-16,4 9 3 0,-7 15 6 15,-16 2-21-15,-12 9-20 16,-29 0-3-16,-9 11-5 15,0 2 0-15,-56-5 2 16,-12-6-4-16,-3-20-1 16,6-15 1-16,10-23 3 15,18-12-1-15,14-17-2 16,5-9 0-16,3 0-22 16,-8 0-13-16,1-14-27 15,12-8-40-15,5-5-37 16</inkml:trace>
  <inkml:trace contextRef="#ctx0" brushRef="#br0" timeOffset="88808.3404">20713 10041 226 0,'15'0'5'16,"26"19"25"-16,14 24 47 15,-3 13-25-15,-11 18-13 16,-5 1-20-16,-12 5-5 16,-1-8-10-16,-3-3-2 15,-3-13-2-15,-2-9-17 16,-11-15-18-16,-4-13-5 16,0-6-16-16,0-13-42 0,0 0-7 15</inkml:trace>
  <inkml:trace contextRef="#ctx0" brushRef="#br0" timeOffset="89040.3473">20700 10001 11 0,'0'-24'168'15,"9"14"-143"-15,59-5 33 16,44-3 10-16,23-4-25 0,13-1-8 15,-7 1 0 1,-5 2-16-16,-21 4-16 0,-22 8-3 16,-29 5-1-16,-17 3-27 15,-23 0-22-15,-24 0-29 16,0 8-35-16,-11 9-11 16</inkml:trace>
  <inkml:trace contextRef="#ctx0" brushRef="#br0" timeOffset="89245.8317">21041 10149 93 0,'-64'28'105'0,"64"-28"-88"15,0 0 40-15,0 0-13 16,19 4-25-16,30-4 3 0,18 3 31 16,10-3-12-16,2 0-13 15,-6 0-12-15,-13 0-11 16,-12 0-5-16,-16 0-16 15,-9 16-38-15,-23 9-28 16,0-12 82-16,0 4-131 16</inkml:trace>
  <inkml:trace contextRef="#ctx0" brushRef="#br0" timeOffset="89448.0328">20912 10653 120 0,'-51'36'71'0,"51"-36"-70"15,0 0 45-15,36 1 11 0,39 3 8 16,13-4-5-16,20 0-8 16,-3 0-13-16,-9 0-11 15,-12-4-14-15,-20-5-12 16,-8 0-2-16,-5 2-27 16,1 1-25-16,8-1-30 15,-51 2-43-15,-1-1-65 16</inkml:trace>
  <inkml:trace contextRef="#ctx0" brushRef="#br0" timeOffset="89791.2925">22272 9779 149 0,'-19'-12'67'15,"6"12"-41"-15,-11 0 32 16,-8 29-30-16,-15 22-22 16,-9 20 6-16,-8 6 6 15,8 6 5-15,7 3-9 16,6-1-2-16,15-7 0 15,24-5-6-15,4-5-3 16,0-7-3-16,28-7 0 0,36-8-1 16,15-11 0-16,14-10-20 15,3-14-21-15,11-11-18 16,-70 0-34-16,-1-10-66 16</inkml:trace>
  <inkml:trace contextRef="#ctx0" brushRef="#br0" timeOffset="90022.9709">23089 9982 190 0,'0'-23'127'0,"0"23"-103"0,0 0 33 16,-13 23-21-16,-47 26-31 15,-19 19 2-15,-13 7 2 16,8 0-5-16,1-1-1 15,1-2-2-15,11-8-1 16,3-11-4-16,12-7-21 16,11-13-23-16,-2-5-27 15,42-28-71-15,1 0 36 16</inkml:trace>
  <inkml:trace contextRef="#ctx0" brushRef="#br0" timeOffset="90226.665">22336 10155 200 0,'13'-3'31'0,"20"3"-30"0,18 40 88 15,20 12-21-15,2 1-19 16,0 0-11-16,-3-4-19 16,-5-6-14-16,-9-4-4 15,-5-4-1-15,-10-6-12 16,-1-5-33-16,-7-13-26 15,-33-11-33-15,0 0-56 16</inkml:trace>
  <inkml:trace contextRef="#ctx0" brushRef="#br0" timeOffset="90453.7892">23400 9859 20 0,'45'0'116'15,"-2"42"-50"-15,2 24 37 16,-8 10-19-16,-18 8-16 16,-15 5-33-16,-4 3-14 15,0-1-6-15,-49-3-10 16,-22-2-3-16,-21 6-2 16,-5-1-20-16,-23-13-30 15,-19-12-36 1,79-61-36-16,-4-5-118 0</inkml:trace>
  <inkml:trace contextRef="#ctx0" brushRef="#br0" timeOffset="94188.8359">19900 10527 24 0,'9'-6'50'16,"-9"6"-17"-16,0 0 18 16,0 0-7-16,0 0-3 15,0-4 1-15,0 4-2 16,0 0-9-16,0 0-3 16,0 0 0-16,0 0 3 15,0 0-8-15,0 0-5 16,0 0-5-16,0 0-1 15,0 0-5-15,0 0-4 16,0 0-2-16,4 0 0 16,0 0 1-16,-4 0 1 15,11 0-1-15,12 0 1 0,10-5 2 16,16-3 10 0,11 0-2-16,-4 3-5 0,-5-1-2 15,-10 1-4-15,-13 2-2 16,-9-1 1-16,-15 4 0 15,-4-2 0-15,0 2 2 16,0 0 0-16,0 0-3 16,0 0 0-16,0 0-9 15,0 0-8-15,0 0-5 16,0 0-11-16,0 0-20 16,-8 0-25-16,-3 0-18 15,7 0-31-15</inkml:trace>
  <inkml:trace contextRef="#ctx0" brushRef="#br0" timeOffset="94570.1572">20597 9709 112 0,'-17'0'79'15,"17"0"-50"-15,-4 0 21 16,-3 0-22-16,-1 21-24 0,-5 24 1 16,-2 17 38-16,-9 9-24 15,3 7 6-15,1 7 2 16,1-1-11-16,6 2 3 15,9 0-8-15,4-1-2 16,0-10-6-16,0-2-1 16,8-5-2-16,33-10 0 15,15-5 0-15,10-4 0 16,-5-10 0-16,-1-7-25 16,4-12-45-16,5-15 41 15,-50-5-70-15,2 0-50 16</inkml:trace>
  <inkml:trace contextRef="#ctx0" brushRef="#br0" timeOffset="95401.7077">23761 9594 3 0,'-5'-2'132'0,"1"2"-77"15,4 0 13-15,0 0 4 16,0 0-23-16,0 0-4 0,0 0-12 16,0 0-16-16,0 0-9 15,0 5-8-15,0 34 3 16,26 15-1-16,25 14 15 15,-4 5-6-15,3 8-1 16,-3 7-6-16,-11-3 0 16,-3 4-2-16,-14-4-1 15,-10-8-1-15,-9-3 1 16,0-3 0-16,-22 11-1 16,-34 1 0-16,-4-2-33 15,-6-5 33-15,12-20 1 16,3-7 1-16,8-13-2 15,11-13-1-15,14-5 1 0,3-13 0 16,3-5 0 0,-3 0-6-16,-3 0-9 0,-1-42-27 15,10 11-39-15,9-13-73 16</inkml:trace>
  <inkml:trace contextRef="#ctx0" brushRef="#br0" timeOffset="96354.1139">23904 8868 112 0,'-23'-3'40'0,"23"1"16"16,0 2 6-16,0-3-20 0,0-1-11 16,0 2 5-16,0 2 5 15,0-3-5-15,0-5-12 16,8-5-5-16,35-5-7 15,13-2-2-15,4 4-3 16,-6 7-6-16,-7 4-1 16,-19 5-1-16,-5 0-2 15,-10 0-3-15,-9 0 2 16,1 0-5-16,-5 14-4 16,0 12 1-16,-5 10 4 15,-35 8 2-15,-12 0 1 16,-3 4-12-16,5-6 2 15,-1 0 4-15,14-10 5 16,9-6 4-16,9-3 1 0,10-12 1 16,5-3-2-16,4-5 0 15,0 0-1-15,0-1 1 16,0 7-3-16,0-1 5 16,4 2 5-16,33 1 7 15,14-2 8-15,5-8 6 16,9-1 0-16,-1 0-6 15,0 0-7-15,-4 0-2 16,-8 0-5-16,-7 0-5 16,-11 0 1-16,-21 0-1 15,-4 0 0-15,-9 0 1 0,0 0 1 16,0 0-1 0,0 0-1-16,0 0-1 0,0 0-3 15,0 0-7-15,0 0-9 16,0 0-16-16,-22-6-43 15,7 5 64-15,-9 1-94 16</inkml:trace>
  <inkml:trace contextRef="#ctx0" brushRef="#br0" timeOffset="114938.6773">14015 12643 175 0,'-28'-14'83'16,"23"12"-49"-16,5-1 25 15,0 0-5-15,0 3-20 16,0 0-15-16,0-3 4 16,0 3 0-16,0 0-2 15,0 0-2-15,0 0 1 16,0 0-3-16,0 0-4 16,0-3-5-16,0 3-3 15,0 0-1-15,0 0-3 16,5-2-1-16,40-6 0 0,15-3 1 15,15 0 2-15,-2-3-2 16,-2 1-1-16,-7 2 0 16,-4 3-1-16,-11-1-8 15,-14 7-12-15,-23 2-15 16,-7 0-17-16,-5 0-22 16,0 0-9-16,0 0-47 15,-17 0-76-15</inkml:trace>
  <inkml:trace contextRef="#ctx0" brushRef="#br0" timeOffset="115193.9898">14042 12778 142 0,'-10'21'46'16,"10"-21"-10"-16,17 3 26 15,41-3 12-15,15 0-8 16,10 0-14-16,1 0-9 15,0 0-11-15,-7-4-8 16,-4-5-12-16,-22 0-2 16,-4 4-6-16,-14-2-3 15,-10 5 1-15,-14-2-2 16,1 4-7-16,-10 0-22 16,0 0-19-16,0 0-17 15,0 0-29-15,0 0-47 0</inkml:trace>
  <inkml:trace contextRef="#ctx0" brushRef="#br0" timeOffset="116040.1732">16663 12440 40 0,'18'-11'144'0,"-12"7"-105"16,-6 4 5-16,0 0 24 16,0 0-16-16,0 0-19 15,0 0-6-15,0 0-5 16,0 0-17-16,-19 39-5 16,-46 18-1-16,-23 27 1 15,-27 18 4-15,-14 11-4 0,2-2 2 16,12-3-2-16,22-22 0 15,29-24 0-15,23-16 0 16,18-26-2-16,14-12-5 16,9-5-13-16,0-3-17 15,0 0-13-15,4-17-26 16,9-4-11-16,6-12-49 16</inkml:trace>
  <inkml:trace contextRef="#ctx0" brushRef="#br0" timeOffset="116294.2348">16071 12453 66 0,'9'-19'149'0,"2"19"-130"16,21 13-7-16,13 32 55 16,28 16 8-16,2 10-33 15,9 2-12-15,-1 8 13 16,1 0-18-16,-11 4-15 15,-9 0-4-15,-8-16-4 16,-13-4-1-16,-11-13-1 16,-11-12-6-16,-14-10-21 15,-3-11-11-15,5-5-11 16,-9-10-10-16,0-4-35 16,0 0-54-16</inkml:trace>
  <inkml:trace contextRef="#ctx0" brushRef="#br0" timeOffset="116686.3728">16856 12381 115 0,'43'-37'123'0,"-6"26"-100"16,4 0 37-16,6 8 0 15,-19 3-34-15,-16 0-20 16,3 0-5-16,-10 0-1 16,-5 22-4-16,0 18 1 0,0 4 3 15,-32 4-1 1,-5-6 0-16,5-10-5 0,4-6 4 16,13-11 2-16,11 2 0 15,0-7 0-15,4 2-1 16,0-5-2-16,0 2 3 15,0-1 1-15,27-2 6 16,10-5 4-16,10-1 6 16,-6 0-1-16,0 0-6 15,-9 0-5-15,-13 0-5 16,-10-1-8-16,-9-19-17 16,0-8-29-16,0 13-33 15,-18-5-66-15</inkml:trace>
  <inkml:trace contextRef="#ctx0" brushRef="#br0" timeOffset="117257.0925">15919 12129 80 0,'13'-2'98'0,"-13"2"-72"16,0 0 21-16,0 0 4 16,0 0-30-16,0 0-14 15,0 0 3-15,0 0 1 16,4 0-1-16,-4 0 2 15,7 0 1-15,10 0-3 16,15 0-2-16,20 0 17 16,16 0 6-16,16 0-5 15,19-6-3-15,10-5-1 16,18-2-3-16,13-6-1 16,-2 3-1-16,-7-4-3 15,-11 5-2-15,-27-6-4 16,-18 8-5-16,-19 6 4 0,-28-1-6 15,-17 5 0-15,-11 3-1 16,-4 0 1-16,0 0 0 16,0 0 0-16,0 0-1 15,0 0-1-15,0 0-1 16,0 0 1-16,0 0 0 16,0 0 1-16,0 0-2 15,0 0-1-15,0 0-4 16,0 0-6-16,0 0-4 15,0 0-9-15,0 0-13 16,0 0-17-16,-23 0-26 16,4 0-16-16,-3 0-55 0</inkml:trace>
  <inkml:trace contextRef="#ctx0" brushRef="#br0" timeOffset="117836.0729">17560 12798 152 0,'-24'0'85'0,"24"0"-69"0,0 0 52 16,0 0-4-16,11 0-36 16,38 0 3-16,16-7 11 15,14-4-19-15,5-1-6 16,-5 4-2-16,-6-2-1 15,-4 3-3-15,-3-1-6 16,-6-1-2-16,-15 4-1 16,-17 0 0-16,-9-1-1 15,-10 6 0-15,-9 0 0 16,0 0-1-16,0 0-8 16,0 0-8-16,0 0-11 15,0 0-14-15,0-4-30 16,0-3-21-16,0 5-125 0</inkml:trace>
  <inkml:trace contextRef="#ctx0" brushRef="#br0" timeOffset="118290.5166">18789 12362 216 0,'11'-12'111'0,"-7"12"-111"15,-4 0 26-15,0 0 23 16,0 0-37-16,0 0-11 16,4 0-1-16,5 12 3 15,2 25 4-15,-7 15 7 16,0 18-6-16,-4 14 2 15,0 8-1-15,0 9-2 16,0-8-4-16,0-2-2 16,0-22-1-16,0-16 1 15,0-20 0-15,-4-11 0 16,4-13-1-16,0-3 0 16,0-3 0-16,0-3-6 15,0 0 0-15,0 0 0 16,0 0-1-16,0 0 2 15,0 0-3-15,0 0-7 0,0 0 0 16,0 0-1-16,0 0-5 16,0 0 1-16,0 0 1 15,0 0-14-15,0-3-21 16,0-5-16-16,0 1-46 16</inkml:trace>
  <inkml:trace contextRef="#ctx0" brushRef="#br0" timeOffset="118934.5738">19091 12042 92 0,'0'-11'75'0,"0"11"-46"15,0 0 24-15,0 0-2 16,0 0-31-16,0 0-13 15,0 0 2-15,0 4 0 16,-6 23-3-16,-16 15 13 16,-10 17 7-16,-6 2-12 0,1 10 7 15,1 8-7-15,4 6-6 16,4-2-3-16,8 4 8 16,8-3-2-16,12-6-6 15,0 1 4-15,0-8-3 16,0-6-2-16,8-8-1 15,20-11 1-15,0-12-3 16,0-5 2-16,-5-14-1 16,-1-3-2-16,1-7 0 15,1-1-11-15,0-2-14 16,8-2-20-16,9 0-17 16,19 0 5-16,-41-13-62 15,9-5-77-15</inkml:trace>
  <inkml:trace contextRef="#ctx0" brushRef="#br0" timeOffset="119235.022">20280 12348 246 0,'8'-15'51'0,"-8"15"-21"16,0 0 24-16,0 0-26 16,0 15-27-16,-4 27 0 0,-39 19 14 15,-17 5 4-15,-13 8-14 16,-6 1 0-16,-5 2-5 16,7-4 1-16,2-6 1 15,19-9-2-15,11-6-12 16,13-16-20-16,8-14-3 15,9-10-33-15,15-12-24 16,0 0-48-16</inkml:trace>
  <inkml:trace contextRef="#ctx0" brushRef="#br0" timeOffset="119482.0826">19728 12414 54 0,'33'22'64'16,"3"37"-11"-16,3 8 19 16,10-2 5-16,7-4-34 15,-1 1-8-15,1-3-4 16,-4-3-10-16,-12-5-8 16,-7-8-11-16,-14-9-1 31,-6-13-1-31,-13-9-14 0,0-5-17 0,0-4-18 15,0-3-22-15,0 0-53 16,0 0 6-16</inkml:trace>
  <inkml:trace contextRef="#ctx0" brushRef="#br0" timeOffset="119820.2716">19377 12200 141 0,'-13'-12'87'0,"13"12"-58"16,0 0 23-16,17-4-15 15,54 2-1-15,25-3 18 0,20-2-16 16,13 0-10-1,-5 1-2-15,-8-2-12 0,-13 3-3 16,-26 2-1-16,-21 0-8 16,-13 0-1-16,-26 3-1 15,-6 0-2-15,-7 0-12 16,-4 0-15-16,0 0-14 16,0 0-17-16,9 0-12 15,-9 0-31-15,0 0-36 16</inkml:trace>
  <inkml:trace contextRef="#ctx0" brushRef="#br0" timeOffset="120194.3688">20769 11912 176 0,'0'0'65'15,"19"0"-64"-15,17 20 38 16,12 23 16-16,12 11-28 16,-7 14-4-16,-1 5 0 15,-9 12 1-15,-11 1-2 16,-24 2-12-16,-8 0-3 16,0 0-3-16,-15-5 0 15,-34-3-1-15,-11-1 0 16,-15-4-3-16,-9-4 2 0,7-1-2 15,-2-4 2-15,19-12-1 16,15-11-1-16,6-16 0 16,22-7 0-16,6-14 0 15,11-2 0-15,0-2 0 16,0-2-1-16,0 0-6 16,0 0-11-16,0-18-21 15,0-4-45-15,-4-2-65 16</inkml:trace>
  <inkml:trace contextRef="#ctx0" brushRef="#br0" timeOffset="120982.4914">21176 11500 198 0,'0'-13'42'0,"17"-1"-26"16,54-2 45-16,13-1-28 15,-3 7-11-15,-1 1-3 16,-12 3 1-16,-12 5-2 16,-20 1-14-16,-16 0-4 15,-5 0-3-15,-11 0 2 16,-4 11-4-16,0 21-3 0,-19 9 1 16,-37 8-6-1,-17 1-1-15,2-1 1 16,3-4 4-16,8-6 5 0,12-5 3 15,16-9 1-15,15-5 0 16,6-4 0-16,11-5 0 16,0 3 2-16,0 0 2 15,0 3 3-15,35-2 9 16,18 1 5-16,14-5 3 16,6-2 3-16,-5-9-5 15,-12 0-3-15,-17 0-11 16,-18 0-8-16,-6 0-6 15,-11 0-35-15,-4 0-40 16,0 0-67-16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34:08.65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17689 5628 127 0,'-5'5'71'15,"1"-5"-52"-15,0 0 23 16,4 0 17-16,-5 0-21 16,5 0-21-16,0 0-1 15,-4 0-1-15,4 0 3 16,-6 0-7-16,1 4-1 15,1-4-3-15,0 2 1 16,-5-2-2-16,-6 0 0 16,-2 0-4-16,-6 0-1 15,-1 0 0-15,-4 0-1 0,-8 0 0 16,-1 0-1-16,5 0 1 16,-2 0 0-16,1 0 0 15,12 0 0-15,-13 0 0 16,2 0 0-16,-5 0 0 15,-4 0 0-15,-6 0-1 16,-4 0 2-16,-3 0-2 16,-6 0 1-16,0 0 0 15,-11 11 0-15,3 2 0 16,-1 0 2-16,2 0 7 16,7 2 0-16,11-4-2 15,10-4-2-15,3 2 0 16,8-4 3-16,0 1-3 15,5 1-2-15,1-1 0 16,-1 2-3-16,-1-1 1 0,7-1-1 16,2-3 1-16,-9 6-1 15,7-4-1-15,-7 5 1 16,1 2-1-16,-5 1 1 16,-9 2 0-16,1 3 0 15,-11-5 0-15,2 1 0 16,2-3 0-16,-2 0 31 15,6 2-31-15,11-1 2 16,0-6-2-16,7 4 0 16,2-3 0-16,-1-1 0 15,3 2 0-15,-2-2 0 0,2 5 0 16,-7-4 0-16,5 4 0 16,-5 3-2-16,3 0 2 15,2-2 0-15,-9 3 0 16,0-2 2-16,0 1-2 15,4-1 0-15,3-5 0 16,-3 3 0-16,9-4 0 16,-2 8 0-16,-6-1 0 15,-1 2-2-15,0 4 1 16,-1 0 1-16,1 2 0 16,0-1 0-16,1-1-1 15,6 2 1-15,-3 1-1 16,1 2 0-16,6 4 1 15,-2-1-2-15,2 2 1 0,5 1 0 16,1 0 0-16,3 2 1 16,0 8 0-16,4 6-1 15,0 4 1-15,0 3 0 16,0-2 0-16,0-1 0 16,0-2 0-1,0-3 0-15,0 1 0 0,8-7 0 16,-1 3 0-16,1 2 0 15,1-8 0-15,-5 4 1 16,3-4-1-16,-3-3 0 16,-4-1 0-16,8-4 0 15,-3 3 0-15,-1 3 0 0,7-2 0 16,-3-1 0-16,5 0 1 16,2 1 0-16,-2 0-1 15,6-3 0-15,1-1 0 16,8 2 0-16,-7-4 1 15,-2 0-1-15,9 0 2 16,-11-4-2-16,7 1 0 16,4-3 0-16,4 1 0 15,0 3 0-15,7-4 1 16,-3 0-1-16,5-2 0 16,-2 3 1-16,-3-2-1 15,5-4 0-15,-5-4 0 16,3 0 0-16,-3-1 1 0,5-3 0 15,6-1 1 1,-2 3 0-16,7-8 1 0,-1 3-1 16,1-1-1-16,-7-1 1 15,2-2-2-15,-2-1 0 16,2 0 0-16,-6 0 1 16,-5 0 0-16,7 0-1 15,-2 3 0-15,11-3 0 16,-1 0 0-16,-2 0 0 15,3 0 1-15,-1 0-1 16,-6 0 0-16,15 0 0 16,-8 0 1-16,4 0-1 0,-1 0 0 15,-3 0 1 1,2 0-1-16,1 0 0 0,5-4 0 16,-4-5 0-16,4 4 0 15,-4-5 0-15,0 0 1 16,-1-4-1-16,1-1 0 15,4-3 0-15,0-2 0 16,0 0 0-16,0-1 0 16,-4 3 1-16,0-4 0 15,-7 0-1-15,3-2 1 16,-7 3-1-16,6 0 1 16,-8-4-1-16,-2 4 0 15,0-7 0-15,6 2 0 16,0-1 0-16,-6-7 0 15,10 4 0-15,-10-4-2 0,0 1 1 16,2-2 0-16,-11 5 1 16,0 0 0-16,-8 0 1 15,-1 1-1-15,-1 2 0 16,-3-2 0-16,0-2 1 16,-2 3-1-16,-6 1 1 15,-2 2 0-15,-5 1 0 16,0 3 0-16,1-5 0 15,-5-2 0-15,0-2 1 16,0-4-2-16,0 1 1 16,0 2 1-16,0 0-2 15,0 3 4-15,0 1 0 0,-9-4 2 16,-10-3-1-16,-9 0 0 16,2-6-1-16,-8-2-3 15,2-6-1-15,-5 1 2 16,-4 4-1-16,3 4-1 15,-3-3 1-15,5 3-1 16,-1 5 1-16,3-1 0 16,2 7 1-16,4 4-2 15,-4 3 1-15,4-1 0 16,0 2 0-16,-4 2-1 16,-5 2 1-16,5-1-1 15,-4 1 2-15,-7-1 2 16,6 4-3-16,-8-6-1 15,2 2 0-15,3 4 2 16,-3 2 1-16,-2 1-1 0,-7-1-1 16,1 0 1-16,-3 3 3 15,-2 1-1-15,-4 0-3 16,-6 4 1-16,12-1-2 16,-6 4 2-16,4-7-2 15,9 7 0-15,11 0 0 16,3 0 0-16,6 0-1 15,3 0 1-15,0 0 0 16,-4 0-1-16,-4 0 1 16,-4 0-2-16,-11 0 1 0,-3 0 1 15,7 10 0 1,3-3 0-16,16-3 0 0,7-2 0 16,6-2 3-16,7 0-3 15,0 0 1-15,-1 0 0 16,1 0 0-16,4 0 0 15,-6 0-1-15,6 0 0 16,-5 0 1-16,5 0-1 16,0 0 0-16,0 0 0 15,0 0 0-15,-4 0 0 16,4 0 1-16,0 0-1 16,0 0 1-16,0 0-1 15,-4 0 0-15,4 0 0 16,0 0 0-16,0 0 0 15,0 0 0-15,0 0 1 0,-9 0-1 16,5 0 1-16,-11 0-1 16,2 0 1-16,-2 0-1 15,-2 0 0-15,2 0 1 16,-9 0-1-16,1 0 0 16,-10 0 0-16,-7-6 0 15,-1-1-1-15,-6 0 1 16,6 4 0-16,-2-1-1 15,11 0 1-15,4-1 0 16,11 3 0-16,2-2-1 16,6 2 1-16,3 2-1 15,-3-2 1-15,5 2 0 0,0-3-1 16,4 3 0-16,0 0 1 16,0-3-1-16,0 3 1 15,0 0 0-15,0-3 0 16,0 3-1-16,0-2 0 15,0-2 1-15,0 4-2 16,0-2-1-16,0-2 1 16,0-3 1-16,0-5 0 15,0 4 0-15,0-10-1 16,0 5 0-16,0-7 0 16,0 4 1-16,0-1 0 15,0 0-2-15,0 6 3 16,0-7-1-16,8 5 0 0,7 2 0 15,-6 1 0 1,-1-4 0-16,7 1-1 0,5 0-1 16,-3-5-1-16,2 7-1 15,-6 4 0-15,-2-2 3 16,2 4 1-16,-9 2-1 16,-4 1 1-16,4 2-1 15,-4 0-1-15,11-3-1 16,-2 0-2-16,3-2 2 15,-1-3 1-15,2 3 2 16,-9 1-2-16,7 2 0 16,-7 2-6-16,1 0-5 15,-1 0-8-15,-4 0-16 16,4 0-13-16,11 0-10 0,-10 7 2 16,3 7-71-16</inkml:trace>
  <inkml:trace contextRef="#ctx0" brushRef="#br0" timeOffset="55306.2903">4305 11814 241 0,'0'-10'46'16,"0"10"-31"-16,0 0 39 15,0 0 0-15,0 0-26 0,0 0-11 16,0 0 6-16,0 0 0 15,0 0-6-15,0 0-3 16,0 0-7-16,0 8-7 16,0 30-1-16,0 35-1 15,6 41 2-15,11 37 8 16,3 30-3-16,1 30 3 16,5 29 0-16,-7 15 0 15,13 16 5-15,9-3-7 16,-2-19-2-16,8-11 7 15,-6-28-7-15,2-19 2 16,-15-20-1-16,-1-24 0 16,-7-21-5-16,-10-22 1 15,8-20-1-15,-8-6 0 16,1-21 0-16,-2-11-1 0,-1-16-10 16,-1-17-13-16,-3-7-2 15,-4-6-5-15,0 0 2 16,0 0 1-16,0 0-9 15,0-26-15-15,-11-19-24 16,3 21-41-16,-5 3-62 16</inkml:trace>
  <inkml:trace contextRef="#ctx0" brushRef="#br0" timeOffset="55993.4127">3157 15607 171 0,'0'10'12'0,"28"1"10"16,43-3 45-16,26-5-20 15,31-3-15-15,25 0-1 16,31 0-2-16,35-22-4 16,21-10-9-16,32-5 5 15,24 0-10-15,33-1 1 16,39-9-4-16,27-1-1 16,15-9 4-16,12 0-3 15,-6-6-6-15,-17 7 2 0,-25 4 3 16,-46 6-6-16,-47 5 0 15,-58 7 1-15,-62 8-1 16,-50 7-1-16,-49 8 1 16,-25 7-1-16,-18-3 1 15,-10 4 0-15,-3 3-1 16,7-1 0-16,2-6 0 16,9 3 1-16,-1-5-1 15,5 4 0-15,-11 3 0 16,7 0 0-16,-9-1-2 15,-11 3-3-15,0-4 1 16,-4 4 0-16,0 0-1 16,0 0-6-16,0 0-2 0,0 0-15 15,0 0-20 1,0 0-12-16,-19 0-37 0,-9-5-136 16</inkml:trace>
  <inkml:trace contextRef="#ctx0" brushRef="#br0" timeOffset="57752.2767">3850 15251 90 0,'0'13'55'0,"0"-13"-51"15,0 4 24 1,0-3 0-16,0 2-7 0,28 0 8 16,4 2 3-16,7-3-7 15,6 2-1-15,11-1-4 16,4-3-12-16,15 1 2 15,13 2 2-15,6-3-2 16,9 0-1-16,19 0 0 16,-8 0-3-16,13-3 3 15,-10-12-2-15,-9-3-3 16,-5-5-1-16,-20 1-1 16,-18-2 0-16,-7-5 3 15,-13 4 2-15,-9 0 4 16,-2-9-1-16,-1-3-2 0,5-7 1 15,7-6-6-15,2-7 0 16,1-6-2-16,1-1 1 16,5-8 0-16,-9-4 0 15,2 4-1-15,-11 4-1 16,-1 1 1-16,-8 9 0 16,-3 3-1-16,2 4 0 15,-5-1 1-15,-4 6-1 16,3-2 0-16,3-5 0 15,-1 3 0-15,6-7 0 16,10 0 0-16,-1-8 0 16,3 7-1-16,-3-4 1 15,1 8 0-15,-1 1 0 0,-9 7-1 16,6 9 1-16,-12-3 0 16,5 10 0-16,-9-3 0 15,10-2 0-15,-1-1 0 16,1 1 0-16,4-1 0 15,1 1 1-15,-1 2-2 16,2-2 1-16,-2 3 0 16,0 2 1-16,1-3-1 15,3 6 0-15,7 0-1 16,-2 0 0-16,12 1 1 16,-8 1 0-16,3 2-1 15,-6 1 1-15,1 8 1 0,-6-1-1 16,-5 2 0-16,0-1 1 15,0 0-1-15,3 0 0 16,5-1 1-16,5-1-1 16,11-3 0-16,9 0 1 15,10-4-1-15,13-1 0 16,4-2 0-16,15-7 0 16,5 0 1-16,-7 0-1 15,-5 7 0-15,-16 0 0 16,-9 8 0-16,-10 3 0 15,-16 1 0-15,-2 6 0 16,-13-1 0-16,-6 3 0 16,0 0 0-16,-6 1 0 15,5 0 0-15,8-4 0 16,8 1 1-16,21-3-1 0,20-5 1 16,8 1 1-16,17-8 5 15,-6 2-5-15,13-1 0 16,0 1-2-16,-2 2 0 15,-16 2 1-15,-18 6-1 16,-25 1 1-16,-18 4-1 16,-18 3 1-16,-15-2 0 15,5 2 2-15,-5-1 9 16,3 4-5-16,-3 0-6 16,5 0-1-16,-9-1 0 0,4 1 0 15,-4 0 0 1,4 0 0-16,-4 0 0 0,0 0 1 15,0 0-1-15,0-2 0 16,0 2-1-16,0 0 1 16,0 0-1-16,0 0-8 15,0 0-3-15,0 0-4 16,0 0-6-16,0 0-11 16,-21 0-26-16,1 0-31 15,-3 0-67-15</inkml:trace>
  <inkml:trace contextRef="#ctx0" brushRef="#br0" timeOffset="58429.3072">9450 12883 206 0,'-8'-7'111'15,"1"7"-98"-15,7 0 29 16,-4 0 10-16,4 0-45 16,-4 33-7-16,-1 26-2 15,5 24 2-15,0 9 11 16,-4-6-4-16,0-11 1 16,-7-12-8-16,7-13 2 0,0-12-1 15,-1-14-1 1,5-15-1-16,0-5-16 0,0-4-39 15,0 0-29-15,0-13-22 16,0-11-30-16</inkml:trace>
  <inkml:trace contextRef="#ctx0" brushRef="#br0" timeOffset="58687.4225">9043 12756 14 0,'-37'-10'204'0,"37"7"-179"16,0 0 19-16,0 3 13 16,0 0-27-16,35 0-8 15,20 0 18-15,10 0-11 0,10 0-6 16,0 0-8-16,17 0-7 16,3 0-5-16,-3 0-1 15,-4 0-2-15,-11 0 0 16,-17 0-13-16,-17 0-22 15,-15 0-17-15,-20 0-9 16,-8 0-33-16,0 0-22 16,-4 0-25-16</inkml:trace>
  <inkml:trace contextRef="#ctx0" brushRef="#br0" timeOffset="58957.8585">9105 13064 102 0,'0'26'41'16,"0"-23"9"-16,47-1 31 15,24 1-19-15,8-3-11 16,9 0-9-16,-15 0-4 16,2 0-12-16,-4 0-4 15,-22 0-5-15,5-3-7 16,-18-2-5-16,-6 0-3 15,-4 2-1-15,-11 1-1 16,-4-3-2-16,-2 4-24 16,3-9-23-16,-1-3-22 0,-11 8-17 15,4-2-80 1</inkml:trace>
  <inkml:trace contextRef="#ctx0" brushRef="#br0" timeOffset="60008.1056">10190 13221 178 0,'7'-6'50'0,"-5"6"-20"0,-2 0 27 15,6 0-28 1,-6 0-24-16,0 0-3 0,0 14 1 15,0 12 3-15,0 8 10 16,0 3-5-16,-34 2-4 16,4-4 0-16,-4 4-5 15,1 1 2-15,-3-8-4 16,8-3-1-16,5-9-16 16,10-7-19-16,2-7-16 15,7-6-18-15,4 0-41 16</inkml:trace>
  <inkml:trace contextRef="#ctx0" brushRef="#br0" timeOffset="60204.2677">9950 13247 129 0,'0'-4'37'16,"0"4"-24"-16,13 12 51 15,19 27-10-15,2 4-21 16,-4 3-18-16,-10-2-10 15,-1 2 0-15,-4-6-4 16,-6 1-1-16,4-3-30 16,2-9-17-16,-11-25-71 15,0-4-5-15</inkml:trace>
  <inkml:trace contextRef="#ctx0" brushRef="#br0" timeOffset="63442.5512">5347 15044 100 0,'-8'-6'72'0,"6"4"-60"0,2 0 32 15,0-1-1-15,0 0-29 16,0 0-2-16,0 3-6 16,0-3 6-16,0 3 0 15,0 0-3-15,10-2 0 16,20 2-1-16,15-3 2 16,11 0-4-16,-4-3-2 15,-1 2-3-15,-2-2-1 16,3-2 0-16,4 1 0 15,-9 0-8-15,-6 3-16 16,-7-6-29-16,-6 3-12 0,-28 4-14 16,0 1-63-16</inkml:trace>
  <inkml:trace contextRef="#ctx0" brushRef="#br0" timeOffset="63779.4142">5622 14599 109 0,'-4'-5'97'15,"4"3"-74"-15,0-7 7 16,36 2 20-16,30-2-16 16,10-6-16-16,7 5-1 15,-8-4 1-15,7 4-12 16,-11 1-5-16,-7 2-1 16,-8 1 0-16,-1 0-6 15,-1 4-20-15,-18-7-27 16,-5 0-22-16,-31 3-16 15,0-3-61-15</inkml:trace>
  <inkml:trace contextRef="#ctx0" brushRef="#br0" timeOffset="64078.9368">6014 14081 112 0,'80'-21'49'15,"3"3"-31"-15,1 3 34 0,-7 1-7 16,-2 3-24-16,-13 3-17 15,-14 0-2-15,-3 2-2 16,-15 1 0-16,2 2-8 16,-9-2-34-16,-23-1-35 15,0 1-37-15</inkml:trace>
  <inkml:trace contextRef="#ctx0" brushRef="#br0" timeOffset="64386.8392">6375 13500 10 0,'0'-27'171'0,"19"2"-141"15,45-2-1-15,11 6 17 16,15-3-25-16,5 4-7 16,-3 5-4-16,2 0-2 15,-8 4-5-15,-11 6-3 16,-6-1 0-16,-9 4 0 16,-4 0-16-16,-7-4-23 0,-2-3-27 15,-38 3-15 1,-9 0-59-16</inkml:trace>
  <inkml:trace contextRef="#ctx0" brushRef="#br0" timeOffset="64665.0792">7010 12947 93 0,'0'-8'31'0,"55"0"3"0,27-7 24 15,16 4-20-15,-1-4-9 16,8 1-7-16,-11 1-1 16,-12-2-13-16,-11 3-4 15,-16-2-4-15,-9 5 0 16,-10 1-11-16,-8 2-32 15,-28 5-26-15,0-4-24 16</inkml:trace>
  <inkml:trace contextRef="#ctx0" brushRef="#br0" timeOffset="64926.4963">7612 12558 130 0,'22'-24'36'0,"33"5"0"16,14-4 24-16,4 8-30 16,11-1-16-16,6 0-5 15,-7 1-1-15,-12 5-5 16,0-5-2-16,-11 9-1 15,-4-3-15-15,-5 0-11 16,-46 9-24-16,-1 0-45 0</inkml:trace>
  <inkml:trace contextRef="#ctx0" brushRef="#br0" timeOffset="65158.5549">8442 12295 86 0,'13'0'11'0,"71"0"22"15,19 0 16-15,6 0-13 16,-2-6-15-16,-14-5-6 16,-14 3 3-16,-23 1-3 0,-9-1-11 15,-13 2-2-15,7-2-2 16,2-3-16-16,-30 5-44 15,-3-1-12-15</inkml:trace>
  <inkml:trace contextRef="#ctx0" brushRef="#br0" timeOffset="65377.4839">9442 12076 142 0,'-7'4'51'0,"7"-4"-46"0,56 0 40 16,26 0 7 0,12 0-26-16,2-9-2 0,-8-2-11 15,-13 2-10-15,-23 0-3 16,-20 7-1-16,-13 2-10 16,-1 0-32-16,-18 0-49 15,0 0-71-15</inkml:trace>
  <inkml:trace contextRef="#ctx0" brushRef="#br0" timeOffset="342752.735">14925 10686 49 0,'9'-3'60'15,"-9"3"-37"-15,0 0 12 16,0 0-1-16,0 0-18 16,0 0-9-16,0 0 1 15,0 0 6-15,0-2-1 16,0 2-2-16,0 0-5 15,0 0 1-15,0 0-4 16,0 0-3-16,0 0 0 0,0 0-1 16,0 0-1-16,0 0-3 15,0 0 0-15,0 0 2 16,0 0-6-16,0 0-11 16,0 0-23-16,0 0-33 15,0 0-46-15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37:02.38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3121 1958 149 0,'0'-26'70'0,"0"0"-58"16,0 8 4-16,0-1 19 16,0 5-29-16,0 3-5 15,0 0-1-15,0 6 0 0,6 2 1 16,-3 3-2-16,-3 0 2 15,0 0-1-15,0 0 1 16,0 0 8-16,0 0 4 16,0 0 5-16,0 0 5 15,0 0-1-15,0 0 1 16,0-5 2-16,0-3-4 16,0-7-11-16,-9 6-3 15,-13-2 5-15,-5 3-4 16,-8 2-1-16,-1 3-4 15,-16 3-2-15,-14 0-1 16,-18 12-3-16,-8 28 2 0,0 9-2 16,19 2 1-1,28 2-1-15,23-7 1 16,16-7-3-16,6-4 3 0,0-4 0 16,0-3 1-16,28-10 0 15,6-5 0-15,3-2 1 16,-7-8-1-16,-3-3-1 15,-9 0-5-15,-16 0-13 16,-2 0-3-16,0 4 5 16,0 5-3-16,-2 19 4 15,-43 16 5-15,-13 12 12 16,2 3 1-16,4-1 0 16,10-13 5-16,18-3 3 0,15-13 6 15,5-10-4-15,4-5 4 16,0-3-1-16,24-4-1 15,8 5 0-15,0-3-7 16,13-2-4-16,11-1-2 16,8-2-7-16,9-4-33 15,0 0-17-15,9 0-27 16,-61 0-19-16,0-7-58 16</inkml:trace>
  <inkml:trace contextRef="#ctx0" brushRef="#br0" timeOffset="298.6785">3099 2395 140 0,'0'-27'92'0,"0"19"-12"16,-6 3-15-1,-5 2-24-15,11 3-12 0,0 0-16 16,0 0-13-16,0 0-7 16,0 14-3-16,28 18 9 15,7 0 1-15,-8 5 1 16,-7-6 0-16,-7-1-1 15,-7 3-1-15,-6-4 0 16,0 2-7-16,0-1-1 16,-19-6 2-16,-16-3 3 15,-1-4 3-15,6-10 1 16,-4 0 1-16,6-7 1 16,4 0 1-16,1 0-3 15,3-20-3-15,7-15-24 16,13-8-41-16,0 21-36 15,0-3-35-15</inkml:trace>
  <inkml:trace contextRef="#ctx0" brushRef="#br0" timeOffset="509.8904">3389 1893 71 0,'13'-21'183'16,"-13"21"-149"-16,4 0-12 15,11 42-6-15,9 22-2 16,4 12 7-16,0 8-8 0,-9-1-5 16,-6 2-5-16,-9-2-1 15,-4-1-2-15,0-6-9 16,0-5-30-16,-15-58-38 16,-2-5-56-16</inkml:trace>
  <inkml:trace contextRef="#ctx0" brushRef="#br0" timeOffset="1236.2911">3185 2498 77 0,'0'-34'127'16,"9"17"-105"-16,81 0 31 16,4 9 8-16,9 6-30 0,-15 2-17 15,-17 0-5-15,-22 9-9 16,-6 15 0-16,-13 2 0 15,-2 2 0 1,-2-1-1-16,-20-5-3 0,7-4 0 16,-13-4-4-16,0-9 2 15,0-2 0-15,0-3-1 16,0 0 7-16,0-3 5 16,0-29 1-16,0-8-6 15,0 1-3-15,0 12 3 16,0 8 0-16,9 7-2 15,25 8 2-15,9 4-1 16,2 0 1-16,2 2 0 16,-15 29-3-16,-8 6 2 0,-15-1 1 15,-5-1-3-15,-4-6 0 16,0-5-1-16,0-7 2 16,0-9 1-16,0-5 0 15,0-3 0-15,0 0 1 16,0-11 0-16,0-21-6 15,0-8-1-15,8-1 6 16,20 2 1-16,7 8-2 16,3 13 0-16,-1 5 1 15,-1 7 1-15,1 6 5 16,-5 0-2-16,-15 0-2 16,0 0 0-16,-15 11-1 15,-2 1 0-15,0-1-1 0,0-8 0 16,0 4 0-16,0-7-1 15,0 0 2-15,0 0 1 16,0 0 2-16,7 0 3 16,-1 0 5-16,16-19-8 15,-1-3-3-15,15 3-4 16,5 5 1-16,2 10 0 16,-11 4 1-16,0 0-1 15,-12 0-3-15,-7 18 5 16,-5 4 1-16,-1 6 2 15,-7-6 0-15,0 0 1 16,0-1-1-16,0-5-2 0,0 1-1 16,0-4-3-16,0 1-21 15,0-13-37-15,0-1-52 16</inkml:trace>
  <inkml:trace contextRef="#ctx0" brushRef="#br0" timeOffset="1604.9672">4923 2381 26 0,'0'-35'159'0,"-15"19"-112"16,-3 8 13-16,16 8-1 16,-4 0-35-16,4 0-14 0,-15 0-10 15,-1 19-4-15,-1 19 1 16,2 3 3-16,13-6-1 15,4-1 0-15,0-11 1 16,0-7-2-16,0-7-1 16,0-3-12-16,4-6-7 15,20 0-3-15,3 0 14 16,1-25 11-16,-6-8 2 16,-3-5-2-16,-10 2 2 15,-9 9 7-15,0 17 13 16,0 7 6-16,0 3-2 15,0 0-26-15,0 0 0 16,0 24-19-16,0 11 0 0,8 2-17 16,11-3-33-1,7-7-16-15,-19-21-2 0</inkml:trace>
  <inkml:trace contextRef="#ctx0" brushRef="#br0" timeOffset="1697.0067">4923 2381 56 0</inkml:trace>
  <inkml:trace contextRef="#ctx0" brushRef="#br0" timeOffset="2008.5571">4923 2381 56 0,'214'-32'55'0,"-253"32"-16"0,12 30 5 0,5 8-28 16,11 0-7-16,7-8 3 16,4-11-7-16,0-5 1 0,0-11-1 15,0-3 4-15,0 0 0 16,0 0 7-16,0 0-4 15,24-20 6-15,4-14-3 16,4-11-9-16,-4-14-3 16,-5-7 0-16,-12-10-1 15,-11 3 3-15,0 5 4 16,0 20 5-16,-26 21 3 16,5 13 0-16,14 14 1 15,3 0-4-15,4 0-14 16,0 14-1-16,0 35-11 15,0 14 9-15,0 17 3 16,0-1 0-16,0-9 0 0,32-5-22 16,11-9-19-16,17-5-15 15,22-17 10-15,6-15 22 16,10-19-33-16,-61 0 1 16,-14-8-30-16</inkml:trace>
  <inkml:trace contextRef="#ctx0" brushRef="#br0" timeOffset="2301.5997">5673 2371 118 0,'-47'-15'60'0,"6"15"-12"16,9 12-14-16,13 24-22 15,10 5 5-15,7 3 5 16,2-11-12-16,0-3 0 16,0-2-1-16,0-6-5 0,0-6-3 15,19-8 2-15,5-8 0 16,0 0-1-16,8 0-1 15,0-22 5-15,0-15 0 16,-4-9-1-16,-13-8-3 16,-15 1-2-16,0-1 4 15,0 2 5-15,-6 18 4 16,-22 11 3-16,15 18-4 16,0 5-8-16,-6 0-4 15,6 17-9-15,-2 28-31 16,2 21-10-16,13-40-38 15,0-2-39-15</inkml:trace>
  <inkml:trace contextRef="#ctx0" brushRef="#br0" timeOffset="2540.3522">6046 2716 87 0,'0'11'95'16,"0"-11"-18"-16,0 0 7 15,-10-17-31-15,-16-13-16 16,-2-5-7-16,0-3-1 16,5-2-6-16,10-5-6 15,13 5-15-15,0 0 0 16,0 7-2-16,19 1-5 16,30 7-1-16,11 8-22 15,1 10-23-15,9 7-22 0,-42 0-55 16,-6 0-75-16</inkml:trace>
  <inkml:trace contextRef="#ctx0" brushRef="#br0" timeOffset="2991.8597">7166 2398 136 0,'-24'0'115'15,"24"0"-99"-15,0 38 3 16,0 18-16-16,20 23 13 0,-3 12-3 16,-2 1-4-16,-2 0 6 15,-2-7-3-15,-11-15-8 16,0-14-3-16,0-20 0 16,0-16 0-16,0-14 1 15,0-6 3-15,0 0 1 16,0-20 24-16,0-32-5 15,-11-24-10-15,-6-14-13 16,-15-13 0-16,8-12-2 16,0 8-1-16,16 11-4 15,8 22 2-15,0 20-2 16,40 17 0-16,31 9 1 16,6 12 4-16,-1 14 0 0,-16 2 2 15,-13 0-2-15,-19 18 0 16,-18 18 0-16,-10 5-1 15,0 8 1-15,-17 3-3 16,-30-5 1-16,-2-2-5 16,6-11-11-16,6-6-6 15,16-13-16-15,14-15-44 16,7 0-44-16</inkml:trace>
  <inkml:trace contextRef="#ctx0" brushRef="#br0" timeOffset="3591.3568">7694 1882 142 0,'40'-51'107'15,"-40"51"-66"-15,0 0 18 16,0 0-24-16,0 17-35 16,0 28-4-16,0 23 4 15,5 7 16-15,-1 11-9 16,-4 0-3-16,11-8-3 15,-7-4 0-15,5-12-1 16,1-13-2-16,8-10-20 16,1-15-7-16,-2-11-16 15,2-10-29-15,9-3 17 16,0-13 19-16,6-34 3 16,-4-19-8-16,-2-2 13 15,-2 7 30-15,-15 17 17 0,-1 20 38 16,-10 18 1-16,0 6 2 15,7 0-19-15,-5 0-31 16,11 22 2-16,2 6 18 16,2 2-16-16,2-6-3 15,1 0-1-15,-7-7-1 16,8-4-2-16,-15-6 0 16,3-4-1-16,-3-3 0 15,1 0 0-15,-5 0-2 16,2 0 4-16,9 0 2 15,6-21 12-15,9-19 0 16,5-7-15-16,-6 4-2 0,-12 16-1 16,-6 10-2-16,-9 16 1 15,0 1 9-15,0 0-8 16,0 0-2-16,0 15-13 16,4 15 7-16,5-1 6 15,2 5 4-15,-3-10-1 16,1-3-1-16,2 4 0 15,1-10-2-15,1 8-10 16,13-3-37-16,4-4-31 16,-13-16-31-16,5 0 51 15</inkml:trace>
  <inkml:trace contextRef="#ctx0" brushRef="#br0" timeOffset="3981.9615">8734 2225 88 0,'0'-36'104'0,"0"30"-37"15,0 5 13-15,0 1-39 16,-2 0-22-16,-24 0-15 16,-4 18-4-16,-11 12 0 15,9 0 3-15,13-4-1 16,2-6-2-16,8-9 0 16,9-6-2-16,0 1 2 15,0-2-5-15,0 10-14 16,43 0 3-16,-2 5-1 15,8 6 1-15,3 5-5 16,-20 15-13-16,0 13-10 16,-17 9 24-16,-15 1 17 0,0-3 3 15,0-10 3-15,-28-8 14 16,-15-13-1-16,2-7 23 16,7-7 0-16,6-9-5 15,9-7-5-15,2-1-4 16,0-3-6-16,-3 0-11 15,3 0-3-15,-2-3-5 16,-3-30-1-16,-1-12-24 16,10-20-16-16,13-14-28 15,0 43-32-15,0 1-90 16</inkml:trace>
  <inkml:trace contextRef="#ctx0" brushRef="#br0" timeOffset="4542.0789">8835 2200 145 0,'23'-18'100'16,"-23"18"-52"-16,0 0 16 16,0 0-32-16,0 20-25 15,0 27-1-15,0 10 15 16,0 5-12-16,0-8-2 16,0-9-5-16,0-5-2 15,9-8-3-15,10-15-25 16,1-6-19-16,3-11-19 15,7 0-20-15,4-24 21 16,-1-27-3-16,-5-7 30 0,-11-16 33 16,-2-1 5-16,-5 9 40 15,-7 19 17-15,-3 26 22 16,0 18-6-16,0 3-15 16,6 0-16-1,-6 3-17-15,2 29-22 0,5 21 10 16,-7 3 3-16,4-4-1 15,2-7-11-15,-6-14-2 16,2-9-1-16,-2-11-1 16,7-6 1-16,-5-5-1 15,2 0 1-15,11 0 3 16,5-3-3-16,14-30 0 16,5-10-2-16,8-8-3 0,-11 8-11 15,-19 14 2 1,-6 22 6-16,-11 7 5 0,0 0 2 15,0 0 0-15,0 22 0 16,0 10 0-16,0 0 3 16,0 1 6-16,0-8 6 15,0-7-3-15,0-5-3 16,0-1-5-16,0-6-2 16,4-3-2-16,1-1 0 15,-1-2-19-15,0 0-29 16,-4 0-35-16,0 0-42 15</inkml:trace>
  <inkml:trace contextRef="#ctx0" brushRef="#br0" timeOffset="4717.1271">8985 1844 190 0,'-7'-11'92'0,"7"11"-77"15,0 0 34-15,0 0-21 16,0 0-28-16,24 0-3 16,-13 9-29-16,6 4-101 15</inkml:trace>
  <inkml:trace contextRef="#ctx0" brushRef="#br0" timeOffset="5219.2921">10259 2159 99 0,'0'-19'138'15,"0"17"-91"-15,0 2 14 16,0 0-33-16,-32 0-22 0,-13 21-6 16,-11 28-2-16,-4 7 1 15,8 5 0-15,20-12 1 16,13-12 0-16,15-6 3 16,4-13-2-16,0-7 0 15,0-9-1-15,0-2-1 16,19 0-1-16,17 0 0 15,16-18 2-15,8-23 0 16,4-10 0-16,-8-9-6 16,-15 8 0-16,-18 12 3 15,-10 18 3-15,-13 16 9 16,0 6 21-16,0 0 10 0,0 0-26 16,0 3-14-16,0 19-3 15,0 13 3-15,0 3 0 16,5 0 1-16,14-1-1 15,4 0 0-15,10-6-19 16,7-7-36-16,16-5-34 16,-28-19-32-16,0 0 9 15</inkml:trace>
  <inkml:trace contextRef="#ctx0" brushRef="#br0" timeOffset="6014.8989">11007 2124 143 0,'11'0'23'16,"6"38"30"0,3 16-1-16,-1 1-12 0,2-7-7 15,-6-11-9-15,-6-9-19 16,-5-14-3-16,3-6 0 16,-7-5-1-16,0-3 1 15,4 0 2-15,0 0 3 16,9-14 4-16,-2-18 14 15,2-12-23-15,0-8-1 16,2 4-1-16,-2 15-1 16,-3 19-1-16,-1 13-2 15,4 1-3-15,8 0 0 16,1 12 0-16,5 16 2 16,1 7 5-16,-10-7 1 15,-10-7 0-15,-6-8 1 0,-2-10-2 16,0-1 0-16,0-2 3 15,5 0 1-15,-1 0 2 16,4 0 3-16,-3 0 4 16,5-16 10-16,-1-17-14 15,10-4-9-15,9-1-5 16,-6 8-3-16,1 15-3 16,-8 9 8-16,-10 6 1 15,-5 0 0-15,0 0-4 16,8 21-1-16,7 13 7 15,2 11 2-15,3-2-2 16,-3-5-2-16,6-5-11 0,1-8-6 16,-5-16-19-16,-6 0 20 15,2-6-29-15,-6-3 23 16,4 0 15-16,2-3 9 16,4-24 8-16,0-16-3 15,3-8 2-15,-14 2 2 16,-4 7-4-16,-4 21 7 15,0 12 13-15,0 9-1 16,0 0-17-16,0 15-7 16,0 22-10-16,0 7 10 15,16-7 3-15,11-1 4 16,8-12 7-16,-1-7 7 16,2-6 13-16,-8-8-25 0,-4-3 5 15,-11 0-5 1,2 0-3-16,4 0 2 0,-6-22 0 15,-4-11-3-15,-9-3-3 16,0-7-2-16,0-3-9 16,-45 8 0-16,-7 6 1 15,1 18-8-15,-1 14-6 16,-6 0-12-16,7 14-21 16,31 5-57-16,12-3-37 15</inkml:trace>
  <inkml:trace contextRef="#ctx0" brushRef="#br0" timeOffset="6374.4841">11943 2355 99 0,'23'19'28'0,"-23"-19"24"16,0 0 9-16,0 0-11 15,0 0 5-15,0 0-4 16,0 0-6-16,5-3-3 15,3-19-10-15,1-16-21 16,6-9-11-16,2 4 0 16,2 4 0-16,0 10-3 15,-6 16 1-15,-2 8-1 16,-11 5 0-16,9 0-1 0,-1 0-5 16,7 9 2-1,2 15 4-15,3 8 3 0,-7 4 1 16,-3 4 1-16,-1 1-2 15,-5-6 0-15,5 2-4 16,10-6-4-16,0-6-27 16,-6-10-24-16,6-4 6 15,-8-11-14-15,6 0-15 16,-12 0 12-16,3-4-1 16</inkml:trace>
  <inkml:trace contextRef="#ctx0" brushRef="#br0" timeOffset="6591.3216">12507 1709 238 0,'0'-41'78'0,"0"41"-43"15,4 27-17-15,5 32-9 16,1 24 29-16,3 9-2 16,-9 11-8-16,1-2-12 15,-5-2-8-15,0-6-8 16,0-12-1-16,0-5-24 15,0-19-26-15,-22-14 1 16,-6-12-13-16,1-20-9 16,7-11-43-16,12-3-2 15</inkml:trace>
  <inkml:trace contextRef="#ctx0" brushRef="#br0" timeOffset="6749.3831">12299 2295 64 0,'-22'-74'77'0,"22"47"-12"0,0 11 3 16,9 9-29-16,38-2-17 15,15 4 2-15,18 1-10 16,7 4-3-16,-3 0-8 16,-11 0-2-16,-21 0-1 15,-16 15-25-15,-12 10-39 16,-24-16-48-16,0 0 6 16</inkml:trace>
  <inkml:trace contextRef="#ctx0" brushRef="#br0" timeOffset="7746.3797">12839 2308 83 0,'9'17'52'15,"1"-17"9"-15,-5 0 2 16,5 0-15-16,3 0-19 16,2 0-1-16,7 0 1 0,6 0-11 15,4-17-7-15,0-2-4 16,-4 1-4-16,-4-7 1 16,-12 0-3-16,-3 4 3 15,-9 3-1-15,0 7 2 16,0 4-4-16,0 7 2 15,0 0-3-15,0 4-5 16,-13 25-3-16,-15 12 0 16,-4 6 7-16,8-2 1 15,9-4 1-15,7-1 0 0,8-3-1 16,0-7 3-16,8-4 5 16,31-9-8-16,2-6-6 15,15-9-13-15,-1-2-13 16,5 0-9-16,-4 0-14 15,0-22 4-15,-15-11 3 16,-9-4 27-16,-9-10 21 16,-14-7 0-16,-3-6 20 15,-6 11 2-15,0 17 10 16,0 15 8-16,0 16 13 16,0 1-5-16,0 0-21 15,-6 0-14-15,-11 7-8 16,-11 23-3-16,7 7 8 15,-7-1 6-15,13 0-1 16,2-1-2-16,6-3-8 0,7-3-1 16,0 0-3-16,0-4-1 15,0-7 0-15,7-7-9 16,21-3-5-16,2-8-10 16,17 0-1-16,4 0-4 15,3 0-4-15,6-26 0 16,-13-8-21-16,-6-4 31 15,-9-5 2-15,-4-6 18 16,-17 5 3-16,-11 3 24 16,0 12 4-16,0 12 16 15,0 16 2-15,0 1-5 16,0 0-16-16,-24 0-19 0,-4 21-5 16,-8 19-1-16,-7 7 2 15,6-2 1-15,10 2 1 16,18-11 0-16,5-10-2 15,4-3-1-15,0-11-1 16,0-4-2-16,4-8-4 16,9 0-4-16,15 0 1 15,4 0-4-15,11-6 0 16,2-26-6-16,6 1-3 16,-14 0 4-16,-9 10 8 15,-13 12 6-15,-11 9 3 16,5 0-4-16,6 3 3 15,8 21 2-15,5 1 2 0,-7 0 3 16,-1-10 7 0,-7-4-7-16,-13-3 1 0,0-5 1 15,0-3 3-15,0 0 7 16,0 0 6-16,0 0 4 16,0 0 1-16,0 0-1 15,0-18-3-15,0-4-8 16,0-9-9-16,0 4-7 15,0-2 0-15,15 2-1 16,6 7-2-16,-2 7-7 16,3 4-6-16,-3 4-5 15,0-2-14-15,1 0-27 0,-12 4-27 16,-3-5-66 0</inkml:trace>
  <inkml:trace contextRef="#ctx0" brushRef="#br0" timeOffset="7997.9843">14287 1754 166 0,'0'-39'55'16,"4"39"29"-16,-4 0-18 16,0 0-38-16,0 10-18 15,0 34 0-15,0 15 13 16,0 14 1-16,0 4-5 15,0 4-9-15,0-2-9 16,0-6-1-16,0-5-18 0,0-15-37 16,0-8-22-16,13-22 3 15,15-9-10-15,-17-14-4 16,-3 0-6-16</inkml:trace>
  <inkml:trace contextRef="#ctx0" brushRef="#br0" timeOffset="8301.0846">14531 2219 33 0,'24'-36'77'15,"-24"36"-13"-15,0 0-12 16,0 3-21-16,0 30-31 16,0 8 7-16,0-4 15 15,0-4 1-15,0-3 1 16,0-11-9-16,0-3 2 0,13-7 2 16,6-4-7-16,-6-3 4 15,2-2-9-15,-11 0-2 16,-4 0 0-16,5 0 0 15,-5 0 6-15,0-11 7 16,0-23-5-16,0-13-11 16,0-12-2-16,0-1 0 15,-33 4-1-15,1 10 1 16,0 20-6-16,0 15 5 16,-11 11-3-16,-11 0-11 15,-12 19-13-15,-7 25-19 16,-15 4-2-16,60-26-24 15,-4 0-63-15</inkml:trace>
  <inkml:trace contextRef="#ctx0" brushRef="#br0" timeOffset="9501.7327">1785 6209 291 0,'-15'-14'67'15,"10"14"-48"-15,5 0 50 16,0 0-34-16,0 3-35 16,0 42-1-16,0 26 1 15,9 21 9-15,15 9-1 16,-5-3 0-16,-4-8-1 15,-7-9-2-15,1-13-5 16,-5-17 1-16,3-10-1 0,-7-11-3 16,2-9-13-16,4-6-21 15,3-14-18-15,-5-1-17 16,-4 0-32-16,0-5-20 16</inkml:trace>
  <inkml:trace contextRef="#ctx0" brushRef="#br0" timeOffset="9756.5688">1568 6062 152 0,'67'-11'49'0,"5"0"-26"16,25-2 69-16,23-7-22 15,11 7-33-15,-9 0-3 16,-2 7-9-16,-23 3-14 16,-26 3-11-16,-16 0 0 15,-22 0-2-15,-8 0-23 16,1 13-30-16,-26-2-36 16,0 0-31-16</inkml:trace>
  <inkml:trace contextRef="#ctx0" brushRef="#br0" timeOffset="9950.7485">1988 6382 165 0,'61'3'48'16,"18"-3"18"-16,7-3 24 15,2-13-36-15,-13 4-21 16,-30 8-25-16,-26 4-8 15,-19 0-6-15,0 16-51 16,-19 0-53-16,-31 11-3 16</inkml:trace>
  <inkml:trace contextRef="#ctx0" brushRef="#br0" timeOffset="10169.6171">1686 7061 132 0,'56'19'74'16,"8"-19"-5"-16,18 0 38 16,3 0-32-16,-1 0-32 15,6-3-24-15,-4-2-12 16,10 2-2-16,7 0-5 16,5-2 0-16,-5-1-20 15,-11-10-28-15,2-6-29 16,-81 8-38-16,6-2-76 15</inkml:trace>
  <inkml:trace contextRef="#ctx0" brushRef="#br0" timeOffset="10459.9694">3185 5882 222 0,'-30'0'75'0,"5"0"-60"15,-3 41 14 1,-9 32-22-16,-4 23 8 0,-1 18 1 16,1 12-1-16,11 16-4 15,8-6-7-15,22-12-2 16,0-24-2-16,5-23-1 15,46-22-16-15,9-15-13 16,7-22-36-16,-40-18-46 16,-5-4-11-16</inkml:trace>
  <inkml:trace contextRef="#ctx0" brushRef="#br0" timeOffset="10942.1787">3486 6045 99 0,'-13'6'101'0,"-7"53"-93"16,5 12 30-16,11 2 2 16,4-2-13-16,0-1 3 15,0-5-7-15,4-7-8 16,31-4-7-16,1-10 0 15,5-12 0-15,6-7-2 16,5-12-3-16,3-8-1 16,3-5-2-16,-2 0-1 15,4-24-1-15,-4-22-8 0,0-12-6 16,-9-4 0 0,-15-6 4-16,-19 1 3 0,-13-3 1 15,0 2 2-15,0 9 3 16,-37 22 3-16,1 18 0 15,8 19 18-15,0 0 1 16,5 19-19-16,-5 27 0 16,-9 13 0-16,9 7 8 15,7 6 8-15,6-1-1 16,4 2-4-16,11 1-2 16,0-7-7-16,0-6 0 15,0-6-2-15,32-10-1 16,20-9-11-16,12-12-21 15,15-10-6-15,12-14-24 16,-55 0-50-16</inkml:trace>
  <inkml:trace contextRef="#ctx0" brushRef="#br0" timeOffset="11227.4569">4648 5983 88 0,'-19'-36'132'16,"-1"36"-94"-16,3 23-1 16,-11 25-11-16,-10 17 2 15,6 6 9-15,8 4 0 16,7 3-5-16,6-3 1 0,11-2-9 16,0-5-11-16,0-4-4 15,4-3-4-15,31-10-4 16,-10-8-1-16,18-7 0 15,0-11-23-15,-2-13-20 16,11-12-6-16,5 0-1 16,10-28-46-16,-43-3-24 15,3-4-16-15</inkml:trace>
  <inkml:trace contextRef="#ctx0" brushRef="#br0" timeOffset="11429.8092">5238 5955 62 0,'0'-2'141'16,"0"15"-113"0,-19 53 30-16,-26 12-5 0,4 0-20 15,2 2-4-15,-2-2-3 16,7 0-11-16,-7-1-7 16,5-6-8-16,10-13 0 15,-2-6-23-15,-6-21-16 16,6-10-17-16,19-21-57 15,7 0-43-15</inkml:trace>
  <inkml:trace contextRef="#ctx0" brushRef="#br0" timeOffset="11647.9961">4648 6168 192 0,'0'-4'10'0,"56"8"42"16,21 39 35-16,13 6-36 15,-4 1-3-15,-5 6-9 16,-6 2-19-16,-8-2-12 16,-11-5-5-16,-11-7-2 15,-7-14-1-15,-10-7-19 16,-8-17-25-16,5-6-16 16,3-4-12-16,-28-21-24 15,2-4-74-15</inkml:trace>
  <inkml:trace contextRef="#ctx0" brushRef="#br0" timeOffset="11870.6547">5669 5854 132 0,'32'18'44'16,"9"43"9"-16,13 2 19 15,-7 6-14-15,6 1-14 16,-23 1-13-16,-10 2-12 15,-20 2-12-15,0 12-5 16,0 3-2-16,-20-4 0 16,-16-6-9-16,8-25-20 15,17-18-19-15,3-21-14 16,8-16-21-16,0-2-28 0</inkml:trace>
  <inkml:trace contextRef="#ctx0" brushRef="#br0" timeOffset="12285.8564">6122 5570 169 0,'32'0'13'0,"0"0"46"15,7 16 16-15,10 26-34 0,7 12-14 16,6 11-1-16,2 13-5 16,-6 12-1-16,-4 9 2 15,-24 4-11-15,-13 9-5 16,-17 3-1-16,0 5-1 16,0-9-1-16,-41-11-1 15,0-19-1-15,3-22-1 16,10-15 2-16,11-15-1 15,4-11 2-15,-2-7 2 16,-4-3-3-16,8-1-2 16,0-1 0-16,2 0-3 15,1-1-1-15,-3-3-1 0,5 2-2 16,-5-4-10-16,-6 0-16 16,0 0-9-16,-3 0 1 15,12 0-58-15,-5 0-102 16</inkml:trace>
  <inkml:trace contextRef="#ctx0" brushRef="#br0" timeOffset="15460.3906">7503 6015 87 0,'0'-4'70'0,"0"0"-51"16,0 0 33-16,0 1 15 16,11-6-23-16,25-1-7 15,18-5 5-15,-3 0-4 16,20 4-6-16,2-3-7 16,6 1-10-16,-6 4-3 15,-6 4-4-15,-14-2-6 16,-14 6-1-16,-13 1-1 15,-24 0-13-15,-2 0-36 0,0 0-42 16,0 0-30 0,-2 0 3-16</inkml:trace>
  <inkml:trace contextRef="#ctx0" brushRef="#br0" timeOffset="15673.2581">7456 6219 112 0,'-26'21'114'16,"26"-21"-87"-16,0 0 30 16,54 0 10-16,12 0-12 15,16-5-5-15,-12-6-9 16,-10 0-16-16,-4 0-18 0,-9 4-7 16,-6 0-5-16,-4 3-26 15,5-5-31-15,-1 2-32 16,-34 1-60-16</inkml:trace>
  <inkml:trace contextRef="#ctx0" brushRef="#br0" timeOffset="16475.466">8929 4946 214 0,'-23'-8'79'0,"12"8"-22"0,2 0 23 16,-6 0-36-16,2 0-25 16,-6 0-1-16,-9 0-6 15,-13 17-9-15,-14 37-3 16,-5 30-4-16,8 30 3 16,16 22 1-16,18 18 1 15,18 12 0-15,0 14 1 16,0-2-1-16,26 7 1 15,21 4 0-15,1-9-1 16,-8-3 2-16,-3-16-1 16,-14-22-1-16,-10-16 0 15,-6-22-1-15,-7-16 1 16,0-17 1-16,-7-18 2 0,-25-4 1 16,-13-11 1-16,-11-3 1 15,-8-7-2-15,-20-3-3 16,1-6 1-16,5-5-3 15,3-9-6-15,11-2-5 16,0 0-11-16,8 0-13 16,7-26-24-16,42 3-33 15,7-2-48-15</inkml:trace>
  <inkml:trace contextRef="#ctx0" brushRef="#br0" timeOffset="17173.3203">9450 5655 176 0,'0'-5'81'15,"0"5"-37"-15,0 0 16 16,0 0-37-16,-8 26-23 16,-16 23 1-16,-8 14 0 15,8 4 3-15,1 0-3 16,6-6 4-16,17-4-3 16,0-8-1-16,0-6-1 15,4-11 0-15,28-3 0 0,5-11-1 16,-1-5 1-1,7-8-2-15,2-5-2 0,9 0-4 16,-5 0 0-16,0-27-4 16,1-11 11-16,-8-7-2 15,-1-7-1-15,-11-8 2 16,-6 0 2-16,-24 4 0 16,0 8 1-16,0 17-1 15,0 15 1-15,-24 10 9 16,9 6 4-16,-6 0-6 15,-7 9-8-15,-2 29-3 16,-17 16 0-16,-3 8 3 16,16 3 4-16,0 3 1 15,14-6 3-15,18-4-1 16,2-8-4-16,0-3-2 0,0-6-1 16,37-8-2-16,10-9-16 15,2-13-6-15,16-11-25 16,-40 0-27-16,3-3-49 15</inkml:trace>
  <inkml:trace contextRef="#ctx0" brushRef="#br0" timeOffset="17420.3461">10246 5823 172 0,'0'-2'60'0,"-2"2"-35"0,-26 45 21 15,0 12-10-15,-2 11-11 16,13-3 0-16,2-2 1 16,11-9-5-16,4-8-15 15,0-5-6-15,0-3 0 16,32-5-8-16,11-10-16 16,-5-6-10-16,14-11-8 15,4-6-23-15,-5 0-23 16,-38-20 4-16,2-5-11 15</inkml:trace>
  <inkml:trace contextRef="#ctx0" brushRef="#br0" timeOffset="17584.7912">10619 6021 34 0,'26'-55'71'0,"-26"49"2"0,0 6 20 16,0 0-28-16,0 0-21 16,-11 15-33-16,-17 24-11 15,-15 14 1-15,-2 1 3 16,-6 3-3-16,10-7-1 15,7-7 0-15,6-5-29 16,7-12-32-16,21-26-20 16,0 0-36-16</inkml:trace>
  <inkml:trace contextRef="#ctx0" brushRef="#br0" timeOffset="17781.418">10366 6145 89 0,'13'-13'104'15,"2"13"-75"-15,13 0-4 0,13 6 30 16,6 15-14-16,-2 1-12 16,6-1-16-16,-10-1-10 15,-4-5-3-15,-3-6-1 16,-13-1-15-16,5-8-5 16,-7 0-47-16,9 0-5 15,-26 0-7-15,7-14-48 16</inkml:trace>
  <inkml:trace contextRef="#ctx0" brushRef="#br0" timeOffset="17974.9341">10954 5821 72 0,'8'-9'126'0,"16"9"-118"16,8 20 57-16,9 14-9 15,-5 2-28-15,-1-3 3 16,-18 7-2-16,-17 3-15 15,0 6-7-15,0 3-7 16,-37 2-5-16,-23-3-19 16,5-4-28-16,27-38-17 15,8-4-71-15</inkml:trace>
  <inkml:trace contextRef="#ctx0" brushRef="#br0" timeOffset="18510.3136">11623 5757 92 0,'0'-46'108'0,"0"43"-77"16,0 3 47-16,-24 0-41 15,-16 10-33-15,-12 32-3 16,-4 19 4-16,7 6 2 15,6 9 5-15,15-5-1 16,15-4-1-16,13-12 0 16,0-12-6-16,7-14 2 15,23-12 0-15,6-7-3 0,3-10-2 16,-3 0 2 0,5 0-1-16,-4-21-2 15,6-14 0-15,-3-11-1 0,-5-9-8 16,-7-15-2-16,-16-18 0 15,-7-10-1-15,-5-14 3 16,0-7 2-16,0 7 4 16,-15 24-2-16,-7 34 5 15,3 28 10-15,15 24 13 16,-1 2 0-16,5 0-9 16,0 20-14-16,0 38 1 15,0 20 5-15,13 14 14 0,11 4-6 16,-5 0 0-1,0-5-2-15,-1-8-7 0,-6-2-4 16,8-14-1-16,-1-5-13 16,-2-10-28-16,11-15-15 15,17-12-9-15,-2-14 5 16,13-11-43-16,-37-3-1 16,-6-22 61-16</inkml:trace>
  <inkml:trace contextRef="#ctx0" brushRef="#br0" timeOffset="18725.4707">12183 5578 111 0,'4'-44'102'15,"-4"44"-41"-15,0 0-8 16,4 24-19-16,11 24-4 0,3 20 28 16,-3 2-25-16,-3 1-11 15,3-1-8-15,-2-8-9 16,-2-2 0-16,-7-9-5 15,1-7 0-15,1-7-16 16,-4-12-24-16,13-5-12 16,-4-11-22-16,-9-9-55 15,5 0-68-15</inkml:trace>
  <inkml:trace contextRef="#ctx0" brushRef="#br0" timeOffset="19002.2019">12187 5483 189 0,'-8'-21'110'15,"8"18"-50"-15,0 3 23 16,0-3-34-16,0 0-33 16,8-1-3-16,52-8-4 15,28 1-1-15,24 1-1 16,3 2 2-16,-9 1-3 15,-23 3-2-15,-14-2-3 16,-16 1-1-16,-18 2-1 16,-7 0-13-16,-9 3-7 15,-15 0-14-15,-4 0-11 0,0 0-21 16,0 0-36 0,-28 0-32-16</inkml:trace>
  <inkml:trace contextRef="#ctx0" brushRef="#br0" timeOffset="19242.1505">11988 5910 215 0,'0'16'16'16,"28"-16"40"-16,59 0 32 15,25-3-40-15,8-12-9 0,0-2 10 16,-8 3-16-1,-11-1-12-15,-22 7-10 0,-15-3-6 16,-8 0-4-16,-2 7-1 16,-16-1-17-16,-10 3-28 15,-4-1-23-15,-24 3-29 16,0 0-76-16</inkml:trace>
  <inkml:trace contextRef="#ctx0" brushRef="#br0" timeOffset="19641.6602">12914 6072 165 0,'0'3'83'0,"0"-3"-49"0,0 6 38 15,0 8-34-15,0 12-37 16,-13 12 4-16,-15 12 9 16,-6-3-8-16,-2 4-6 15,4-6-3-15,8-2-16 16,0-5-16-16,11-7-14 16,13-31-29-16,0 0-23 15</inkml:trace>
  <inkml:trace contextRef="#ctx0" brushRef="#br0" timeOffset="19837.0743">12691 6139 156 0,'0'-11'49'0,"0"11"-47"16,0 15 55-16,43 15-12 15,6 6-13-15,7-2 3 16,-2 2-4-16,-7-6-25 15,-4 0-6-15,2-6-5 16,2-12-32-16,-34-12-45 16,2 0-55-16</inkml:trace>
  <inkml:trace contextRef="#ctx0" brushRef="#br0" timeOffset="20090.314">13412 5663 105 0,'0'-6'98'15,"-17"6"-83"-15,-22 43 40 16,-2 14-8-16,1 9-11 16,7 2-3-16,14-1 0 15,11 0-10-15,8-15-1 16,0-5-15-16,0-9-3 15,32-12-4-15,17-5-9 16,5-13-21-16,8-8-29 16,15 0-24-16,-49-8-53 15</inkml:trace>
  <inkml:trace contextRef="#ctx0" brushRef="#br0" timeOffset="20288.5787">13972 5707 202 0,'0'0'62'16,"0"0"10"-16,0 0-9 16,0 15-36-16,-5 23-16 15,-25 12 16-15,-8 2-17 16,-9 3-6-16,1 6-4 16,-5-4-22-16,4-3-33 15,-3-15-27-15,35-35-29 16,7-4-64-16</inkml:trace>
  <inkml:trace contextRef="#ctx0" brushRef="#br0" timeOffset="20496.4012">13538 5915 50 0,'0'-16'121'16,"0"16"-91"-16,0 0 11 15,0 16 6-15,13 16 5 16,39 4-16-16,3-1 9 15,6-2-12-15,-1-3-10 16,-5-4-15-16,-5-5-6 16,-3-4-2-16,-6-3-3 15,2-5-26-15,-7-9-31 16,-32 0-34-16,1 0-66 16</inkml:trace>
  <inkml:trace contextRef="#ctx0" brushRef="#br0" timeOffset="20774.9072">14366 5504 163 0,'17'-12'68'16,"-2"12"-67"-16,18 0 66 15,7 22-7-15,16 12-23 0,4 10 4 16,-4 8 5-16,-15 8-6 15,-13 6-12-15,-13 12-8 16,-15 3-9-16,0 4-5 16,-15 0 0-16,-41-3-5 15,-9-1-1-15,5-4-3 16,9-7-9-16,10-10-19 16,0-6-17-16,37-52 18 15,-7-2-32-15</inkml:trace>
  <inkml:trace contextRef="#ctx0" brushRef="#br0" timeOffset="23948.1881">7612 9977 74 0,'-6'5'84'0,"6"-5"-42"16,0 0 9-16,0 0 7 15,-2 0-18-15,2 0-10 16,0 0 7-16,0 0 4 15,0 0-6-15,0 0-5 16,0 0-6-16,0 0-9 16,30 4-11-16,53-1 0 15,22 1 11-15,13-2-4 16,-6-2-10-16,-9 0 0 16,-11 0 0-16,-17 0-1 15,-15 0-1-15,-28 0-11 16,-19 0-15-16,-6 0-19 15,-7 6-10-15,0 4-14 16,-15-8-29-16,-18 4-49 0</inkml:trace>
  <inkml:trace contextRef="#ctx0" brushRef="#br0" timeOffset="24166.4129">7655 10241 105 0,'-36'25'89'0,"36"-20"-72"15,0 1 37-15,55 6 28 16,38-4-23-16,27-2 3 16,11-6-4-16,-3 0-11 15,-12 0-11-15,-28 0-13 16,-24 0-17-16,-16 0-5 0,-21 0-1 16,-7 0-20-1,-12 0-35-15,-8-21-30 0,0 6 17 16,0-5-81-16</inkml:trace>
  <inkml:trace contextRef="#ctx0" brushRef="#br0" timeOffset="24879.6078">6561 9231 97 0,'0'87'38'16,"0"5"-2"-16,0 7-5 15,0-7-12-15,0-12-3 16,7-12-10-16,-5-13-4 16,2-14-1-16,0-15 0 15,-4-12 1-15,5-10 0 16,-5-4 4-16,0 0 2 16,0 0 6-16,0-14 12 15,0-30-26-15,0-16-1 16,-28-12-3-16,0-11 1 15,-4-3 1-15,4-1-4 16,17 9 5-16,11 6 1 0,0 16-3 16,11 7 3-16,36 5-2 15,13 7 2-15,-4 7 4 16,-11 11 6-16,-2 9 2 16,-11 10-12-16,-4 0-4 15,4 40 3-15,0 8 1 16,-12 4 5-16,-12-9-3 15,-8-2-1-15,0-3-1 16,0 0 1-16,-41 5 1 16,-19-2-2-16,-6-2 0 15,-3-7-2-15,5-11-6 16,12-10-21-16,46-11-39 0,6 0-46 16</inkml:trace>
  <inkml:trace contextRef="#ctx0" brushRef="#br0" timeOffset="25500.01">6877 8764 94 0,'8'-24'107'0,"-8"24"-76"16,0 0 15-16,4 5-18 15,5 51-27-15,10 16 9 16,-2 22 20-16,9 2-21 16,4-4-2-16,-2-8 0 0,9-7-2 15,-5-13-1 1,-4-9-1-16,4-11-3 0,-9-12 2 16,5-13-2-16,-8-11 0 15,-12-6 0-15,1-2 0 16,-3 0 1-16,11 0 2 15,7-21 2-15,4-26 7 16,8-12-11-16,-8-8-1 16,-9 1-7-16,-10 15-3 15,-3 19 5-15,-6 18 5 16,0 11 0-16,0 3-4 0,0 0-1 16,0 0 2-16,3 27-4 15,7 5 7-15,5 1 0 16,-4-6 1-16,0-5 1 15,4-7-1-15,-4-5-1 16,-9-6 1-16,4-4 0 16,-4 0 1-16,5 0 3 15,3 0-1-15,1-4 2 16,15-24 4-16,-5-8-4 16,5-4-6-16,-7 11-1 15,-1 9-6-15,-18 13 7 16,0 7 0-16,0 0-2 15,0 0-2-15,0 15 2 16,2 15-2-16,15 1 4 0,6 0 0 16,20-3-12-16,-2-6-22 15,15-6-32-15,4-8 10 16,-41-8-10-16,0 0-35 16</inkml:trace>
  <inkml:trace contextRef="#ctx0" brushRef="#br0" timeOffset="25800.3442">7998 9214 58 0,'-40'-28'86'0,"7"19"-39"16,5 7 10-16,16 2-22 15,5 0-30-15,7 5-5 16,0 22-1-16,0 8 1 16,0 5 1-16,15 1 1 0,22 3 1 15,3 2 1-15,3-1-2 16,-4-6 0-16,-11-1-1 15,-17-2-1-15,-11-10 0 16,0-1 1-16,0-3 0 16,-11-3 1-16,-28-3 2 15,-4-5 4-15,7-4 1 16,4-7-4-16,8 0-1 16,5 0-4-16,10 0 0 15,1-31-18-15,-3-13-33 16,11-7-21-16,0 23-5 15,0 0-21-15</inkml:trace>
  <inkml:trace contextRef="#ctx0" brushRef="#br0" timeOffset="25996.5016">8159 9077 87 0,'24'-14'97'15,"-24"14"-80"-15,10 0 23 16,-1 27 6-16,0 8-2 15,-1 6-22-15,7 1-10 16,-11-3-4-16,1-4-6 16,6-1-2-16,-3-4-9 15,5-9-32-15,6-8-39 16,-10-13-13-16,2 0-31 16</inkml:trace>
  <inkml:trace contextRef="#ctx0" brushRef="#br0" timeOffset="26359.0542">8489 9125 126 0,'5'0'32'0,"1"0"1"16,3 14-8-16,10 13 23 15,-10 5 4-15,-1-1-13 16,-4-7-14-16,3-2-11 16,-5-9-6-16,-2-8-4 15,9-2-3-15,-3-3 2 16,5 0-2-16,-3 0-1 15,1 0 0-15,12-3 0 16,7-23 0-16,13-10-3 0,-9-5-2 16,-4 12-2-16,-13 10 1 15,-11 13 3-15,-4 6-3 16,0 0-3-16,0 22-5 16,5 13 14-16,-1 9 7 15,7-12 3-15,2-2 2 16,2-4 3-16,-3-8-6 15,3-5-5-15,-6-4 0 16,4-7-4-16,-9-2-4 16,7 0-15-16,-2 0-27 15,-9 0-34-15,0-8-47 16</inkml:trace>
  <inkml:trace contextRef="#ctx0" brushRef="#br0" timeOffset="26513.7333">8159 8734 302 0,'-51'-18'46'0,"42"8"4"16,-2-7-42-16,-10 6-8 16,8 8-56-16,-6 3-63 15</inkml:trace>
  <inkml:trace contextRef="#ctx0" brushRef="#br0" timeOffset="27439.4622">2295 10060 78 0,'7'0'159'16,"-7"5"-149"0,0 44-8-16,8 21 30 0,7 17-13 15,5 5-2-15,-8-2 5 16,8-9-10-16,-7-7 0 16,6-10-10-16,0-12-2 15,0-7 0-15,-1-2-1 16,-6-14-14-16,-3-8-25 15,-9-21-38-15,0 0-35 16</inkml:trace>
  <inkml:trace contextRef="#ctx0" brushRef="#br0" timeOffset="27699.5292">2385 10062 112 0,'107'-13'62'16,"-1"-5"15"-16,14 2 3 16,-9 1-29-16,-8 4-12 15,-19 4-23-15,-20 7-15 16,-14 0-1-16,-8 0-7 0,-14 0-40 15,-28 13-35 1,0-4 82-16,-15 6-124 0</inkml:trace>
  <inkml:trace contextRef="#ctx0" brushRef="#br0" timeOffset="27901.7758">2458 10381 40 0,'39'25'113'16,"32"-25"-59"-16,14 0 43 16,8 0-38-16,-5-6-10 15,-9-2-22-15,-19 5-23 16,-15 3-4-16,-11 0-5 0,-12 0-30 16,-22 28-42-16,0-10 77 15,-2 2-128-15</inkml:trace>
  <inkml:trace contextRef="#ctx0" brushRef="#br0" timeOffset="28089.5316">2578 10941 132 0,'67'20'73'16,"34"-20"20"-16,14 0-16 15,6 0-16-15,-4-7-16 16,-31-1-16-16,-15 6-20 15,-15-4-9-15,-15-2-2 0,4-3-22 16,-5-8-31-16,-33 5-30 16,-7-2-84-16</inkml:trace>
  <inkml:trace contextRef="#ctx0" brushRef="#br0" timeOffset="28756.5487">2169 9823 123 0,'0'11'57'15,"0"-11"-23"-15,21 0 28 16,28 0-12-16,9-11-3 15,26-19-9-15,10-8-10 16,7-8-2-16,24-6-5 0,1-8-8 16,7-2 0-16,15-4-5 15,-6-8 0-15,-3 4-4 16,-15 7-1-16,-25 8-1 16,-22 9-1-16,-21 7 0 15,-13 11 0-15,-15 8 0 16,-9 9-1-16,-10 6-1 15,-3 5 0-15,-6 0-2 16,22 0 0-16,-1 0-2 16,24 0 0-16,26 0 4 15,21 16 1-15,28 9 0 16,13 1 0-16,30 4 1 0,9 3 2 16,19 1-1-1,-9 2-1-15,2-1 9 0,-8 1 2 16,-23-4-8-16,-23-3-4 15,-29-9 1-15,-28-4-1 16,-36-7-1-16,-22-4-1 16,-9-2-5-16,-6-3-10 15,0 0-7-15,0 0-14 16,0 3-20-16,-28-3-18 16,-2 0-80-16</inkml:trace>
  <inkml:trace contextRef="#ctx0" brushRef="#br0" timeOffset="29208.9329">3445 10007 90 0,'-7'6'105'16,"7"5"-77"-16,0 19-1 16,0 12-23-16,0 25 10 15,0 8 19-15,0 7-6 16,0 2-4-16,0 3-6 16,0-5-1-16,0 2-1 15,7-10-3-15,10-8-7 16,7-7-2-16,3-7-3 15,10-14-1-15,6-13-18 16,13-18-31-16,-37-7 50 0,2-7-132 16</inkml:trace>
  <inkml:trace contextRef="#ctx0" brushRef="#br0" timeOffset="29677.9348">3900 10184 154 0,'-26'-17'93'16,"26"17"-86"-16,0 28 11 15,0 21 31-15,0 10-23 16,4-1-4-16,20-4-4 0,4-9-8 16,-5-9-8-16,-6-11 13 15,3-15-15-15,-16-7 0 16,7-3 0-16,-3 0 0 15,5 0-3-15,6-3 3 16,5-26-1-16,4-14 1 16,0-16-11-16,-15-2-2 15,-13-5-1-15,0 7 2 16,0 12 3-16,-20 23 9 16,-8 16 10-16,-2 8 6 15,2 0-12-15,1 32-4 16,-1 23-5-16,13 12 5 15,6 7 8-15,5 2 5 0,4-8 8 16,0-9-5-16,0-6-7 16,0-13-6-16,13-3 0 15,15-2-3-15,-1-10 1 16,6 0-1-16,-1-3-4 16,4-6-11-16,3-5-7 15,4-7-10-15,4-4 1 16,0 0-27-16,-30-7-36 15,0-12-42-15</inkml:trace>
  <inkml:trace contextRef="#ctx0" brushRef="#br0" timeOffset="30376.1148">4577 10159 140 0,'-13'-4'138'0,"13"4"-90"16,-6 0 1-16,6 0-27 16,0 4-22-16,-4 37-3 15,-9 18 3-15,-2 15 9 16,6-1-5-16,-2-6 7 15,11-2 0-15,0-12-4 0,0-7-6 16,0-6-1 0,0-4 0-16,35-11-3 0,6-12-24 15,14-11-20-15,12-2-8 16,-39 0-24-16,-7-21-44 16</inkml:trace>
  <inkml:trace contextRef="#ctx0" brushRef="#br0" timeOffset="30563.6128">5077 10114 81 0,'4'-25'119'0,"1"25"-96"0,-5 3 1 16,4 38 7 0,-4 11 21-16,0 12-19 0,0 4-8 15,-19 0-12-15,-33 0-8 16,-10-4-5-16,-7-3-9 15,41-48-46-15,11-10-73 16</inkml:trace>
  <inkml:trace contextRef="#ctx0" brushRef="#br0" timeOffset="30793.91">4740 10333 90 0,'28'-13'79'15,"13"13"-50"-15,13 16 44 16,12 17-10-16,-4 8-13 0,-15-3-14 16,-4-5-10-16,-15 2-20 15,-4-11-5-15,-11-6-1 16,2-4-12-16,4-6-15 16,-8-8-9-16,6 0-12 15,0 0-27-15,-13 0-8 16,3-14-26-16</inkml:trace>
  <inkml:trace contextRef="#ctx0" brushRef="#br0" timeOffset="30995.5522">5347 10071 100 0,'20'-20'79'16,"5"20"-50"-16,10 38 60 0,5 14-30 15,-3 7-17-15,-11 0-3 16,-14 2-3-16,-7-5-19 15,-5-7-10-15,0-3-2 16,0-10-5-16,0-5-1 16,-9-9-13-16,5-4-30 15,4-11-41-15,0-7-46 16,0 0-71-16</inkml:trace>
  <inkml:trace contextRef="#ctx0" brushRef="#br0" timeOffset="31282.302">5637 10019 120 0,'17'-33'112'0,"-2"33"-76"15,17 0 14-15,9 7 3 16,6 26-18-16,7 12-4 16,1 8-1-16,-1 11-15 15,2 10-4-15,-7 5-4 16,-12 3 13-16,-5-1-10 15,-19-2-8-15,-13-3 1 16,0-3 0-16,0-8-1 16,-9-6 1-16,-23-7-1 15,8-14-2-15,7-7 0 0,2-12-5 16,11-11-7-16,4-8-14 16,0 0-16-16,0 0-26 15,0-17-7-15,0-9-154 16</inkml:trace>
  <inkml:trace contextRef="#ctx0" brushRef="#br0" timeOffset="32221.4862">10102 8734 138 0,'0'-45'69'0,"-28"34"-45"15,-8 8 42-15,0 3-23 0,-7 0-30 16,-13 0-1-16,-8 44-1 16,-5 20-1-16,-2 23 7 15,15 14-1-15,16 18-5 16,3 20 1-16,9 12-3 15,15 12 0-15,3-1-3 16,10-7-3-16,0-4-3 16,0-13 1-16,47-5-1 15,-6-15 1-15,-5-11-1 16,-8-16 0-16,-17-14 1 16,-11-13-1-16,0-9 0 15,0-15 0-15,-20-1 0 16,-20-12-1-16,3-4-3 15,-14-10-5-15,-5-8-3 0,-4-5-1 16,0 0-4-16,-11-24-12 16,54-3-43-16,-2-4-90 15</inkml:trace>
  <inkml:trace contextRef="#ctx0" brushRef="#br0" timeOffset="32760.7307">10579 9521 112 0,'19'-12'108'0,"-19"12"-72"16,0 4 3-16,0 37-17 16,0 12-5-16,0 11 8 15,-9-5-9-15,9-3 1 16,0-5-3-16,0-17-8 16,0-6 1-16,0-9-1 15,0-9-2-15,13-4 0 16,4-6-1-16,9 0-3 0,2 0-2 15,8-16 1-15,5-19-3 16,4-9-16-16,2-13 1 16,-15-8 2-16,-14 1-3 15,-12 8 1-15,-6 22 17 16,0 17 2-16,0 14 19 16,0 3 0-16,-11 0-14 15,-17 31-5-15,1 22 0 16,-6 13 0-16,6 5 7 15,12-1 7-15,4-5-3 16,11-5-3-16,0-8-5 16,0-7-2-16,4-8-1 15,33-8-8-15,8-8-14 0,10-9-10 16,20-12-15 0,-42 0-40-16,3-12-48 0</inkml:trace>
  <inkml:trace contextRef="#ctx0" brushRef="#br0" timeOffset="32991.9915">11550 9636 159 0,'4'-35'78'0,"-4"35"-3"16,0 4-46-16,0 40-24 16,-23 16 17-16,-18 13 7 15,2-2-6-15,7-1-3 0,9-11-7 16,10-6-8-1,13-14-5-15,0-8 0 0,0-9-3 16,4-11-25-16,33-11-13 16,10 0 2-16,13 0-9 15,4-33-13-15,-36 9-39 16,0-3-21-16</inkml:trace>
  <inkml:trace contextRef="#ctx0" brushRef="#br0" timeOffset="33173.8434">12095 9638 137 0,'0'0'63'16,"0"17"-39"-16,-32 32 42 0,-15 2-32 15,-3 1-10 1,-3 0-2-16,-10-3-4 0,-1 0-14 16,8-5-2-16,5-2-2 15,14-13-14-15,9-12-34 16,28-17-43-16,0 0-63 15</inkml:trace>
  <inkml:trace contextRef="#ctx0" brushRef="#br0" timeOffset="33370.0044">11614 9705 85 0,'0'-8'97'15,"5"8"-94"-15,18 27 67 16,10 16-12-16,3-1-15 15,7 5-8-15,-2-4-3 0,-5-3-15 16,-4-2-13-16,-4-2-4 16,4-8-2-16,0-7-30 15,11-11 0-15,13-10-65 16,-39 0-35-16</inkml:trace>
  <inkml:trace contextRef="#ctx0" brushRef="#br0" timeOffset="33631.2284">12286 9571 126 0,'13'-14'32'15,"10"14"-18"-15,9 32 40 0,9 21-6 16,-4 2-1-16,-5 3-2 16,-4 4-6-16,-13 4-5 15,-15-4-11-15,0 0-9 16,0-4 0-16,0-9-9 15,-20-8 1-15,-7-8-3 16,5-5-1-16,1-9-1 16,3-5-1-16,8-8-16 15,3-3-11-15,-3-3-14 16,-8 0-10-16,14-3-38 16,-11-17-167-16</inkml:trace>
  <inkml:trace contextRef="#ctx0" brushRef="#br0" timeOffset="34972.4005">13135 9535 115 0,'-8'-11'76'0,"-16"8"-33"15,-4 3 26-15,0 0-32 16,-13 0-27-16,-6 36-6 16,-8 8 1-16,-1 8 4 0,6 4-1 15,8 4 3 1,9-6 1-16,20-2-1 0,13-9-3 16,0-9 0-16,0-4-3 15,0-17 2-15,5-1-3 16,14-6-1-16,-2-4 0 15,3-2-2-15,7 0 2 16,6-8 2-16,9-22-2 16,6-13-3-16,-5-6-2 15,-1-10-4-15,-9-12 3 16,-16-9 2-16,-6-16-3 16,-11-4 3-16,0 0-3 15,0 8 2-15,0 18 1 16,-15 22 1-16,6 18 1 0,5 23 9 15,-1 9 1-15,5 2-3 16,0 0-3-16,0 11-5 16,0 37-4-16,0 18 4 15,9 16 11-15,19 5 8 16,4-1 4-16,-4-6-2 16,-5-5-1-16,-5-5-14 15,-8-7-4-15,-1-6-1 16,-9-8-1-16,0-5 0 15,0-6-13-15,4-7-16 16,5-2-17-16,10-8-10 16,5-7-21-16,-16-14-16 15,12 0-57-15</inkml:trace>
  <inkml:trace contextRef="#ctx0" brushRef="#br0" timeOffset="36069.0638">14435 8630 184 0,'4'-14'80'0,"-4"10"-10"16,0 2 9-16,0 2-28 15,0-2-20-15,0 2-6 16,0 0-6-16,-15-5-11 15,-26 0-6-15,-10 1-2 16,-9 4-2-16,0 0 0 16,-4 0 1-16,8 0 1 15,6 0-1-15,12 0 0 16,16 4 0-16,7 6-2 0,7 0-1 16,3 0-1-16,-10 10 2 15,7-4 3-15,-5 3 0 16,-2-2 0-16,6 2 0 15,-6 4 2-15,7 2-2 16,-1 2 1-16,-1 2 0 16,5 8 0-16,-3 0 0 15,3 9 1-15,-1 7-1 16,2-1 1-16,-1 12-1 16,1 7 2-16,4 4-2 15,0 10 1-15,0 15-1 16,0 7 1-16,0 9 0 0,0 4 4 15,0 9-2-15,0 0 1 16,0 2-2-16,9 0 2 16,10-6-3-16,0 2 0 15,3-4-1-15,1-1 1 16,1-2-2-16,-1-17 3 16,-1-10-3-16,-3-24 1 15,1-4 0-15,-8-14 1 16,-3-13-1-16,-3-8 0 15,1-18 0-15,-7-11-1 16,0 3 0-16,0-4 5 16,0 3 0-16,0-3 0 15,0 0 1-15,2 0-2 0,-2 0-1 16,4 0 0 0,-4 0 0-16,5 0-1 0,-1 0 1 15,-4 0-2-15,4 0 0 16,-4 0-1-16,15 0-1 15,9 0 0-15,17 0 1 16,23 0 3-16,20-11-2 16,18 0 0-16,-1-3-1 15,9 0 0-15,-16 1 0 16,-10 2 1-16,-16 0-1 16,-16 1 0-16,-20 5 0 15,-19-4 0-15,-2 6 1 0,-11 0 0 16,0-2 1-1,4 5 1-15,-4-3 0 0,0 0-3 16,0 3 0-16,0 0 0 16,0 0-3-16,0-2 3 15,0 2 0-15,0 0 2 16,0 0-2-16,0 0 0 16,0 0-2-16,0 0-4 15,0-2-5-15,-11-1-7 16,-10-3-8-16,-22 0-17 15,-17 3-15-15,28 1-27 16,-9 0-62-16</inkml:trace>
  <inkml:trace contextRef="#ctx0" brushRef="#br0" timeOffset="37600.8068">14982 9500 191 0,'6'-17'127'15,"1"17"-88"-15,-3 0 30 0,-4 0-15 16,0 0-33-16,0 4-15 16,11 28-1-16,2 20 5 15,2 15 15-15,-13 6-8 16,-2 6-1-16,0 1-7 16,0-5-4-16,0-1-3 15,0-12-1-15,0-2-1 16,-9-9 0-16,1-10-5 15,8-12-8-15,-7-7-33 16,7-9-11-16,0-10-16 16,0-3-5-16,-4 0-49 15,2-8-71-15</inkml:trace>
  <inkml:trace contextRef="#ctx0" brushRef="#br0" timeOffset="37905.4735">14332 9415 198 0,'0'0'42'16,"0"-2"1"-16,0 2 18 0,28 0-32 15,36 0-1 1,31 0 14-16,14 0-15 0,17-3 0 15,16 1-4-15,2-4-9 16,-1 5-7-16,-7-3-4 16,-27 2-3-16,-21-2 0 15,-17 3-1-15,-31 1-14 16,-20 0-18-16,-12 0-13 16,-8 0-22-16,0 1-24 15,-8 9-27-15,-27-1-31 16</inkml:trace>
  <inkml:trace contextRef="#ctx0" brushRef="#br0" timeOffset="38201.4416">14360 9867 14 0,'-28'26'144'16,"28"-26"-127"-16,6 0 31 15,54 0 31-15,20 0-26 16,23 0-7-16,19 0-1 16,22-5-2-16,4-5-13 15,0-1-6-15,-20 0-8 16,-20 2-7-16,-27 3-5 16,-25 2-4-16,-20 1 0 15,-16 3 0-15,-16-3-15 0,-4 3-16 16,0 0-9-1,0-8-14-15,0-8-14 0,0 5-73 16,-13-3-82-16</inkml:trace>
  <inkml:trace contextRef="#ctx0" brushRef="#br0" timeOffset="38801.1305">14512 9234 155 0,'0'0'36'0,"15"0"17"15,17-9 20-15,5-3-29 16,14-8-12-16,5 0 4 16,8-9-9-16,16-3-13 15,-3-3-2-15,9-4-3 16,0 3-5-16,-7-4 1 0,-10 4-1 15,-9 4 0-15,-20 11 0 16,-12 4 0-16,-13 10 3 16,-15 3-1-16,0 2-2 15,0 2-2-15,0 0-1 16,0 0-1-16,0 0 0 16,0 0 0-16,0 0-1 15,0 0 0-15,9 0 0 16,10 11-3-16,13 17 4 15,24 7 4-15,13 3 5 16,6-1-1-16,-7-2 0 16,-3-4-5-16,-18-10 0 15,-15-4-2-15,-19-8-1 0,-9-7 1 16,-4-2 0-16,0 0-1 16,0 0-10-16,0 0-25 15,0 0-19-15,0 0-17 16,0 0-25-16,0 0-79 15</inkml:trace>
  <inkml:trace contextRef="#ctx0" brushRef="#br0" timeOffset="39728.8778">15868 10460 176 0,'8'-5'102'16,"-8"3"-63"-16,0 2 32 15,0 0-13-15,0 0-39 16,0 0-7-16,0 0-1 16,0 2-11-16,-13 28 0 15,-23 12 1-15,-11 0 0 16,2-2 0-16,-3 4 0 15,1-3-1-15,-2 0-2 0,2-3-3 16,2-6-18-16,13-3-31 16,8-11-22-16,24-18-41 15,0 0-77-15</inkml:trace>
  <inkml:trace contextRef="#ctx0" brushRef="#br0" timeOffset="39936.1926">15396 10466 74 0,'32'-7'52'15,"7"7"-20"-15,10 14 39 0,15 29-8 16,9-4-6-16,-6 4-16 16,-3-4 0-16,-13-6-22 15,-10-7-17-15,-2 2-2 16,-7-7-12-16,4-4-41 15,-31-17-34-15,3 0-59 16</inkml:trace>
  <inkml:trace contextRef="#ctx0" brushRef="#br0" timeOffset="40224.2214">16500 9841 184 0,'-40'0'80'15,"3"15"-77"-15,-6 30 43 16,7 11 2-16,-1 2-35 16,9 5-3-16,5-3 15 15,10-1-9-15,2-3-11 16,11-1-2-16,0 0-3 15,0-8 0-15,0-9-4 16,39-13-28-16,21-5-15 16,17-17-13-16,-38-3-36 15,2 0-52-15</inkml:trace>
  <inkml:trace contextRef="#ctx0" brushRef="#br0" timeOffset="40434.101">17056 9918 144 0,'15'-47'102'0,"-15"47"-57"16,0 0 8-16,0 7-26 15,-34 30-25-15,-3 15 1 16,-14 5 6-16,6 0-4 16,4 0-3-16,2-7-2 15,3-5 0-15,8-7-1 0,4-9-18 16,3-6-37-1,21-23-29-15,-7 0-57 0</inkml:trace>
  <inkml:trace contextRef="#ctx0" brushRef="#br0" timeOffset="40646.719">16627 10074 97 0,'0'0'28'0,"28"33"1"15,21 17 32-15,7-4-5 16,4-5-10-16,0-8-10 16,-13-4-11-16,-2-8-7 15,-17-3-12-15,-9-7-6 16,-1-10-9-16,-3-1-35 0,-15 0-67 16,0 0-44-16</inkml:trace>
  <inkml:trace contextRef="#ctx0" brushRef="#br0" timeOffset="40876.2911">17185 9807 60 0,'10'0'73'16,"35"19"-40"-16,11 25 36 15,0 7 0-15,-5 5-16 16,-6 4-13-16,-17 2-5 0,-8 2 2 15,-12 1-21-15,-8-1-13 16,0-5-1-16,0-6-2 16,0-8-11-16,0-9-21 15,0-5-16-15,0-13-18 16,0-18-51-16,0 0-49 16</inkml:trace>
  <inkml:trace contextRef="#ctx0" brushRef="#br0" timeOffset="41861.6523">17408 9133 190 0,'-5'-8'105'15,"5"8"-83"-15,0-9 49 16,33 2-17-16,31-3-26 16,24-6 5-16,8-1-8 15,7-1-7-15,-15-1-6 0,-15 6-5 16,-26 6-4-1,-19 2-3-15,-15 3 1 0,-9 2-1 16,-4 0 0-16,0-4 0 16,0 4 0-16,0 0 0 15,0 0 0-15,0 0 2 16,0 0-2-16,0 0 1 16,0 0-1-16,0 0 0 15,0 0 0-15,0 0 0 16,0 0 0-16,0 0 0 15,0 0 1-15,0 0-1 16,0 0 1-16,0 0 0 0,0 0 0 16,0 0 0-1,0 0-1-15,0 0 0 0,0 0-1 16,0 0 0-16,0 0 0 16,0 0-1-16,0 0-1 15,5 0-1-15,10 6 0 16,2 28 4-16,17 27 1 15,-2 26 0-15,1 18 1 16,-10 19 1-16,-6 11 0 16,3 1-2-16,7 6 0 15,10 0-1-15,10-5 2 16,-2-3-1-16,7-10 4 16,-7-4-2-16,6-7 0 15,-10-3-2-15,2-15-1 16,-15-18 0-16,-15-16 1 0,-3-24-1 15,-5-14 1-15,-1-15 3 16,-4-8 0-16,0 0 2 16,0 0-3-16,0 0 0 15,0 0-1-15,0 0-1 16,0 0 0-16,0 0 0 16,0 0 0-16,0 0-1 15,0 0 0-15,0 0 0 16,0 0 0-16,0 0 0 15,0 2 0-15,0 7 0 16,-15 2 3-16,-22 3 1 16,-8-1 0-16,-15 3 2 0,-15 3 0 15,-4 2 0 1,-9 2-2-16,2-2 1 0,2 1 3 16,9-1-4-16,20-4-2 15,18-6 0-15,9-7-2 16,20 3 0-16,3-5 0 15,5 0 0-15,0-2-2 16,-4 3-13-16,-2 0-11 16,6-3-25-16,0 0-23 15,0 0-26-15,0 0-73 16</inkml:trace>
  <inkml:trace contextRef="#ctx0" brushRef="#br0" timeOffset="83255.6717">17043 6966 232 0,'-6'-17'81'15,"6"17"-31"-15,0 0 7 16,0 0-25-16,-5 0-7 15,1 0 2-15,0 0-5 16,-1 0-4-16,1 0-1 16,-7 2-6-16,-10 38-3 15,-13 27-3-15,-11 30-5 16,-20 30 1-16,1 18-2 16,-3-1 2-16,7-6-2 0,20-15 1 15,7-22 0-15,18-19-2 16,15-15 2-16,0-11-2 15,0-16-2-15,0-7-9 16,0-12-14-16,0-6-8 16,11-9-19-16,2-6-15 15,2 0 7-15,-6-17-23 16,-9-8 2-16,0-6-45 16</inkml:trace>
  <inkml:trace contextRef="#ctx0" brushRef="#br0" timeOffset="83565.5452">16483 7709 87 0,'-23'0'151'0,"-5"16"-135"16,8 41-1-16,12 17 9 16,4 10-13-16,4 1-6 15,0-7 7-15,0-13 1 16,19-11 1-16,9-11-1 15,-2-17 3-15,8-5-2 16,2-8 11-16,5-6-11 16,15-7 3-16,12 0 3 15,12-7 12-15,3-28-3 16,-5-2-5-16,-8-7-11 0,-10 8-8 16,-14 1-4-1,1 3-1-15,0-2-8 0,-6 5-33 16,-5-3-23-16,-4-8-21 15,-32 27-33-15,0-4-137 16</inkml:trace>
  <inkml:trace contextRef="#ctx0" brushRef="#br0" timeOffset="83901.0581">16916 5720 90 0,'-49'-74'156'16,"45"58"-109"-16,-3 5-16 15,7 11 24-15,0 0-29 16,0 0-21-16,0 32-4 15,39 24 0-15,30 18 26 16,-1 11-2-16,-3 2-12 16,-5-5-8-16,-5-10-1 15,1-6-4-15,0-11 0 16,-5-15-1-16,1-12-16 16,2-15-27-16,1-13-20 0,-44 0-18 15,-2-11-50-15</inkml:trace>
  <inkml:trace contextRef="#ctx0" brushRef="#br0" timeOffset="84200.0063">17680 6021 79 0,'0'65'100'16,"0"3"-58"-16,0-9 10 16,0-7-9-16,24-14-17 15,12-10-5-15,7-15-9 16,-2-5 4-16,4-8-5 15,-2 0-7-15,-7 0 2 0,1-8 0 16,-10-20-1 0,-7-8-2-16,-12-7 0 0,-8-1-3 15,0-1-3-15,0 4-3 16,-36 11 2-16,-11 15 4 16,6 9 0-16,0 6 0 15,3 0-4-15,-3 11-4 16,9 14-11-16,8 4-15 15,16-7-7-15,8-6-18 16,0-16-27-16,0 0-37 16</inkml:trace>
  <inkml:trace contextRef="#ctx0" brushRef="#br0" timeOffset="84495.3558">18060 5849 122 0,'0'-17'136'0,"0"17"-97"15,0 0 14-15,0 0-28 16,0 17-25-16,0 14-3 16,8 2 3-16,44-2 0 15,12 0 3-15,0-6-1 16,7 0 1-16,-17-5-3 16,-3 2 0-16,-19-3 1 15,-8 2-1-15,-9-4 0 16,-11 2 0-16,-4 0 3 15,0-3-3-15,0 4 4 16,0-5 0-16,-28-4 1 0,-4-6-5 16,-11-5 0-16,3 0-11 15,-3-16-31-15,30-4-84 16,9-11-76-16</inkml:trace>
  <inkml:trace contextRef="#ctx0" brushRef="#br0" timeOffset="84975.1678">18840 4808 255 0,'-36'49'24'15,"36"15"-11"-15,13 10 12 16,58 5-2-16,-3 0-12 15,7-1-2-15,-15-1-4 16,-15-10-1-16,-12-7-3 16,-10-15 0-16,-14-9-1 15,-5-14 3-15,-4-13-2 16,0-9 1-16,0 0-2 16,0 0 1-16,0-5 8 15,0-14 6-15,0-11-15 16,0 1-1-16,11 5-3 15,12 3 3-15,14 2-2 0,4 7 2 16,6 7 0 0,-7 5 0-16,3 0-1 0,-15 22-2 15,-11 16-1-15,-8 9 3 16,-9 1-2-16,0 0 4 16,-4-4 2-16,-37-6 2 15,5-8 8-15,-3-10 7 16,11-13-5-16,2-3-2 15,7-4-3-15,-5 0-9 16,1-18-5-16,10-19-29 16,13-9-32-16,0 24-64 15,0 0-54-15</inkml:trace>
  <inkml:trace contextRef="#ctx0" brushRef="#br0" timeOffset="85335.1615">19812 5456 119 0,'4'24'61'0,"-4"-12"-9"16,0-11 20-16,0-1-22 15,0 0-24-15,0-3 5 16,0-25-9-16,-23-10-21 16,-1-6 2-16,11 1-3 15,13 0-1-15,0 5-2 16,0 2 0-16,28 8-5 15,13 9 1-15,2 7 0 16,-7 12 1-16,1 0-4 0,-9 0-1 16,-1 35 5-16,-7 3 3 15,-7 8 3-15,-3-6 1 16,-10-2 2-16,0-5-1 16,0-12 1-16,0-7 0 15,0-8-3-15,0-6 0 16,0 0-6-16,5 0-15 15,-5-21-19-15,0-26-13 16,0-12-52-16,0-6 49 16,4 7-14-16</inkml:trace>
  <inkml:trace contextRef="#ctx0" brushRef="#br0" timeOffset="85640.6899">20153 5095 3 0,'39'0'73'16,"6"0"-7"-16,2 31-6 15,-6 9-33-15,-9 3 0 16,-4-1-6-16,-9-10-1 0,-15-14-10 15,5-9 6-15,-9-6-1 16,0-3-4-16,0 0 3 16,0 0 12-16,0-25 15 15,0-17-37-15,0-12-4 16,0-2-1-16,0 0-2 16,11 10-5-16,10 12-1 15,3 10 6-15,-1 14 1 16,5 10-2-16,-4 0 1 15,-3 0-2-15,3 10 0 0,-1 23 2 16,1 2 2 0,-7 1 0-16,2 4-6 0,5-10-6 15,4-8 10-15,4-15-60 16,13-7 28-16,-2 0-30 16,-26-6-34-16,-2-14-2 15</inkml:trace>
  <inkml:trace contextRef="#ctx0" brushRef="#br0" timeOffset="86068.3537">20932 4839 10 0,'0'-59'125'0,"0"49"-54"16,-7 10 7-16,-1 0-7 15,3 0-29-15,1 6-29 16,0 28-13-16,-3 15-1 0,7 9 1 16,0-5 1-1,0-9 0-15,0-11-1 0,7-15-4 16,14-7 1-16,3-11-21 15,8 0 5-15,-4-6-10 16,0-30-14-16,-5-11-10 16,-10-9 1-16,-2-3 0 15,-7 10 13-15,-4 14 13 16,0 23 26-16,0 12 34 16,0 0 22-16,0 27-18 15,0 16-27-15,0 3 3 16,0-6 14-16,9-10-4 15,14-11 1-15,1-5 22 0,-11-14-41 16,-2 0-1-16,1 0 0 16,-7 0 3-16,-1 0 0 15,7-15 12-15,-7-7-2 16,-4 0-9-16,0 3-5 16,0-2-2-16,0 13 0 15,0-3-2-15,-15 2-2 16,-6 6-9-16,-3 1-18 15,5-2-25-15,14 4-55 16,5 0-50-16</inkml:trace>
  <inkml:trace contextRef="#ctx0" brushRef="#br0" timeOffset="86378.0819">21457 4526 209 0,'0'-8'84'15,"-17"8"-28"-15,-2 0-6 16,19 0-28-16,0 0-22 16,0 8-3-16,8 16 3 15,35 8 1-15,2 1 0 16,-2-2 0-16,-6-4 0 16,-5-4-1-16,-9 5 1 15,-6-1-2-15,-10 0 1 16,-7 3-4-16,0 2-2 15,0-4 2-15,-24-4 4 16,-12-5 0-16,-7-5 3 0,-9-7-3 16,3-7-1-16,-7 0-11 15,5 0-13-15,19-30-47 16,27 12-24-16,5-1-23 16</inkml:trace>
  <inkml:trace contextRef="#ctx0" brushRef="#br0" timeOffset="87044.4152">22452 4157 141 0,'-47'-8'112'0,"-2"8"-91"15,21 2 30-15,9 29-22 0,14 4-25 16,5 10-1-16,0 4-1 15,0-5 8-15,0-7-1 16,13-10 2-16,11-11 0 16,-5-6-3-16,-2-10-4 15,7 0-1-15,-1 0-1 16,5-14 2-16,0-25 0 16,0-15-4-16,-11-10-4 15,-2-4-2-15,-15-10-3 16,0-4-4-16,-4-9-2 0,-52 9 4 15,0 19 3 1,5 27 8-16,19 25 10 0,19 11 14 16,6 0-19-16,7 44-5 15,0 29-9-15,24 23 6 16,23 0 3-16,-2-6 3 16,-2-14 2-16,2-16 1 15,-2-16-1-15,-2-20-2 16,0-13-1-16,2-11 3 15,-3 0-3-15,-8-11-1 16,7-28-1-16,-11-13-8 16,-7-6-3-16,-10 0-15 15,-11 2-7-15,0 21-13 16,0 13 3-16,-15 18 43 16,-9 4 7-16,-3 15 12 0,5 22-17 15,3 15 4 1,6 2 9-16,13-8 5 0,0-5 5 15,0-9 0-15,0-9-17 16,17-10 17-16,11-4-11 16,0-5-8-16,4-4 0 15,5 0 4-15,10 0-1 16,-7-8-2-16,3-17-3 16,-6 4-4-16,-14 3-18 15,1-3-19-15,-20 18-16 16,-4 3-42-16,0 0-79 15</inkml:trace>
  <inkml:trace contextRef="#ctx0" brushRef="#br0" timeOffset="87989.1639">18652 7264 176 0,'0'0'66'16,"0"-31"-25"-16,0-14 0 15,0-3-21-15,0 2-7 16,0 1-10-16,0 7 0 15,0 8-3-15,0 11 3 16,-11 8 0-16,-6 11 4 16,-7 0 6-16,1 11-3 15,-5 33-10-15,11 16-3 16,17 10-2-16,0 0 5 16,0-5 0-16,23-11 5 0,14-4 2 15,-1-17 3-15,5-12-5 16,2-7-3-16,-3-11-1 15,3-3 1-15,2 0-2 16,-2-17-3-16,-2-29-13 16,0-13-12-16,-9-14-10 15,-13-6-31-15,-19-3-8 16,0 3-10-16,0 17 15 16,-23 19 72-16,-14 25 13 15,9 13 60-15,5 5 6 16,6 0-22-16,6 18-28 15,11 17-16-15,0 2-4 0,15 4 3 16,45-6 12-16,9-4-11 16,6-13-7-16,-15-5-3 15,-11-2 3-15,-15-2-1 16,-17 0-4-16,-17-2 0 16,0 1 0-16,0 9 2 15,0 4 8-15,0 3 13 16,-17 2-13-16,-26-5-5 15,-12-5 0-15,-14-9-6 16,-6-7 0-16,-2 0-13 16,12-18-20-16,14-19-5 15,23-18-19-15,28 25-27 16,0-6-24-16</inkml:trace>
  <inkml:trace contextRef="#ctx0" brushRef="#br0" timeOffset="88177.7001">18780 6366 204 0,'20'-41'54'0,"16"41"-42"16,24 14-4-16,28 29 11 15,13 11 7-15,2 5-7 16,-11 7-5-16,-13 1 2 16,-14 0-9-16,-9-3-4 15,-16-5-3-15,-12-4-2 16,-15-6-24-16,-13-41-64 0,0-8-59 15</inkml:trace>
  <inkml:trace contextRef="#ctx0" brushRef="#br0" timeOffset="88611.0014">19184 6857 132 0,'0'-36'39'15,"60"4"10"-15,23-5 8 16,-1-2-10-16,-3 10-26 15,-19 0-15-15,-13 11-4 16,-14 4-1-16,-16 7-1 16,-7 3 0-16,-10 4 1 15,0 0-1-15,0 0 0 0,0 0-5 16,0 5 0 0,0 29-9-16,0 12 7 0,0 5 7 15,0-8 0 1,0-7 0-16,0-15 1 0,5-10-1 15,-5-7 0-15,4-4-1 16,0 0 1-16,1 0 0 16,-1-4 1-16,2-21-1 15,7-4 2-15,6-6-1 16,-6 5 1-16,2 5-2 16,-6 15 0-16,-5 10 8 15,-4 0-2-15,5 0 4 16,10 12-3-16,6 23-5 15,7 4-1-15,4 4-1 0,11-4-1 16,2-11-12-16,11-16-24 16,4-12 6-16,4-6-37 15,-40-20 19-15,-5-11-27 16</inkml:trace>
  <inkml:trace contextRef="#ctx0" brushRef="#br0" timeOffset="88874.0165">20348 5633 153 0,'-92'-61'82'15,"49"61"-53"-15,11 0 33 0,15 0-27 16,6 23-22-16,11 28-13 16,0 21 3-1,0 13 4-15,0 11 8 0,19 1 5 16,29 3 1-16,-3-3-8 15,15-11-2-15,10-11-9 16,-1-16-2-16,4-5 0 16,-2-16-8-16,-11-7-20 15,-19-6-20-15,-18-11-16 16,-19-6-43-16,-4-8-5 16</inkml:trace>
  <inkml:trace contextRef="#ctx0" brushRef="#br0" timeOffset="89565.4449">20395 6498 102 0,'-70'-21'89'0,"65"-1"-23"16,5-6-9-16,5-4-46 0,59-9-3 16,15 3 15-1,-6 12-1-15,-2 7-13 0,-19 10-6 16,-16 9-3-16,0 0 0 16,-3 0 0-16,-6 23 0 15,6 6 3-15,-5 1-2 16,-9-6 1-16,-2-7-2 15,-2-9 0-15,-2-2 0 16,-2-6-3-16,-3 0 1 16,-8 0 2-16,0 0-2 15,0-14 1-15,0-21-6 16,0-12 4-16,0 0-4 0,0 10-10 16,0 16 5-16,0 11 6 15,9 10 2-15,1 0 4 16,8 0 3-16,5 5 5 15,9 15 0-15,1 4 5 16,-1-1-1-16,0-4-6 16,-4-6-1-16,-9-4-3 15,-2-7-1-15,-6-2-1 16,-7 0 0-16,-4 0-1 16,0 0-1-16,0-16-6 15,0-17 2-15,0-4 1 16,0 7 0-16,0 7 0 15,0 16 3-15,0 4-5 0,13 3 6 16,11 0 1 0,4 0 2-16,0 15-2 0,4 9 4 15,-9-6-1-15,-3-7-1 16,-12-5 0-16,-4-6 0 16,-4 0 4-16,0 0 0 15,0 0 7-15,0 0 8 16,0-19 3-16,0-21-19 15,0-2-5-15,0-4-2 16,0 0-1-16,0 11 1 16,0 10 1-16,0 10 0 15,9 13-3-15,2 2 2 16,6 0-2-16,7 0 1 16,8 20 3-16,0 5-1 15,4 4-3-15,3-5-13 0,2-5-12 16,-1-5-22-16,-1-11-7 15,-30-3-32-15,-1 0-76 16</inkml:trace>
  <inkml:trace contextRef="#ctx0" brushRef="#br0" timeOffset="89938.1787">21725 5774 151 0,'-36'-4'76'0,"27"4"-42"0,9 20 11 15,0 21-21 1,0 2-6-16,0 0 3 16,24-5-3-16,12-8-6 0,5-11-4 15,-9-8 0-15,7-8-5 16,-3-3-3-16,-4 0-3 16,5-7-4-16,-9-29-11 15,-5-4-6-15,1-10 0 16,-16-7-14-16,-8 3-8 15,0 9 12-15,0 16 34 16,0 18 18-16,0 11 42 16,0 0 2-16,0 0-32 15,0 7-28-15,0 26-2 16,0 7-2-16,9 3 2 0,19 0 2 16,-4-10-2-16,3-8-2 15,-3-9-16-15,-3-12-15 16,3-4-6-16,0 0-21 15,-5-25 9-15,-15 2-43 16</inkml:trace>
  <inkml:trace contextRef="#ctx0" brushRef="#br0" timeOffset="90443.2902">22244 5671 80 0,'-15'-6'100'16,"15"6"-79"-16,0 28 16 15,0 10-11-15,0-6-6 16,15-7 1-16,9-10 5 15,-3-6-3-15,-1-6-13 0,-12-3-5 16,3 0-1 0,-3 0 0-16,-3 0-1 0,-1-12 3 15,-4-12-2-15,0-8-2 16,0-7-2-16,0 2-4 16,0 3-13-16,-4 9-18 15,-9 10 6-15,6 10-2 16,7 5 1-16,0 0-5 15,0 14 26-15,11 13 9 16,21 3 3-16,1-6 11 16,3-3 11-16,-8-4 1 15,-5-6 13-15,-10-5-29 16,-2-4-2-16,-7-2 0 0,-4 0-1 16,0 0 5-1,5-5 0-15,-1-27 9 0,0-16-7 16,-4-14-11-16,5-5-3 15,1 6 0-15,-2 18-8 16,1 18 5-16,-5 24 3 16,0 1-3-16,4 0 3 15,4 12-2-15,12 22 0 16,8 6 2-16,-5 1 2 16,-1-3 1-16,6-8 0 15,-5-6-1-15,-4-6-2 16,-10-5 0-16,0-4-10 15,-9-3-33-15,0-6-50 16,0 0-51-16</inkml:trace>
  <inkml:trace contextRef="#ctx0" brushRef="#br0" timeOffset="90608.2926">22276 5288 180 0,'-32'-48'150'0,"32"10"-102"15,0-11 7-15,0 0-11 16,9 10-26-16,-1 21-18 16,-8 12-5-16,0 6-35 15,0 0-44-15,0 6-36 16</inkml:trace>
  <inkml:trace contextRef="#ctx0" brushRef="#br0" timeOffset="90756.3908">21805 5231 206 0,'-9'0'101'15,"9"-4"-101"-15,0 4-1 16,0 1-13-16,0 22-58 16,-11 9-93-16</inkml:trace>
  <inkml:trace contextRef="#ctx0" brushRef="#br0" timeOffset="91372.3287">19595 7866 135 0,'-43'-9'100'16,"20"9"-87"-16,10 0 42 16,-2 0-12-16,6 0-30 15,5 31-12-15,0 9 0 16,4 12 4-16,0 6 3 15,0-10 10-15,8-4 10 16,40-10-19-16,7-6-7 0,5-9 4 16,-6-10-3-16,2-9-2 15,-5 0-1-15,-4-6 0 16,-10-24 0-16,-9-5-2 16,-15-7-1-16,-13-1-1 15,0 4 1-15,0-6-6 16,-28 11-1-16,-32 1 3 15,-13 11 2-15,2 9 0 16,11 13 5-16,19 0-1 16,9 0-2-16,13 32-7 15,14 4-16-15,5 1-17 16,0-24-32-16,0-7-34 0</inkml:trace>
  <inkml:trace contextRef="#ctx0" brushRef="#br0" timeOffset="92683.6418">20093 7592 74 0,'0'-27'117'0,"0"27"-55"16,0 0-6-16,-4 36-37 16,4 13-19-16,0 10 2 15,0 6 0-15,10-5 12 16,23-12-6-16,-1-6 14 15,4-15-14-15,-8-12-2 0,4-10-4 16,-4-5 0-16,0 0 3 16,0-2 0-16,4-30-2 15,-8-14-2-15,-7-9-1 16,-13-7-9-16,-4-3 1 16,0 6-1-16,0 6-1 15,-13 17 8-15,-6 21 2 16,6 12 3-16,13 3 12 15,-4 0 6-15,4 0-21 16,0 28 0-16,0 9-3 16,36 5 3-16,5-8 0 15,-2 0 1-15,-3-12 1 0,1-9-2 16,-10-2 0 0,1-10 0-16,-8-1-1 0,-8 0 0 15,8 0-1-15,-12-11-6 16,1-24-9-16,-9-11 2 15,0-8-3-15,0 0-12 16,-9 5 4-16,-14 16 18 16,14 18 8-16,9 11 7 15,0 4 10-15,0 0-5 16,0 0-6-16,20 19 3 16,20 8 0-16,1 1-4 15,2-1-2-15,-15-5 0 16,-11-7-3-16,2-5 0 15,-14-8 2-15,-1-2-2 16,-4 0 1-16,0 0 1 0,0 0 0 16,0-6 1-16,0-19 3 15,0-12-4-15,0-7-1 16,0 2-1-16,11 3-1 16,1 9 1-16,12 18-1 15,0 5-1-15,8 7-4 16,9 0 6-16,6 11 0 15,-2 22 0-15,2 5 0 16,-15-3-2-16,-15-8 2 16,-2-5-1-16,-10-11 1 15,-1-7 1-15,-4 1 3 16,0-5 3-16,0 0-2 0,0 0 3 16,0-25 0-16,0-14-8 15,-17-12-6-15,-7-5-9 16,5 6-3-16,6 8-1 15,13 16 2-15,0 11 6 16,0 0 4-16,0 8 4 16,4 7-4-16,5 0 2 15,-9 0 5-15,0 0 2 16,4 0 8-16,3 7-3 16,5 23 6-16,1 8 11 15,7 5-10-15,3 1-8 16,1-1 3-16,4-7-6 15,4-9-2-15,0-11-1 0,0-13 0 16,-4-3 0 0,0 0-1-16,0-25-2 0,0-21-6 15,-3-11 9-15,-1-9-40 16,-9 3 20-16,-15 4-22 16,0 18 4-16,0 13 28 15,0 16 10-15,0 12 23 16,0 0 12-16,0 7-12 15,0 26-17-15,4 2-6 16,16 7 2-16,-7-5 0 16,-5-6 3-16,3-6 5 15,-7-12 1-15,-4-8 1 0,0-5-6 16,4 0-3-16,-4 0 11 16,0 0 4-16,0-18 4 15,0-19-15-15,0-4-7 16,5-11 0-16,14 3-2 15,2-1 1-15,-1 13 0 16,3 12 1-16,-3 12 1 16,-12 9 10-16,5 4-4 15,6 0-3-15,5 0-1 16,12 17 5-16,5 8-4 16,6-3-4-16,-2-5-4 15,-6 3-7-15,-7-9-34 16,5-6 11-16,-9-5-46 15,-24 0-45-15,4-5-18 16</inkml:trace>
  <inkml:trace contextRef="#ctx0" brushRef="#br0" timeOffset="93155.9001">22156 6217 256 0,'0'0'28'0,"0"26"-27"16,52 34 35-16,1 8 0 16,3 0-29-16,-9 1 1 15,-10-2 4-15,-5-8-6 16,-4-15-5-16,0-13-1 0,-9-14 0 16,-2-14-13-16,3-3-11 15,-8-6-30-15,-1-31-1 16,-7-12 4-16,-4 5-1 15,0 10 14-15,0 17 22 16,0 17 16-16,0 0 34 16,0 19 9-16,0 19-20 15,0 8 2-15,18-2 12 16,5-12-2-16,5-8 25 16,-4-10-42-16,-1-10-10 15,-6-4 3-15,3 0 4 16,-1 0 8-16,-2-10 0 15,-2-17 0-15,-2 0-9 0,-9 3-7 16,-4 2-4-16,0 6 2 16,0 4 0-16,0 8-2 15,0 4-3-15,-21 0-6 16,-3 0-8-16,1 0-21 16,-1 0-7-16,11 7-6 15,9-5-35-15,4-2-63 16</inkml:trace>
  <inkml:trace contextRef="#ctx0" brushRef="#br0" timeOffset="93456.3456">23001 6276 35 0,'5'-11'208'0,"-5"11"-180"0,0 0 11 31,0 15-4-31,0 6-29 0,15-2-2 0,17 5 12 15,9-2-12-15,-3 5-3 16,-1 0 2-16,-5 2 0 16,-4 5 1-16,-5-4-2 15,-6-5 6-15,-6 4-3 16,-11-9-2-16,0 5 5 16,0-9 6-16,0 1 4 15,-11-1-2-15,-16-6 0 16,-1-8-15-16,-4-2-1 15,-1 0-15-15,-3-25-34 16,-1-18-13-16,29 14-45 0,1 3-26 16</inkml:trace>
  <inkml:trace contextRef="#ctx0" brushRef="#br0" timeOffset="93703.8419">23608 5446 238 0,'18'-9'53'0,"-18"12"-30"0,0 47 22 15,10 8-6 1,-1 9-12-16,-1 5 6 0,3 10-8 16,-11 3-7-16,0 1-8 15,0-1-4 1,0-14-4-16,0-10-2 0,0-16-2 15,0-18-24-15,0-10-47 16,0-17-15-16,0 0-55 16</inkml:trace>
  <inkml:trace contextRef="#ctx0" brushRef="#br0" timeOffset="93936.9766">23297 5866 238 0,'0'-23'33'0,"75"23"29"0,22 0 21 16,4 0-7-16,-7 0-29 16,-12 31-25-16,-3 8-12 15,-4 3-4-15,-2 3 3 16,2-2-6-16,-2-3-2 16,-9-4-1-16,-4-10-4 15,-8-9-41-15,-20-6-13 16,-13-11-32-16,-14 0 22 15,-5 0-55-15,0-4-66 16</inkml:trace>
  <inkml:trace contextRef="#ctx0" brushRef="#br0" timeOffset="94208.779">24329 5970 188 0,'-9'0'162'15,"9"0"-142"-15,0 0 21 16,0 0-13-16,0 30-26 16,9 10 26-16,19 6 3 15,0 0-9-15,0-9 0 16,4-4-5-16,0-11-13 16,-4-9-2-16,13-7-2 15,-3-6 2-15,3 0-1 16,-5 0-1-16,-8-15-12 15,-4-13-20-15,-15-8-15 0,-9 0-17 16,0 21-33-16,0 1-50 16</inkml:trace>
  <inkml:trace contextRef="#ctx0" brushRef="#br0" timeOffset="94371.2581">24042 5576 165 0,'-22'-18'175'16,"22"8"-143"-16,0 3 11 16,0 4-16-16,0-1-27 15,0 4-2-15,0 0-27 0,0 0-39 16,-11 1-87-16</inkml:trace>
  <inkml:trace contextRef="#ctx0" brushRef="#br0" timeOffset="103873.118">5448 13924 185 0,'-28'11'108'15,"28"-11"-106"-15,0 0 36 16,0 0-2-16,47 0-26 15,16-4 17-15,10-6-7 16,-7 2-6-16,-2-3-7 16,-12 8-5-16,-11 3-2 15,-7 0-5-15,-13 11-42 16,-21 3-46-16,0 8-58 16</inkml:trace>
  <inkml:trace contextRef="#ctx0" brushRef="#br0" timeOffset="104104.2679">5553 14213 213 0,'0'0'57'16,"0"0"-8"-16,32-7 25 16,41-20-5-16,11-3-27 15,-9 6-2-15,-13 4-13 16,-17 6-16-16,-10 7-10 15,5 2-1-15,-3-2 0 16,-3 2-1-16,13 2-16 0,3 3-29 16,8-2-18-1,-1 0-18-15,-37-1-60 0</inkml:trace>
  <inkml:trace contextRef="#ctx0" brushRef="#br0" timeOffset="104841.635">6917 13071 198 0,'-40'-7'136'0,"40"3"-106"16,0 1 26-16,0 2 3 15,0-9-34-15,57-3-18 16,53-3 8-16,25-8 11 16,28-7-5-16,6 2-11 15,-1-1 3-15,-5-1-9 16,-15 2-2-16,-15 8-2 15,-18 1-4-15,-22 7-31 16,-27 8-27-16,-29 5-20 0,-37 0-39 16,0 0-137-1</inkml:trace>
  <inkml:trace contextRef="#ctx0" brushRef="#br0" timeOffset="105320.1695">6737 13346 227 0,'-28'10'33'0,"28"-10"-10"16,65 0 27-16,38-19-9 0,8 0-16 15,7 5 5 1,-11 7-6-16,-10 7-12 0,-9 0-9 15,-11 13-2-15,-17 30-1 16,-11 15 0-16,-29 18-4 16,-20 16-1-16,0 7-7 15,-26 7-13-15,-32-3 9 16,-4-4 7-16,6-14 2 16,7-13 6-16,10-20 2 15,22-15-1-15,10-13 0 16,7-9 0-16,0-4-3 15,20-6 3-15,25 4 3 16,30-9 12-16,17 0 3 16,33 0 4-16,27-11 5 0,28-26-5 15,19-7 9-15,1-7-4 16,-20 1-6-16,-34 4-5 16,-47 9-8-16,-35 15-6 15,-25 4-2 1,-27 10-8-16,-12 6-20 0,0-7-14 15,0 1-32-15,0 8-14 16,-12-3-152-16</inkml:trace>
  <inkml:trace contextRef="#ctx0" brushRef="#br0" timeOffset="106032.1505">7827 15042 196 0,'-13'-8'88'15,"13"5"-59"-15,0-3 37 16,0 6-36-16,0 0-25 16,0 0 5-16,0 0 0 15,0 0-3-15,0 0-2 16,0 0-2-16,0 3-3 16,0 33-6-16,0 12 5 15,0 14 0-15,0 4 1 16,0-4-2-16,0-10 2 15,0-6-1-15,0-14 1 16,0-9-1-16,8-8-2 16,12-4-1-16,-7-6-1 0,10-5 5 15,1 0 0-15,8 0 4 16,2 0-4-16,5-2-3 16,6-26-12-16,-9-9-38 15,-29 18-38-15,-7-5-50 16</inkml:trace>
  <inkml:trace contextRef="#ctx0" brushRef="#br0" timeOffset="106227.4032">7743 14912 254 0,'-17'-14'65'0,"17"6"-21"0,0 1 30 16,0 5-56-16,0-1-18 15,4 1-3-15,33 2 2 16,18 0-1-16,10 0-25 16,10 0-24-16,-47 0-52 15,-11 0-61-15</inkml:trace>
  <inkml:trace contextRef="#ctx0" brushRef="#br0" timeOffset="106423.2717">8219 14925 211 0,'9'5'49'16,"6"-5"-24"-1,17 0 34-15,7 0-37 0,6-5 2 16,2-8 1-16,-6 3-7 16,-7 6-15-16,-6 4-3 15,-9 0-25-15,-10 4-41 16,-9 13-56-16,0 3-68 15</inkml:trace>
  <inkml:trace contextRef="#ctx0" brushRef="#br0" timeOffset="106595.613">8402 15248 123 0,'-11'27'79'16,"11"-27"-50"-16,0 0 35 15,11 0-29-15,29 0 3 16,12-6-8-16,3-10-4 0,-3-3-10 15,-3 4-12-15,5-6-4 16,-11 2-20-16,13-4-40 16,-48 12-31-16,7-3-142 15</inkml:trace>
  <inkml:trace contextRef="#ctx0" brushRef="#br0" timeOffset="106812.8007">9071 14681 48 0,'0'-4'252'16,"0"4"-238"-16,0 10 14 0,19 33 3 15,26 18 21-15,2 6-25 16,-2 0 1-16,-6 1-18 16,-7-5-5-16,-8-13-4 15,-7-11 0-15,-9-16-1 16,3-5-19-16,-11-7-32 15,0-11-21-15,0 0-74 16</inkml:trace>
  <inkml:trace contextRef="#ctx0" brushRef="#br0" timeOffset="108057.203">7466 11888 125 0,'-8'-5'126'15,"8"5"-88"-15,0 0 23 16,0-2-7-16,0 2-34 16,0 0-7-16,0 0-3 15,0 0-10-15,0 18-3 16,0 31-3-16,15 18 6 16,13 10 4-16,-7-3-3 0,-2-7 1 15,-4-11-2 1,-2-12-1-16,-4-11-3 0,-1-18-3 15,-3-6 3-15,-5-9 1 16,4 0 2-16,-4 0 1 16,0 0 0-16,9 0 1 15,-9-5-1-15,0-19 0 16,0-12-1-16,0-4 1 16,0-4 0-16,0-4-1 15,0-4-1-15,0 0 1 16,8-2-6-16,3 5 1 15,6 8 1-15,-10 8 4 16,8 13 0-16,-11 9 1 0,0 7 1 16,-4 4 0-1,0 0 3-15,0 0-1 0,0 0-2 16,0 0-1-16,0 0 0 16,4 0 0-16,16 22 0 15,-3 7 2-15,6 7 6 16,5 4 0-16,0 1 3 15,-8 0-3-15,1 0 1 16,-6-5-4-16,-2-3-1 16,-2-2 1-16,-3-9-3 15,1-2 1-15,-3-7-3 16,-2 0 1-16,1-6-1 16,-1 2 0-16,2-1 0 0,3-2-9 15,0 2-12-15,4 0-19 16,-5 1-21-16,-8-9-38 15,0 0-37-15</inkml:trace>
  <inkml:trace contextRef="#ctx0" brushRef="#br0" timeOffset="110112.8226">9858 12833 205 0,'0'-22'109'0,"0"20"-77"16,0 2 23-16,4 0-6 15,-4 0-41-15,0 0-8 16,0 45-7-16,0 23 7 15,0 16-1-15,0 5 2 16,4-5-2-16,24-8 1 16,4-9 0-16,9-22-2 15,6-12 0-15,-2-14 0 16,-2-13-1-16,5-6-12 16,-1 0-2-16,0-31 4 0,0-20 7 15,-2-17-6-15,-6-5-10 16,-11 0-4-16,-15 0-4 15,-13 10 14-15,0 1 4 16,0 7 8-16,-50 12 4 16,-6 12 10-16,5 16 9 15,17 8 16-15,-1 7-11 16,16 0-11-16,6 25-7 16,9 28-6-16,4 20 7 15,0 8 12-15,0 5-10 16,4 1 3-16,20-14-5 15,-1-6-7-15,-1-15 1 16,10-15-1-16,4-7 0 16,7-11-16-16,11-3-19 15,4-8-16-15,6-8 20 0,-47 0-95 16</inkml:trace>
  <inkml:trace contextRef="#ctx0" brushRef="#br0" timeOffset="110352.5632">10954 12852 216 0,'-39'-16'65'0,"16"16"-27"16,-1 33 6-16,-2 23-15 0,3 14-12 16,10 9 1-1,13-4 5-15,0-3-10 0,0-14-9 16,0-2-4-16,36-8 0 15,9-6-1-15,11-10-20 16,-4-14 5-16,8-12-64 16,-9-6-5-16,-34 0-2 15,-2-22-90-15</inkml:trace>
  <inkml:trace contextRef="#ctx0" brushRef="#br0" timeOffset="110524.6819">11331 12928 189 0,'0'-6'57'0,"0"15"-41"16,0 50 38-16,-13 20-34 0,-2 7-14 15,3 2 2-15,-10-2-2 16,-4-9-6-16,5-10-2 16,2-15-34-16,14-48-39 15,1-4-57-15</inkml:trace>
  <inkml:trace contextRef="#ctx0" brushRef="#br0" timeOffset="110727.5344">10958 13190 116 0,'0'-27'91'0,"0"27"-84"0,77 3 19 15,18 24 39-15,-3 3-42 16,-11-2-4-16,-20-1-11 15,-14-1-8-15,-11-4 0 16,-12-2-6-16,-5-10-28 16,-6-5-34-16,-13-5-27 15,0 0-46-15</inkml:trace>
  <inkml:trace contextRef="#ctx0" brushRef="#br0" timeOffset="110928.3682">11591 12911 60 0,'51'0'54'0,"9"46"-11"15,-4-5 19-15,-11 6-3 0,0 3 23 16,-25 3-74-16,-12 3 15 16,-8 1 5-16,0-4-24 15,0-6-4-15,-8-2-29 16,-12-12-15-16,3-28-38 15,4-5-64-15</inkml:trace>
  <inkml:trace contextRef="#ctx0" brushRef="#br0" timeOffset="112234.5187">13167 11850 238 0,'0'-4'54'0,"0"4"-6"16,0 0 17-16,0 0-28 16,0 0-19-1,0 0 6-15,-32 0-5 0,-28 0-19 16,-19 0-3-16,-9 0-1 15,0 21 3-15,6 0-1 16,7 3 2-16,11-2 0 16,17 0-1-16,6-3-1 15,17-6 0-15,12-8 2 16,1 2-1-16,11-7 1 16,0 0 0-16,0 0 0 0,0 0 1 15,0 0-1-15,0 0 1 16,0 2 0-16,0-2-1 15,0 0 1-15,0 2 0 16,0-2-1-16,0 7 0 16,0 6-2-16,0 8 2 15,0 10 2-15,0 3-1 16,8 8 1-16,3 6-2 16,6 7 1-16,3 3-1 15,-1 14 0-15,4 9 1 16,5 11 1-16,5 15-1 15,-1 12 6-15,4 19-4 16,7 15 0-16,2 5 0 16,2-10 0-16,0-11 0 0,-6-6 1 15,-6-5-2-15,-8-4-1 16,-12-12 2-16,9-12-1 16,-5-10 2-16,3-15 2 15,1-9-2-15,1-7-2 16,4-3-2-16,0 0 1 15,-5-7 0-15,-1-8 0 16,-3-4 1-16,-6 0-1 16,2-5 0-16,4 1 3 15,-10 0-2-15,4-6-2 16,-3-2 2-16,-1-10-2 0,-5 10 0 16,5-4 0-1,2 0 0-15,4-1 0 0,-2-3 1 16,-5-1-1-16,-8-4 0 15,7 1 0-15,-7-8 1 16,0 3 0-16,2-4 0 16,-2-2 0-16,0 0-1 15,0 0 0-15,0 0 2 16,0 0-2-16,0 0 2 16,0 0-2-16,0 0 1 15,0 0-1-15,0 0 2 16,0 0 0-16,0 0-2 15,0 0 1-15,0 0 0 16,4 0 0-16,-4 0-1 16,6 0 1-16,-1 0 0 0,-1 0 0 15,-4 0 1 1,13 0-2-16,10 0-1 0,10 0 1 16,22 0 3-16,14 0 2 15,15-14-4-15,8 0 0 16,7-8 0-16,-1 4 0 15,-8-4 0-15,-10 6-1 16,-16 2 0-16,-19 6 0 16,-21 5 0-16,-16 0 1 15,-1 3 0-15,-3 0 1 16,0 0 1-16,-4 0-2 16,5 0 0-16,-5 0 1 0,0 0 0 15,0 0 0-15,0 0 1 16,0 0-2-16,0 0-1 15,0 0-2-15,0 0-5 16,0 0-5-16,0 0-11 16,-13 0-18-16,-26-1-30 15,18 1-16-15,-7-5-59 16</inkml:trace>
  <inkml:trace contextRef="#ctx0" brushRef="#br0" timeOffset="113997.1909">13759 12551 132 0,'-13'-4'58'0,"13"4"-33"15,0-2 38-15,0-1-13 16,0 3-34-16,0 0-1 16,0 0 4-16,0 0-1 15,0 0-5-15,0 0-3 16,0 0-3-16,0 0-3 16,0 0-3-16,0 0-1 15,0 0-1-15,0 0 1 16,0 0-4-16,0 0-6 0,0 0-7 15,0 0-1 1,0 0 2-16,0 0-1 0,0 0-1 16,0 0-6-16,-6 0-5 15,-3 0-20-15,-3 0-23 16,1 3-25-16</inkml:trace>
  <inkml:trace contextRef="#ctx0" brushRef="#br0" timeOffset="114737.8865">13712 12643 12 0,'0'-9'44'0,"0"4"-40"16,0 5 7-16,0-2 10 16,0-1-14-16,0 3-7 15,0-3 0-15,0 3 0 16,0 0 0-16,0 0 2 0,0-3 4 16,0 3-6-16,0 0-2 15,0 0-4-15,0 0 0 16,0 0 6-16,0 0 1 15,0-3 12-15,0 3 10 16,0 0 6-16,0-2 5 16,0 2-3-16,0 0 1 15,0-4-5-15,0 4-8 16,0 0-3-16,-4 0-4 16,4-2-1-16,0 2-3 15,0-2 3-15,0 2 0 16,0 0-2-16,0 0-1 0,0 0-8 15,0 0 0 1,0 0-8-16,0 0-11 0,0 0-12 16,0 0-10-16,-4 0-8 15,-5 0-23-15,5 0-9 16</inkml:trace>
  <inkml:trace contextRef="#ctx0" brushRef="#br0" timeOffset="115177.9299">13583 12566 76 0,'-4'-8'86'0,"4"6"-54"15,0-1 21-15,0 3 0 16,0 0-28-16,0 0-10 16,0 0 2-16,0 0 0 15,0 0-2-15,-4 0-2 16,4 0-3-16,0 0-3 15,0 0-3-15,0 0-4 0,0 10-1 16,0 32-6 0,0 14 6-16,0 18 1 0,4-4 4 15,24-5-3-15,-4-4 4 16,-7-10-3-16,6-4-2 16,-3-12 3-16,-12-6-3 15,-3-1 0-15,-1-6-3 16,-4 3-39-16,0-21-29 15,0-4-77-15</inkml:trace>
  <inkml:trace contextRef="#ctx0" brushRef="#br0" timeOffset="115478.3931">13056 13414 149 0,'-17'16'45'16,"17"-13"-34"-16,0-1 34 15,45 0-18-15,38 0 16 16,20-2-3-16,11 0 2 16,19-4-10-16,-11-23-4 15,3-4-8-15,-18 1-2 16,-11 5-8-16,-21-3-8 15,-12 7-1-15,-16 1-1 0,-9 7-4 16,-5 6-13-16,-21 3-16 16,-12 4-24-16,0 0-28 15,0 0-78-15</inkml:trace>
  <inkml:trace contextRef="#ctx0" brushRef="#br0" timeOffset="116086.0348">13616 13831 175 0,'-9'0'70'0,"9"0"-67"16,0 16-3-16,4 39 11 15,37 13 15-15,2 8-11 16,-7-1-4-16,-8-7 1 16,0-12-3-16,0-9 9 15,-9-20-12-15,-10-10-4 16,0-12 1-16,-5-5-1 15,-4 0-1-15,6 0 4 0,-6 0 1 16,5 0 4-16,-5-19 8 16,0-16-11-16,4-17-7 15,0-9-1-15,5-4-1 16,10 4-8-16,5 7 4 16,3 13 3-16,1 13 0 15,-6 10 2-15,-3 13-1 16,-10 2 2-16,1 3 0 15,-1 0 0-15,8 14 0 16,11 26 5-16,4 14 2 16,-4 11 0-16,0 8-4 15,-9-5-2-15,-6-7 2 16,-2-8 3-16,-7-13-2 0,0-12-3 16,-4-7-1-1,5-3 1-15,-5-7-1 0,0-3 0 16,0 3-11-16,0-5-14 15,0-4-11-15,10 1-13 16,3-3-23-16,-4 0-28 16,2 0 31-16</inkml:trace>
  <inkml:trace contextRef="#ctx0" brushRef="#br0" timeOffset="117603.8161">14546 12629 151 0,'-15'-22'77'16,"15"17"-43"-16,-4-1 32 16,0 6-8-16,4 0-26 15,0-2-8-15,0 2 4 16,0 0-3-16,0 0-10 16,0 0-2-16,0 0-2 15,-4 0-3-15,-3 0-3 16,7 0-1-16,0 0-2 15,0 0 0-15,0 0-2 16,0 0 1-16,0 0-1 16,0 0 0-16,0 0 0 15,0 0-1-15,0 0-2 0,0 0-3 16,0 0-1 0,0 0-1-16,0 0 0 0,0 0 0 15,0 0-2-15,0 0 2 16,0 0 3-16,0 0-1 15,0 0-3-15,0 0-12 16,0 0-11-16,0 0-6 16,0 0-8-16,0 0-52 15,-6 0-37-15</inkml:trace>
  <inkml:trace contextRef="#ctx0" brushRef="#br0" timeOffset="119602.3969">14555 12362 61 0,'-4'-1'58'0,"4"1"-24"16,0 0 26-16,0-2-8 16,0 2-19-16,0 0-3 15,0 0-1-15,0 0-4 16,0-4-1-16,0 4-3 15,0-3-1-15,0 3-5 16,0 0-6-16,0-2-3 16,13-7-3-16,51-4-3 15,39-8 7-15,30-4 2 16,6-5-3-16,5-1 0 16,-11 3-1-16,-13 1-2 15,-17 5-2-15,-30 5 0 16,-22 6-1-16,-25 9 0 15,-24 2 0-15,-2 0-5 0,0 0-15 16,0 0-20 0,0 0-24-16,-2 7-9 0,-24 4-33 15,3 1-11-15</inkml:trace>
  <inkml:trace contextRef="#ctx0" brushRef="#br0" timeOffset="120737.2305">14527 12451 127 0,'-15'2'48'15,"15"-2"-8"-15,0 0 19 16,0 0-17-16,0 0-23 16,0 0-3-16,0 0-3 15,0 0-4-15,11 0-5 16,25 0 0-16,14 0 8 0,-3 0-4 15,0 0-6 1,-2 0-1-16,-2 6-1 0,-7 5 1 16,-3-2-1-1,-6 7 0-15,-3 4-3 0,-7 5 0 16,-2 4 0-16,-10 4 3 16,-5 4 0-16,0 7 0 15,0 4 0-15,-20 8 0 16,-12-2 0-16,-4 3 0 15,3 0 0-15,6-4 0 16,3-1 0-16,7-3 0 16,2-15 0-16,10-5 0 15,5-14-2-15,0-3 2 16,0-9-1-16,0-3-1 0,0 0 1 16,0 0 1-16,0 0 3 15,0 0 0-15,0 0 0 16,0 0 1-16,0 0-2 15,0 0-1-15,5 2 1 16,23 2 9-16,0-4-1 16,4 0 2-16,0 0 3 15,-4 0-6-15,-9 0-6 16,-6 0 0-16,-13 0-1 16,0 0-2-16,0 0 1 15,0 0 2-15,0 0 0 16,0 0-2-16,0 0 0 15,0 0 0-15,0 0-1 0,0 0-3 16,0 0-1-16,0 0-1 16,0 0 3-16,0 0-1 15,4 0 1-15,11 0 0 16,13 0 2-16,11 0 1 16,6-4 1-16,15-10 0 15,13-4-1-15,6-2 0 16,18-3-1-16,-1-2 0 15,7 1 0-15,-11 4 0 16,-23 6 1-16,-26 7 1 16,-22 1-2-16,-14 6 0 15,-7 0 0-15,0 0 0 0,0 0 1 16,0-2 2 0,0 2-1-16,0 0-1 0,0 0 0 15,0 0-1-15,0 0 1 16,0 0 0-16,0 0-1 15,0 0 0-15,0 0 0 16,0 0 0-16,0 0-1 16,0 0 1-16,0 0 0 15,0 0-1-15,0 0 0 16,0 0 1-16,0 0-2 16,0 0 2-16,4 0-1 15,0 0-1-15,5-2 2 16,6-1 0-16,-2 3 0 0,-5 0 0 15,-1 0-1 1,-7 0-6-16,0 0-6 0,0 0-11 16,0 0-18-16,0 0-18 15,0 0-47-15,0 0-101 16</inkml:trace>
  <inkml:trace contextRef="#ctx0" brushRef="#br0" timeOffset="121271.2437">14920 13824 125 0,'15'-15'69'0,"-11"15"-32"16,-4-2 29-16,0 2-21 16,0 0-32-16,0 0-8 15,0 0 5-15,0 0-2 16,0 0-8-16,0 22 0 16,0 6 0-16,0 12 3 15,0-2 5-15,0-6-7 16,0-5 0-16,0-5 1 15,0-3-1-15,13-3 3 16,10-3 2-16,5-5-2 16,-4-1-1-16,8-5 5 15,2-2-3-15,-4 0 0 0,-2 0-5 16,-4 0-7 0,-3-19-28-1,-21 8-29-15,0-5-65 0</inkml:trace>
  <inkml:trace contextRef="#ctx0" brushRef="#br0" timeOffset="121456.9724">14855 13621 140 0,'0'-7'79'15,"0"3"-77"-15,0-3 33 16,20 3 16-16,7-3-46 15,6 5-5-15,-1 2 0 16,0 0-15-16,-19 0-63 0,-9 0-89 16</inkml:trace>
  <inkml:trace contextRef="#ctx0" brushRef="#br0" timeOffset="121643.7406">15235 13639 193 0,'13'4'44'0,"15"-4"-32"16,8 0 30-16,11 0 1 15,-10-4-33-15,-5-3-7 16,-13 7-3-16,-10 0-6 0,-5 0-49 16,-4 0-33-16,0 20-46 15</inkml:trace>
  <inkml:trace contextRef="#ctx0" brushRef="#br0" timeOffset="121819.7007">15351 13950 86 0,'0'17'93'0,"0"-17"-65"16,8 0 52-16,37 0-14 16,11-21-33-16,0 0 1 15,-5-2-10-15,-6 4-10 16,-2-1-14-16,-6 11-5 15,-1-3-39-15,-36 12-33 0,7 0-94 16</inkml:trace>
  <inkml:trace contextRef="#ctx0" brushRef="#br0" timeOffset="122070.7629">15992 13603 250 0,'0'0'25'16,"0"0"6"-16,11 0 28 15,12 18-43-15,5 15 12 16,9 15-1-16,-16 2-17 0,-2 3-4 16,-6-4-3-16,-2-9-2 15,-2-6-1-15,-9-9-7 16,0-3-9-16,0-5-15 15,0-4-16-15,0-13-36 16,0 0-47-16</inkml:trace>
  <inkml:trace contextRef="#ctx0" brushRef="#br0" timeOffset="123188.0357">14967 11728 59 0,'15'-12'89'0,"-13"12"-61"15,-2 0 9-15,0 0 14 16,0 0-27-16,0 0-14 16,0 0 1-16,4 8-8 15,18 21-1-15,-5 8 2 16,0 4 6-16,-6-2-6 0,-7-2-1 15,-4-7 0 1,0-8-3-16,0-8 1 0,0-6-1 16,0-5-1-16,0-3 1 15,0 0 0-15,0 0 2 16,0 0 1-16,0 0 0 16,0-14 2-16,0-14-2 15,0-4-3-15,0-3-3 16,0 2 2-16,9 3 1 15,10 2-1-15,-2 4-1 16,15 3 2-16,-4 4 1 16,-4 5 1-16,-1 6-1 15,-14 1-1-15,-5 5-3 16,3 0-1-16,1 0 0 0,5 11-4 16,11 23 0-16,-1 6 0 15,-3 7-1-15,-3 5 2 16,2-3-9-16,-2 3-23 15,-10-36-26-15,-3-5-41 16</inkml:trace>
  <inkml:trace contextRef="#ctx0" brushRef="#br0" timeOffset="126000.2672">15848 12473 116 0,'-4'0'10'0,"4"0"-10"15,0 0 20-15,0 0-8 16,0 0-12-16,0 0-1 16,0 0 1-16,0 0 0 15,0 0-11-15,0 0-3 16,0 0-9-16,0 0-40 16</inkml:trace>
  <inkml:trace contextRef="#ctx0" brushRef="#br0" timeOffset="126393.3092">15848 12473 118 0</inkml:trace>
  <inkml:trace contextRef="#ctx0" brushRef="#br0" timeOffset="126794.9589">15848 12473 118 0,'84'36'70'0,"-84"-36"-50"0,0 0 34 15,0 0 8-15,0 0-33 16,0 0-13-16,0-7 11 16,0-18-2-16,15-7-13 15,6-8-5-15,14 5-3 0,-9 3-4 16,1 1 0-16,1 1 0 16,-4 2 0-16,-5 0-2 15,-6 10-3-15,2 4 2 16,-11 7 1-16,1 2 1 15,-5-2 0-15,0 7 1 16,0-2 0-16,0 2 0 16,0 0-1-16,0 0 1 15,0 0-3-15,0 0 2 16,0 0 1-16,0 0 0 16,0 0-1-16,0 20-7 15,4 16-3-15,11 25 11 16,-2 9 4-16,2 0-1 15,-11 4-3-15,0-10 1 0,1-6 1 16,-5-7-2-16,0-10 1 16,0-8-1-16,0-11 0 15,0-3 0-15,0-13-4 16,4 0-3-16,0 0-14 16,5-6-8-16,-7 0-17 15,-2 0-8-15,9 0-14 16,-9 0-10-16,4-6-31 15</inkml:trace>
  <inkml:trace contextRef="#ctx0" brushRef="#br0" timeOffset="127110.2113">16344 12103 148 0,'0'-17'53'16,"0"17"-28"-16,0 0 31 16,0 0-17-16,0 0-33 15,0 22-6-15,0 22 0 16,4 12 20-16,20 10-8 16,4 4-6-16,-5 3 6 0,1 5-3 15,-7 1-4 1,-2 1-4-16,-6-4 0 0,3-15 0 15,3 0 1-15,-2-15-2 16,7-11 0-16,-12-6-2 16,3-9-14-16,-7-4-13 15,-4-16-49-15,0 0-42 16</inkml:trace>
  <inkml:trace contextRef="#ctx0" brushRef="#br0" timeOffset="127530.6712">15887 13121 59 0,'-15'4'52'0,"15"-4"-28"15,0 0 16-15,0 0-6 16,0 0-11-16,24 0-8 16,31-13 20-16,20-4-10 15,7-3-4-15,14 2-5 16,7 0-5-16,2 2-5 16,7-1 1-16,4 4-6 15,-9 2 0-15,-6 1 0 16,-17 9 0-16,-20-5-1 15,-13 3 1-15,-27 0-1 0,-7 1 1 16,-13 0-1-16,1 2 1 16,-5-2 0-16,0-4 1 15,0 3 0-15,0 3-2 16,0-3-4-16,0 1-8 16,0-4-6-16,0 1-41 15,0-1-22-15,0 4-69 16</inkml:trace>
  <inkml:trace contextRef="#ctx0" brushRef="#br0" timeOffset="129970.7378">17060 11986 61 0,'0'-11'75'0,"0"9"-49"0,0-4 16 16,0 3 16-16,0 1-17 15,0-1-17-15,0 3 2 16,0 0-1-16,-4 0-6 16,0 0-6-16,4 0-3 15,-5 0-5-15,1 0-4 16,-2 0-1-16,1 0-2 16,-8 8-3-16,-10 25-2 15,-5 9 5-15,-4 19 1 16,0 4 2-16,8 5-2 15,11-1 1-15,2 0 0 16,11-3-1-16,0-4 1 16,0-4 0-16,7-7 0 15,25-6-1-15,0-6-1 0,0-10 2 16,1 0-1-16,3-11 1 16,0 2 0-16,3-2 0 15,-7-5 0-15,0-1 0 16,-4-5-1-16,-4-2-6 15,2-1-10-15,-3-4-6 16,-3 0-10-16,3 0-21 16,-23 0-28-16,0 0-69 15</inkml:trace>
  <inkml:trace contextRef="#ctx0" brushRef="#br0" timeOffset="135002.1159">20200 12879 84 0,'13'41'55'16,"2"10"9"-16,-6 11 8 15,1 0-21-15,-1 4-31 0,0-4-13 16,-1-10-2-16,3-12-5 16,-3-8 12-16,-3-12-12 15,-5-6-15-15,0-3-40 16,0-11-68-16,0 0-54 16</inkml:trace>
  <inkml:trace contextRef="#ctx0" brushRef="#br0" timeOffset="135472.2559">19696 11831 219 0,'0'0'31'16,"0"0"0"-16,0 0 18 15,0 0-32-15,4 0-17 16,29 11 0-16,14 14 19 16,4 4-5-16,9 12-4 15,5 8 5-15,3 14-5 16,1 9-6-16,2 7 0 0,-3 13-1 15,-3 6 4-15,-5 0-3 16,-9 2 3-16,-4 0-3 16,-21-1-1-16,-6-5 2 15,-16 2 3-15,-4-13-6 16,0-12 0-16,0-15 3 16,0-10-2-16,-4-15-2 15,-9-6 1-15,-2-7-2 16,2-3-3-16,-2-5-7 15,6 1-9-15,-6-2-7 16,2-5 3-16,-10 1-10 16,-5 1-19-16,15-6-41 0,-2 0 12 15</inkml:trace>
  <inkml:trace contextRef="#ctx0" brushRef="#br0" timeOffset="136461.7482">14375 11688 88 0,'0'-8'84'0,"0"8"-61"0,0 0 10 15,0 0 14-15,0 0-25 16,0 11-22-16,0 33 1 16,-32 22 14-16,-11 19 5 15,6 13-4-15,9 21-5 16,9 22 0-16,15 15 3 15,4 21 15-15,0 21-7 16,0 13-10-16,47 11 7 16,32-3-7-16,22-14-4 15,28-12-5-15,19-19-2 16,4-21 3-16,3-26 0 16,-14-19-1-16,-10-20 2 15,-22-15-2-15,-14-19-3 0,-18-8 0 16,0-7-7-1,-10-14-27-15,-7-2-8 0,-9-4-25 16,-10 7 22-16,-41-26-103 16,0 0-19-16</inkml:trace>
  <inkml:trace contextRef="#ctx0" brushRef="#br0" timeOffset="138118.5261">20672 12244 109 0,'-8'-3'42'15,"8"3"-14"-15,0 0 31 16,0-3-10-16,0 3-26 15,0 0 0-15,0 0 7 16,0 0-6-16,0 0-2 16,0 0-2-16,0 0-6 15,0-2-2-15,0 2-5 16,25 0-2-16,27-3 0 16,19 0 10-16,1-3-7 15,-12 1-3-15,5-3-1 16,-18 3-2-16,-6-1-1 15,-13 1-1-15,-13 3 1 16,-11-2-1-16,-4 4-2 0,0 0-12 16,0 0-12-16,0 0-11 15,0-5-22-15,-4 3-47 16,-16-3-47-16</inkml:trace>
  <inkml:trace contextRef="#ctx0" brushRef="#br0" timeOffset="138793.8149">21204 11628 85 0,'-19'-7'99'0,"19"7"-63"16,0 0 15-16,0 0 4 15,4-3-35-15,43 3-11 16,26-4 12-16,15-2 4 16,11-2-8-16,-7-2 2 15,-15 1-6-15,-2-2-4 16,-19 3-6-16,-20 0-3 16,-8 3 0-16,-11 5-6 15,-6-2-31-15,-11 2-19 16,0 0-32-16,0 0-32 15</inkml:trace>
  <inkml:trace contextRef="#ctx0" brushRef="#br0" timeOffset="139275.4755">21088 11747 112 0,'0'17'51'15,"0"-15"-33"-15,60 4 42 16,5-3-16-16,3 5-15 16,7-1-8-16,-15 4-1 15,-4 2-2-15,-19 9-15 16,-14 6-2-16,-14 10 0 0,-9 10 1 16,0 13 2-1,-24 1-4-15,-25 3-4 0,-7-3 2 16,-8-2 0-16,-7-3 1 15,7-4 0-15,-5-3 1 16,13-4 0-16,5-8 1 16,19-10-1-16,12-7 0 15,12-11 2-15,8 0 0 16,0-6-2-16,0 2 2 16,0 2-1-16,8 0 9 15,39 0 2-15,9-2 0 16,13-6 3-16,23 0 3 15,20 0-5-15,3 0 4 16,14-6 7-16,2-17-22 16,2 5 11-16,-13-3-12 0,-17 4 2 15,-34 4-3-15,-33 7-2 16,-21 3-28-16,-15 3-10 16,0 0-19-16,-24 0-35 15,-12 0 87-15</inkml:trace>
  <inkml:trace contextRef="#ctx0" brushRef="#br0" timeOffset="139696.5658">21148 12971 156 0,'0'0'84'0,"0"0"-84"16,-8 11 28-16,-7 5-1 15,-9 12-25-15,-4 2 2 16,-4 9 21-16,-4 0-5 16,8-1 3-16,0-2-3 0,15-7-5 15,9-5-6-15,4-6-2 16,0 0-4-16,0-8-1 16,0-2-2-16,4-1 4 15,13-7-1-15,7 0-3 16,8 0-3-16,4 0-10 15,3-20-19-15,-31 7-29 16,1-7-64-16</inkml:trace>
  <inkml:trace contextRef="#ctx0" brushRef="#br0" timeOffset="139896.7268">21005 12909 179 0,'0'-15'75'16,"0"4"-68"-16,23-3 36 16,22-1-3-16,11 4-26 15,0-2-1-15,-5 5-5 16,-14 6-8-16,-5 2-1 16,-9 0-32-16,-23 0-52 15,0 0-39-15</inkml:trace>
  <inkml:trace contextRef="#ctx0" brushRef="#br0" timeOffset="140076.717">21005 12909 109 0,'328'136'43'15,"-277"-136"11"-15,1-5 4 16,-12-6-18-16,-7 5-25 15,-10 3-15-15,-14 3 0 16,-9 0-38-16,0 0-77 16</inkml:trace>
  <inkml:trace contextRef="#ctx0" brushRef="#br0" timeOffset="140252.1027">21361 13289 62 0,'0'15'96'0,"0"-15"-77"15,8 0 30-15,44 0-1 16,8-2-33-16,-5-9-7 16,1-5-1-16,0-1-7 15,-7 6-13-15,3-1-34 16,-44 6-47-16,7-2-20 16</inkml:trace>
  <inkml:trace contextRef="#ctx0" brushRef="#br0" timeOffset="140465.9615">22068 12939 99 0,'5'0'111'16,"3"0"-111"-16,7 20 54 16,-2 29 15-16,-9 12-39 15,-4 11-12-15,0-1-3 16,0-4-7-16,0-5-5 15,-8-14-3-15,-5-12-9 16,2-16-18-16,7-10-24 16,4-10-51-16,0 0-82 15</inkml:trace>
  <inkml:trace contextRef="#ctx0" brushRef="#br0" timeOffset="141284.6161">21228 10990 172 0,'0'-8'60'16,"0"8"-57"-16,0 0 13 15,0 38-3-15,21 7 16 16,3 4-15-16,-9-2-7 15,-15-8-3-15,0-10-1 0,0-8 0 16,0-9 1-16,0-10 0 16,0-2 0-16,0 0 3 15,0 0 0-15,0 0 4 16,4 0 7-16,-4-31 6 16,4-9-16-16,5-15-8 15,10-3-3-15,9-4 1 16,4 5-3-16,5 15 3 15,3 16 2-15,-5 12 0 16,-10 11 3-16,-5 3-3 16,-5 0 0-16,2 36 0 15,2 19 4-15,-6 12 2 16,-2-2 2-16,-7-3-6 0,-4 3-2 16,0 1-8-1,0 3-24-15,0-46-41 0,0-4-47 16</inkml:trace>
  <inkml:trace contextRef="#ctx0" brushRef="#br0" timeOffset="141729.2256">22096 11809 182 0,'0'0'35'16,"0"0"19"-16,0 0 16 16,0 0-42-16,24-26-15 15,17-7 6-15,6-7-12 16,2 2-3-16,-2-4-2 15,-6 8-1-15,-9 6-1 16,-12 10 0-16,-12 15 0 16,-8 3 0-16,0 0-3 15,0 0-5-15,0 29-6 16,0 23 11-16,0 17 3 16,-8 3 4-16,-16 9-4 0,-4-3 1 15,-8 5 1-15,8-8 0 16,-4-4-2-16,12-9 0 15,12-12-2-15,8-17-2 16,0-10 0-16,0-15-25 16,0-8-27-16,0 0-42 15,0-5-9-15</inkml:trace>
  <inkml:trace contextRef="#ctx0" brushRef="#br0" timeOffset="141959.4434">22577 11421 149 0,'32'0'26'15,"-24"36"17"-15,-1 45 36 16,-7 13-32-16,0 7-22 16,0-6-12-16,0-9 6 15,0 0-12-15,-7-6-5 16,3-6-2-16,4-4 0 15,0-5-2-15,-4-6-28 16,-5-8-2-16,-1-47-44 16,-3-2-41-16</inkml:trace>
  <inkml:trace contextRef="#ctx0" brushRef="#br0" timeOffset="142190.3557">22004 12425 161 0,'-15'0'41'0,"15"0"-25"15,0 0 22-15,32 0-12 16,33 0 10-16,14 0-7 16,13 0-11-16,7-8 3 15,-7-4-14-15,-4 1-6 16,-15-2-1-16,-9-6-23 15,-8-2-41-15,-52 11-22 0,1-2-115 16</inkml:trace>
  <inkml:trace contextRef="#ctx0" brushRef="#br0" timeOffset="142506.2835">22956 11443 127 0,'0'0'36'15,"0"0"-23"-15,-19 30 57 16,-13 23-17-16,0 11-28 16,0 8 10-16,-1 5-10 0,14 4-6 15,2 3-2-15,2 0-6 16,11-5 1-16,4-5 0 15,0-4-4-15,0-7-7 16,0-6 1-16,23-7-2 16,-1-11-1-16,5-8-2 15,1-9-21-15,-4-11-23 16,8-7-17-16,-21-4-21 16,-3 0-30-16</inkml:trace>
  <inkml:trace contextRef="#ctx0" brushRef="#br0" timeOffset="146585.7508">24168 10552 111 0,'0'-21'67'0,"0"21"-36"16,0 0 32-16,4 0-8 16,-4 0-34-16,5 0-10 15,-5 0 3-15,0 0-8 16,8 0-4-16,7 0 1 16,7 18 7-16,6 6 18 15,0 5-13-15,10 6 1 16,-6 5-3-16,13 18-6 15,11 23-3-15,4 15-1 0,15 14 0 16,-6 16 4-16,-5-2-5 16,-12 18 1-16,-12 6-2 15,-12 10 2-15,-13 5-3 16,-6-4 1-16,-9 5 0 16,0 6-1-16,-15 1-4 15,-34 1 2-15,-16-4-51 16,-6-9 53-16,-1-3 1 15,-8-11 0-15,-3-17-1 16,5-19 1-16,3-17 0 16,11-16 5-16,0-15-2 15,-1-5 13-15,5-15-11 16,0-9-5-16,0 1 0 0,4-9-1 16,5-3-1-1,-5 1-6-15,11-7 0 0,-2-1-3 16,6-4 0-16,13-1-4 15,5-4-6-15,8-3-17 16,2-2-26-16,13 0-46 16,0 0-54-16</inkml:trace>
  <inkml:trace contextRef="#ctx0" brushRef="#br0" timeOffset="156144.1663">24348 11196 140 0,'-6'-24'69'0,"6"24"-69"0,0 0 28 16,0 21-1-16,47 26-2 15,13 16 4-15,0 12-2 16,0 15 1-16,-4 7-10 16,-20 10-6-16,-16-1-8 15,-7-1-1-15,-13 0 0 16,0 4-1-16,0-6-1 15,-5 4 1-15,-40-4-2 16,-10-9 0-16,-6-7 0 16,6-13 3-16,3-20-3 15,12-7 0-15,1-20-10 16,13-7-5-16,-2-3-11 16,0-11-14-16,28-6-35 0,-10 0-75 15</inkml:trace>
  <inkml:trace contextRef="#ctx0" brushRef="#br0" timeOffset="217756.506">17972 11993 136 0,'4'0'42'0,"-4"0"-3"16,0 0 19-16,0 0-12 15,0 0-10-15,4 0 5 16,-4 0 0-16,5 0-4 16,-5 0-8-16,0 0-11 15,0 0-10-15,0 0-6 16,0 9-2-16,0 9 0 16,-28 27-19-16,-32 19 5 15,-13 18 6-15,-15 9 6 0,0-1-8 16,4-3 4-16,-4-8 4 15,20-10 1-15,12-15-2 16,15-14-3-16,13-6-13 16,13-16-3-16,11-7-7 15,4-6 0-15,0-5-20 16,0 0-29-16,0 0-15 16,0-2-13-16</inkml:trace>
  <inkml:trace contextRef="#ctx0" brushRef="#br0" timeOffset="221957.8127">17163 12097 77 0,'-11'-1'60'16,"11"1"-31"-16,0-4 9 15,0 4 1-15,0 0-17 16,0 0-4-16,0 0 1 16,0 0-1-16,0 0-7 15,-4 0-3-15,4 0-3 16,0 0-2-16,0 0-3 15,0 5-2-15,0 23 0 0,28 17 2 16,23 15 2 0,5 10 0-16,-6 4-1 0,5-1 1 15,-3 1 1-15,-1-11-2 16,-1-2-1-16,1-15 0 16,-8-11 0-16,-7-6 0 15,-3-17 0-15,-16-4-1 16,-2-5-1-16,-2-3-1 15,-3 0 3-15,8 0-4 16,1 0-19-16,9 0-25 16,-20-3-47-16</inkml:trace>
  <inkml:trace contextRef="#ctx0" brushRef="#br0" timeOffset="222365.1867">18064 13118 99 0,'-32'0'102'0,"32"0"-69"16,0 0 9-16,0 13 1 16,0 8-34-1,0 20-7-15,0 6 12 0,0-4-3 16,0-4-10-16,8-9 2 15,12-11-3-15,-7-1-1 16,2-7 1-16,-3-5-2 16,3-1-10-16,-6-5-26 15,6 0-23-15,-2 0-13 16,-5-9 6-16</inkml:trace>
  <inkml:trace contextRef="#ctx0" brushRef="#br0" timeOffset="222521.4287">18180 12990 118 0,'0'-40'61'16,"0"34"5"-16,0 1 5 16,0 5-24-16,0-4-28 15,0 4-9-15,0 0-10 16,0 0-2-16,0 0-29 16,0 0-57-16,0 0-31 15,4 6-19-15</inkml:trace>
  <inkml:trace contextRef="#ctx0" brushRef="#br0" timeOffset="222709.1723">18180 12990 103 0,'171'16'29'0,"-166"7"14"16,-1 12-15-16,5 19 0 15,-5 2-11-15,7 3-10 16,-7-7-5-16,-4 4 0 15,0-5-2-15,0-10-5 16,0-4-28-16,0-37-32 16,0 0-45-16</inkml:trace>
  <inkml:trace contextRef="#ctx0" brushRef="#br0" timeOffset="222888.8597">18351 13275 124 0,'-19'-24'85'15,"19"18"-38"-15,0 4 2 16,0-4-27-16,0 4-17 16,37-7 5-16,1 1 1 15,7 0-9-15,2-3-2 16,-2-3-6-16,7-3-31 16,-11-2-39-16,-31 11-30 15</inkml:trace>
  <inkml:trace contextRef="#ctx0" brushRef="#br0" timeOffset="223085.3634">18697 13006 15 0,'0'0'104'0,"0"0"-85"0,0 39 39 16,0 11 3-16,6 7-18 16,-6 6-17-16,0 0-4 15,0-9-12-15,0-5-7 16,0-11-1-16,0-9-2 15,0-14-13-15,0-3-20 16,0-12-25-16,0 0-36 16,0 0-49-16</inkml:trace>
  <inkml:trace contextRef="#ctx0" brushRef="#br0" timeOffset="223496.4394">18776 12163 116 0,'4'-25'56'0,"-4"25"-5"16,0 0 4-16,0 0-20 15,0 0-27-15,0 11-4 0,0 17-1 16,-23 8 7-16,-9 9 2 16,-5-3-4-16,5-4-3 15,0-2-2-15,8-10 1 16,11-6 0-16,7 0-2 16,6-9-2-16,0 2-1 15,0 2 0-15,0-3 1 16,23 1 0-16,10-4 1 15,10-5 0-15,2-4-1 16,2 0 3-16,-2 0 2 16,-13 0-5-16,-13 0-8 15,-10 4-27-15,-9 7-38 0,0-3-42 16,0 3-38-16</inkml:trace>
  <inkml:trace contextRef="#ctx0" brushRef="#br0" timeOffset="223668.4251">18549 12766 15 0,'-28'18'109'0,"28"-18"-63"16,0 0 31-16,0 0-23 15,0 0-35-15,23 0-9 16,20 0 11-16,7 0-7 16,1 0-13-16,1 0-1 15,3-11-9-15,10-6-44 16,-48 10-57-16,2-7-84 0</inkml:trace>
  <inkml:trace contextRef="#ctx0" brushRef="#br0" timeOffset="223902.1642">19327 12370 157 0,'0'-4'51'15,"0"4"-13"-15,0 10 13 16,-19 34-38-16,-22 9-9 16,-2 8 1-16,3-4-3 15,1-3 2-15,13-8-4 16,3-6 0-16,3-4-5 16,12-5-16-16,-3-9-23 0,11-22-44 15,0 0-69-15</inkml:trace>
  <inkml:trace contextRef="#ctx0" brushRef="#br0" timeOffset="224149.3491">18928 12429 104 0,'-13'-19'73'15,"13"19"-48"-15,0 0 17 0,37 19-16 16,27 16 40-1,5 5-33-15,10 7-6 0,-4-2 2 16,-10 2-11-16,-5-2-12 16,-11-3-5-16,-2-4-1 15,-10 3 0-15,-5-9-16 16,-9-4-14-16,-14-6-5 16,-3 1-11-16,-6-23-40 15,0 0-36-15</inkml:trace>
  <inkml:trace contextRef="#ctx0" brushRef="#br0" timeOffset="225100.5406">23456 11680 167 0,'0'0'79'0,"0"0"-48"16,0 0 19-16,-6 0-23 15,-12 12-23-15,-9 26-3 16,-6 15 10-16,-9 9 0 0,-4 3 0 16,-5 3-5-16,-9-1 0 15,0 4-5-15,0-9 2 16,4-2-3-16,15-9 0 15,18-12-2-15,10-15-8 16,13-14-14-16,0-6-9 16,0-4-25-16,0 0-20 15,0-5-2-15</inkml:trace>
  <inkml:trace contextRef="#ctx0" brushRef="#br0" timeOffset="225355.8468">22989 11754 159 0,'-16'-19'62'0,"16"19"-1"16,0 0-8-16,0 0-32 16,0 0-18-16,0 37-2 15,28 19 32-15,5 12 3 16,-6 3-22-16,6 4-6 15,-6-3-6-15,6 3 0 16,1-1-2-16,-2-1-18 16,-4-4-28-16,13-1-13 15,-33-57-35-15,7-7-38 16</inkml:trace>
  <inkml:trace contextRef="#ctx0" brushRef="#br0" timeOffset="225610.4054">23645 12414 156 0,'-24'0'72'0,"11"0"-51"16,-6 9 23-16,6 15-19 16,-2 2-10-16,7 3 0 15,3-3-3-15,5-1-2 0,0-4-3 16,0-1-4-1,0-5-2-15,0 0 0 0,0-5-1 16,17-5-9-16,7-1-10 16,0-4-15-16,8 0-21 15,-24 0-19-15,-3-11-3 16</inkml:trace>
  <inkml:trace contextRef="#ctx0" brushRef="#br0" timeOffset="225762.9236">23645 12414 120 0,'-120'-156'95'0,"120"153"-35"16,0 3-3-16,0-3-32 15,0 3-22-15,0 0-2 0,0 0-2 16,0 0-15 0,0 0-78-16,0-3-42 0</inkml:trace>
  <inkml:trace contextRef="#ctx0" brushRef="#br0" timeOffset="226113.0563">23840 11846 93 0,'4'-4'73'15,"-4"4"-41"1,0 0 18-16,0 33-23 0,-10 9-9 16,-23 5-4-16,6-9-7 15,9-5 0-15,3-8 4 16,7-9 1-16,8-3-7 16,0-5-5-16,0-1 0 15,0-1-1-15,0 0 1 16,13-1 1-16,30-5 1 15,8 0 2-15,3 0-4 16,1-7 0-16,-7-11-1 16,-16 0-5-16,-9 11-9 0,-14-2-18 15,-9 9-23 1,0 0-39-16</inkml:trace>
  <inkml:trace contextRef="#ctx0" brushRef="#br0" timeOffset="226296.1501">23853 12270 178 0,'0'0'32'15,"0"0"-2"-15,0 0 18 16,23 0-11-16,18-10-7 16,-4-4-17-16,1 6-6 15,-10 0-7-15,-6 5-10 16,-16 3-49-16,-2-3-89 15</inkml:trace>
  <inkml:trace contextRef="#ctx0" brushRef="#br0" timeOffset="226550.7651">24361 11875 198 0,'0'-8'66'16,"0"8"-18"-16,0 0 11 16,0 0-39-16,-8 29-19 15,-29 14 0-15,-10 14 4 0,0-2-1 16,10-9-3-16,1-8-1 16,12-5-4-16,1-6-13 15,6-3-12-15,-3-5-26 16,20-19-37-16,0 0-46 15</inkml:trace>
  <inkml:trace contextRef="#ctx0" brushRef="#br0" timeOffset="226782.2746">24065 11904 165 0,'0'-12'48'0,"0"12"-21"0,15 0 21 15,13 18-2-15,9 17-2 16,-1 6-15-16,0 2-12 16,3 1-11-16,-7-3-4 15,0-3 0-15,-10-2-2 16,1-7-7-16,-3-5-23 16,-7-2-10-16,2-7-13 15,-15-15-13-15,0 0-42 16</inkml:trace>
  <inkml:trace contextRef="#ctx0" brushRef="#br0" timeOffset="228571.6552">24153 10389 99 0,'-32'0'43'0,"32"0"-16"15,0 0 41-15,0 0-5 16,0 0-22-16,0 0-8 16,0 0-4-16,0 0-9 15,0 0-5-15,0 0-6 16,0 0-5-16,4 0-4 16,33 0 1-16,14 0 5 15,9 0-2-15,0 0-3 16,0 0-1-16,5 0 1 15,-10 0-1-15,1 0 0 0,-9 0 1 16,-14 0-1-16,-6 0 0 16,-14 0-1-16,-8 0 1 15,-5 0 0-15,0 0-1 16,0 0 0-16,4 0-2 16,2 0-1-16,7 15 1 15,7 6 3-15,-8 7 0 16,8 10 1-16,-7 9-1 15,-3 11 3-15,-5 16-2 16,-5 12-1-16,0 12 0 16,0 9 0-16,0 14 1 15,0 5-2-15,0 17 1 0,0 14-1 16,4 8-4-16,15 7 5 16,-2-6 0-16,7-9 0 15,4-6 0-15,0-4 0 16,8-11 0-16,-8-8 0 15,4-11 0-15,-4-7-1 16,-9-4 1-16,-1-6 1 16,-8-8 3-16,-5-6 0 15,-1-10-3-15,-4-12-1 16,4-5 0-16,-4-20 2 16,0-7-4-16,4-11 4 15,-4-10-2-15,0 0 0 16,0 0 1-16,0 2 0 0,0 7 2 15,0 3 0 1,0-5-1-16,0 1 0 0,0-2 0 16,0-4-1-16,0-6 2 15,0 5 0-15,0-6-1 16,0-6-1-16,0 7 0 16,0-2-1-16,0 3 0 15,0 4 0 1,0-1 0-16,0 0-1 0,0 0 1 15,0-2 0-15,0 6 0 16,0 4 1-16,0-1-1 16,0 7 0-16,0-3 0 0,0 5 0 15,0-2 0-15,0 1 0 16,0 1 0-16,0-4 0 16,0-7 0-16,0-12 0 15,0 0 0-15,0-4 2 16,0 0 0-16,0 0 2 15,0 0 3-15,0 0 5 16,0 0 0-16,0 0-6 16,0 0-2-16,0 0 0 15,0 0 3-15,-12 0 4 16,-21 0-8-16,-14 0-3 16,-13 0 0-16,-8 0 0 15,-12 5-6-15,-3 8-3 16,-1 5-7-16,2 3-19 15,-6 3-7-15,5 1-14 0,59-17-37 16,1-5-23-16</inkml:trace>
  <inkml:trace contextRef="#ctx0" brushRef="#br0" timeOffset="239407.6567">6066 16665 200 0,'-56'8'67'16,"47"-8"-63"-16,9 0 13 15,0 0 45-15,0 0-13 16,0 0-28-16,0 0-14 16,0 0 4-16,0 0-1 15,0 0-1-15,0 0-3 16,0 0-1-16,0 0 3 0,0 0-4 15,0 0-1 1,0 0-1-16,0 0-1 0,0 0 0 16,0 0-1-16,0 0 0 15,0 0-1-15,0 0 0 16,0 0-3-16,0 0 2 16,13 0 0-16,15 0 2 15,15 0 0-15,6 0 1 16,3-6 0-16,-1 4 0 15,1-1-1-15,-11 0 0 16,-7 3 0-16,-6-4 0 16,-11 4-1-16,-4-1 0 15,-13 1-7-15,0 0-5 16,6-3-10-16,-6 3-5 16,0 0-8-16,0 0-10 0,0 0-23 15,0 0-16-15,0 0-29 16</inkml:trace>
  <inkml:trace contextRef="#ctx0" brushRef="#br0" timeOffset="239738.5655">5974 16941 115 0,'-11'22'50'0,"11"-22"-50"15,0 0 26-15,0 3 19 0,38 0-22 16,18 2 15-16,-2 1-5 16,-3-4-4-16,1-2-8 15,-11 3 4-15,1-3-12 16,-1 0-1-16,-4 0 0 16,8 0-6-16,0 0 4 15,-7 0-6-15,-8 0-3 16,-8 0 1-16,-7 0-1 15,-7 0 0-15,-3 0-1 16,-5 0-4-16,0 0-15 16,0 0-9-16,0 0-12 15,0 0-10-15,0 0-44 16,0 0-39-16</inkml:trace>
  <inkml:trace contextRef="#ctx0" brushRef="#br0" timeOffset="242317.6549">11599 13641 86 0,'0'-5'37'16,"0"1"-18"-16,0 4 16 15,0-4 2-15,0 1-16 16,5 3-3-16,-5 0 6 16,0-4 5-16,0 4-3 15,0 0-3-15,0 0-4 16,0 0-3-16,0 0-3 16,0 0-5-16,0 0-8 15,0 0-1-15,0 4-5 16,0 28-2-16,0 13 6 0,-17 11 2 15,-7-1 3-15,11-5-3 16,7-6-1-16,6-5 1 16,0-10 0-16,0-6-2 15,0-10 0-15,0-7 0 16,6-3 1-16,7-3-1 16,2 0 2-1,-2 0 1-15,6 0 1 0,-2 0-2 16,3 0-13-16,-3-9-11 15,-2-16-26-15,-11 11-50 16,-4 1-96-16</inkml:trace>
  <inkml:trace contextRef="#ctx0" brushRef="#br0" timeOffset="242776.6702">11595 13437 114 0,'24'-10'65'16,"-24"10"-65"-16,4 0 6 16,-4 0 29-16,0 0-29 15,0 0-4-15,0 0-2 0,0 0 0 16,0 0 0-1,0 0 0-15,0 0 4 0,0 0 2 16,0 0 6-16,0 0 10 16,0 0 6-16,0 0 0 15,0 0-3-15,0-6-13 16,0-4 0-16,0 1-1 16,0 3-1-16,0 4-1 15,0 0-1-15,0 2-4 16,0 0-3-16,0 0-1 15,0 0 0-15,0 0-2 16,0 0 0-16,0 0 1 16,0 0-2-16,0 0-6 15,0 0-5-15,0 0-4 0,-4 0 10 16,-16 0 0-16,-7 0-8 16,-6 0-14-16,16 0-39 15,-2 0-61-15</inkml:trace>
  <inkml:trace contextRef="#ctx0" brushRef="#br0" timeOffset="243526.424">11587 12836 50 0,'4'-6'57'0,"-4"6"-34"15,0-3 15-15,0 3 2 16,0 0-19-16,0 0-6 15,0 0 3-15,0 0-3 0,0-3-5 16,0 3-4-16,0 0 4 16,0 0 1-16,0 0-6 15,0 0-3-15,0 0 0 16,0 0-2-16,0 19-2 16,-41 32 2-16,-15 23 0 15,-8 15 2-15,-7 6-2 16,3-2-2-16,10-9 2 15,0-13 0-15,17-14 0 16,9-14 0-16,4-14 0 16,13-9 0-16,6-11 0 15,9-7 0-15,-4-2-1 0,4 0-5 16,0 0-11-16,0 0-18 16,0 0-13-16,0 0-5 15,0-11-72-15</inkml:trace>
  <inkml:trace contextRef="#ctx0" brushRef="#br0" timeOffset="243803.7841">11018 12911 66 0,'-4'-20'66'16,"4"20"-61"-16,0 0 8 15,0 12 16-15,45 26 15 16,15 11-3-16,6 1-7 0,-3 8-4 16,7-7-5-16,-9-1-10 15,-6-4-9-15,-5-8-3 16,-7-3-2-16,-7-1 0 16,-4-9-1-16,-8-2-1 15,-5-4-14-15,-6-3-13 16,-2 0-19-16,-11-16-27 15,0 4-26-15</inkml:trace>
  <inkml:trace contextRef="#ctx0" brushRef="#br0" timeOffset="245254.174">8770 16228 171 0,'-4'-19'58'0,"4"14"-42"16,0-1 28-16,0 0 10 16,0 3-25-16,0 1-11 15,0 2 6-15,0 0 6 16,-4 0-3-16,2 0-5 15,2 0-3-15,0 0-3 16,0 0-10-16,0 0-6 16,0 0 0-16,0 13-6 15,0 22-3-15,0 17 8 16,0 19 1-16,0-2 2 16,0-6 0-16,0-5-2 15,0-12 0-15,0-3 0 16,0-7 0-16,0-10 1 0,0-6-1 15,0-6 2-15,0-6-2 16,-9-3-2-16,9 3-12 16,-4-3-15-16,0 3-21 15,-1 6-6-15,1 0-2 16,2-9-26-16,-7-2-46 16</inkml:trace>
  <inkml:trace contextRef="#ctx0" brushRef="#br0" timeOffset="245612.8248">8200 16977 97 0,'-22'14'57'16,"22"-14"-53"-16,0 0 34 16,0 0 2-16,0 0-26 15,33 0-4-15,18 0 33 16,13 0-5-16,16 0-11 16,8 0 1-16,4-4-4 15,0-9-7-15,0 2-1 0,-12-1 2 16,-12 2-13-1,-8-1-1-15,-8 6-3 0,-11-3-1 16,-5 3-2-16,-8-1-21 16,-2 6-11-16,-7 0-33 15,-8 0-15-15,-11 0-36 16</inkml:trace>
  <inkml:trace contextRef="#ctx0" brushRef="#br0" timeOffset="246697.919">9656 16127 158 0,'-26'-7'49'16,"26"7"-20"-16,0 0 28 15,0 0-17-15,0-4-28 16,0 4-2-16,0-2 4 15,0 2-4-15,0 0-3 16,20 0-4-16,33 0 0 16,22 0 12-16,18-2-4 15,3-8-5-15,3 0 3 16,-7-5-1-16,-15 5-6 16,-17-1-1-16,-17 6 0 15,-15 3-1-15,-11-1-5 16,-6 3-13-16,-2 0-11 0,-9-4-17 15,0 0-32 1,0-3 78-16,0 3-104 0</inkml:trace>
  <inkml:trace contextRef="#ctx0" brushRef="#br0" timeOffset="247637.7225">9658 16200 48 0,'-8'-2'102'0,"8"-2"-75"16,0 4 11-16,0 0 15 15,0 0-24-15,0 0-17 16,0 0 3-16,0 0 2 16,0 0-7-16,0 0-3 15,0 0-1-15,15 15-4 16,32 11 20-16,11 10-7 15,11 8-8-15,-1-1-4 0,7-3-3 16,-10 1 0-16,-5-9 1 16,-9-3 1-16,-12-14-2 15,-18-4 0-15,-8-6 2 16,0-5-2-16,-13 0 1 16,2 0 1-16,-2 0 0 15,0 0 0-15,0 0 0 16,0 0 0-16,0 6-2 15,0 10-3-15,0 9 0 16,-41 9 3-16,-10 16 0 16,-9-1 0-16,0-1 0 15,0 8-1-15,-3-6 0 0,10-2 1 16,10-4-1-16,6-14 1 16,10-2 0-16,16-10-2 15,2-5-2 1,5-4 3-16,4-3 1 0,0-6 0 15,0 3 1-15,0-1 1 16,0 0 1-16,43-2 5 16,13 0 1-16,12 0-2 15,16 0 0-15,8 0 5 16,7 0-6-16,6-7 0 16,4-12-2-16,3 2 0 15,-1-2-2-15,-8 0 2 16,-13 1-2-16,-10 0 0 0,-16 3 1 15,-17 2-3-15,-15 3 1 16,-8 4 2-16,-11 1-2 16,-9 4 0-16,1-1 1 15,-5 2-2-15,6 0-1 16,-6 0 1-16,0 0 0 16,0 0 0-16,0 0 1 15,0 0-1-15,0 0 0 16,0 0 0-16,0 0-2 15,0 0-3-15,0 0-2 16,0 0-3-16,0 0-3 16,0 0-3-16,0 0 0 0,0 0 0 15,0 0-13 1,0 0-10-16,0 0-14 0,0 0-28 16,0 0-33-16</inkml:trace>
  <inkml:trace contextRef="#ctx0" brushRef="#br0" timeOffset="255537.924">11198 15856 60 0,'9'-21'67'0,"-3"6"-40"15,3-4 23-15,2 2 1 16,-3 2-20-16,-6 3-4 16,3 7 4-16,1-1-9 0,-6 6 0 15,0 0-2 1,0 0-7-16,0 0-4 0,0 0 4 15,0 0-5-15,0 0-8 16,0 11-3-16,0 23-4 16,0 10 6-16,0 10 1 15,0-1 2-15,0-4-2 16,0-2 1-16,0-2-1 16,0-1-1-16,15-7 0 15,7-1 1-15,12-8-3 16,-4-7 2-16,2-4 1 15,0-4 0-15,0-11 0 16,1-2 1-16,1 0 1 16,2 0 4-16,1-8 1 15,-1-19-3-15,-1-7-2 0,-7-9-2 16,-7-6-2-16,-2 0-3 16,-10-6 0-16,-3 0 1 15,-6 10-1-15,0 1 0 16,0 10 3-16,-19 14 0 15,0 6-1-15,2 5 2 16,2 7-1-16,2 2 2 16,2 0 1-16,2 0 0 15,-10 0-1-15,0 6-1 16,-7 26-2-16,-17 11 3 16,7 15 2-16,3 4 4 15,1 3 3-15,13 1-3 0,10-2 0 16,9 3 0-1,0 0-2-15,0-5-1 0,37 0 6 16,4-8-5-16,2-2-4 16,-3 0 2-16,7-3-1 15,-6-4-1-15,-4-7 0 16,-3-8-13-16,-13-7-6 16,5-8-13-16,-4-9-19 15,1-6-11-15,-23 0-17 16,0-8-26-16</inkml:trace>
  <inkml:trace contextRef="#ctx0" brushRef="#br0" timeOffset="255897.5546">12314 15757 16 0,'0'-31'139'0,"0"26"-99"16,0 5 15-16,0 0 15 15,0 0-29-15,0 0-22 16,0 0 9-16,0 30-7 16,0 18-9-16,-15 20 7 15,-5 15-2-15,7 2-6 0,5 0 2 16,1-11-3-16,7-1-6 15,0-10 1 1,0-5-2-16,0-9 2 0,35-9-5 16,1-2 0-16,5-2 0 15,-5-6-10-15,10-8-4 16,-12-9-17-16,2-13-23 16,1 0-10-16,6-22-42 15,-30-9 9-15</inkml:trace>
  <inkml:trace contextRef="#ctx0" brushRef="#br0" timeOffset="256169.8299">13251 15620 259 0,'0'-17'60'16,"0"17"-28"-16,0 0 16 15,0 0-26-15,0 44-20 16,-9 12 6-16,-29 23 11 16,-3 6-7-16,-6 7-5 15,-7 13-4-15,-2 0 1 16,9-7-4-16,9-5-2 16,3-19-13-16,16-23-15 15,6-16-3-15,7-24-28 0,6-11-59 16,0-11-81-16</inkml:trace>
  <inkml:trace contextRef="#ctx0" brushRef="#br0" timeOffset="256429.9975">12687 15799 165 0,'0'-30'120'0,"0"30"-113"16,0 0 16-16,0 1 12 15,4 28-29-15,39 15 34 16,6 9-10-16,3 12-16 16,-1 5 1-16,-1 7-3 0,1-6 0 15,-4-4-7-15,7 2-2 16,-3-7-2-16,1-9 0 16,4 2-1-16,-7-9-10 15,7-11-17-15,-3-7-10 16,3-14-47-16,-49-14-34 15,3 0-42-15</inkml:trace>
  <inkml:trace contextRef="#ctx0" brushRef="#br0" timeOffset="256663.7611">13727 16437 97 0,'-8'34'90'16,"-12"10"-43"-16,7-2 21 0,13 4-9 15,0-6-35-15,0-2-3 16,0-4 3-16,0-5-10 16,22-7-8-16,-3-4 2 15,5-7-1-15,-7-6-4 16,-2-2 0-16,-2-3-3 16,2 0-6-16,-7 0-16 15,1-27-16-15,-9 5-40 16,0-6-77-16</inkml:trace>
  <inkml:trace contextRef="#ctx0" brushRef="#br0" timeOffset="256812.5666">13620 16179 124 0,'-17'-21'181'0,"17"20"-159"15,0-5-11-15,0 0 4 16,36 2-15-16,16-2-19 15,-35 3-60-15,-2-4-48 16</inkml:trace>
  <inkml:trace contextRef="#ctx0" brushRef="#br0" timeOffset="257113.2964">14008 15596 9 0,'-8'-23'303'0,"8"23"-257"16,0 0-22-16,0 0 25 16,23 0-31-16,22 13-5 15,15 23 13-15,-4 16-6 16,4 13-8-16,-4 25-3 16,-9 20 0-16,-11 10-4 15,-25 15-1-15,-11 5-2 16,0-9 1-16,-23-10-2 15,-29-18 1-15,9-16-2 16,7-23-5-16,8-15-8 16,11-15-9-16,-3-16-20 15,1-9-22-15,11-9-36 16,-1 0-14-16</inkml:trace>
  <inkml:trace contextRef="#ctx0" brushRef="#br0" timeOffset="271738.303">8539 17340 92 0,'0'-11'66'0,"0"11"-36"16,0-3 10-16,0 3-10 16,0 0-11-16,0 0 1 15,0 0 0-15,0-2 4 16,0 2-7-16,0 0-9 15,0 0-2-15,0 0-4 16,0 0-2-16,0 0-1 16,0 0-1-16,0 0 0 15,0 2-2-15,0 18 3 0,0 6 1 16,0 10-1-16,17 8 2 16,-8 1-1-16,1 2 0 15,7-2 2-15,-6-1 0 16,6-1 0-16,-6-9-1 15,0-5-1-15,-3-8 2 16,-3-10-2-16,-1-2 0 16,-4-8 0-16,0-1 0 15,4 0-1-15,-4 0-2 16,0 0 3-16,7 0 0 16,-7 0 0-16,0 0 2 15,0-10 3-15,0-17-1 0,0-7-4 16,0-2-4-16,0-2-4 15,0 2-9-15,0 1 4 16,0 3-11-16,0 4 1 16,0 5 5-16,0 1-1 15,8 0 3-15,11-2 9 16,3 0 5-16,-3 4 2 16,3 0-1-16,-7 8 1 15,4-2-5-15,-2 3-4 16,2-1 0-16,1 2 4 15,-7 2 3-15,-5 5 2 16,-1-2-2-16,1 5 2 16,-8 0 0-16,5 0 0 15,-1 0 0-15,-4 0 0 16,0 0 0-16,0 0-2 0,0 0-1 16,0 0 0-16,0 0-2 15,4 0 4-15,7 0-1 16,-3 8 2-16,3 9 0 15,-9 5-1-15,9 2 1 16,-7 8 0-16,7 4 2 16,-9 5 2-16,9-4 0 15,6-1-2-15,-2-5 0 16,-2-6 0-16,2-1 1 16,-11 1 1-16,5-1 2 15,2-2-3-15,-11 2-1 16,4-2-2-16,-4-5 0 0,0-6 1 15,0-4 0-15,0-4 0 16,0 0 3-16,0 0 3 16,0-3 3-16,0 0 3 15,0 5-7-15,0 1-6 16,0 2 1-16,0 0 1 16,0-2-2-16,0-4 1 15,0-2-1-15,4 0-1 16,3 0 1-16,-5 0 1 15,-2 0 3-15,0 0-3 16,0 2 2-16,0-2-3 16,0 0-10-16,0 0-5 15,0 0-7-15,0-22-27 0,0 9-39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44:35.22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2681 6583 156 0,'-2'0'46'0,"2"0"10"15,0 0-17-15,0 0-15 16,0 0-6-16,0 0-6 15,0 0-2-15,0 0-1 16,0 0 2-16,0 0 4 16,0 0-2-16,0 0-2 15,0 0 1-15,0 0-1 16,0 0-6-16,0 0-3 16,0 0 0-16,0 0 1 0,0 0-3 15,0 0 1-15,2 0 2 16,35 0 11-16,10 0 2 15,-2 0-8-15,6-2 3 16,9-10-1-16,7 2 0 16,10-5-1-16,3 2-3 15,3 0 3-15,3-4-2 16,15 1-4-16,-7 0 2 16,9-1-3-16,-9 1-1 15,7 4 1-15,-8-3-1 16,-8 1 0-16,-7 1 1 15,-6-1-1-15,-7 3 2 0,-9 0 1 16,-18 4 0 0,1-1 0-16,-3-2-4 0,1 3 2 15,-1 0-1-15,3 1 0 16,2-3 2-16,-5 2-1 16,11-5 1-16,-2 4 1 15,9-3 0-15,10-3-1 16,11 3 0-16,0-5-1 15,5 5 0-15,-7-3-1 16,2-1 0-16,4 1 2 16,-4 0-2-16,0 4 1 15,-2 2-2-15,-11 0 0 16,-2 2 1-16,7 3-1 0,-11 0 0 16,-1 2 0-1,-5-3 0-15,3-2 0 0,-8 5 0 16,3-2 1-16,-10-3 0 15,9 1 1-15,-2-1 0 16,7 1 2-16,8-3-2 16,6 2 0-16,12-5 0 15,1 1-1-15,-2 2 0 16,-2-1-1-16,-6 5 0 16,4-6 0-16,-2 9 0 15,6-2 0-15,-2-1 0 16,-11 4 0-16,5-2 0 15,2-1 0-15,-11 1 1 16,4-2-1-16,-13 2 0 0,5 0 0 16,4 2 0-16,3 0 0 15,9 0 0-15,4 0 1 16,-1-3 0-16,8 0-1 16,5 0 1-16,2 1 0 15,-4-2-1-15,4 4 0 16,-4-2 0-16,-2 2 1 15,-7 0-1-15,-2 0 0 16,-11 0 1-16,-2 0-1 16,-12 0 0-16,-5 0-1 15,-9 0 1-15,1 0 0 16,-7 0-1-16,6 0 1 16,-4 0-1-16,5 0 1 0,6 0 2 15,-7 0-2-15,11 0-1 16,1 2 1-16,7 4 0 15,3 0 1-15,2-1-1 16,0 1 0-16,0-1 0 16,-4-3 0-16,9 5 1 15,5-6-1-15,5-1 0 16,0 3 0-16,5 1 0 16,-12-1-1-16,7-2 1 15,1 2 0-15,-8 0 0 16,-3-3 0-16,-1 4 1 15,-4-2-1-15,4 0 0 16,-4 1 0-16,7-3 1 0,-7 3-1 16,-7-3 0-16,3 0 0 15,-2 1 1-15,2 3-1 16,-1-1 0-16,1-1 0 16,2 0 0-16,2-2 0 15,9 6 2-15,-1-3-2 16,12 3 0-16,6-3 0 15,-1-1 0-15,3 1 0 16,-4-1 0-16,-7 1 0 16,-2-3 0-16,-10 0 0 15,-10 0 0-15,-10 0 0 16,-2 0 1-16,-8 0-1 16,-1 0 0-16,-2 0 0 0,5 0 0 15,1 0 1-15,3 0-1 16,0 0 1-16,14 0-1 15,1 0 2-15,13-8-2 16,6-3 1-16,-2 0-1 16,6 1 0-16,5 0 0 15,-1 0 1-15,-3 2-1 16,3 1 0-16,-7-2 0 16,-1 7 0-16,-11-2 0 15,-8 4 0-15,-13-2 0 16,-20 2-1-16,3 0 1 0,-11 0 0 15,-2-2 0 1,-2 2-1-16,-7-3 1 0,4 3 0 16,-3 0 0-16,10-3 0 15,-7 0 0-15,12 1 1 16,-5 2-1-16,-9-4 0 16,9 2 1-16,-8 2-1 15,-1-4 0-15,0 4 0 16,-1 0 0-16,5 0 0 15,3-2 0-15,4 2-1 16,3-3 2-16,3 3-2 16,-1 0 1-16,1 0-1 15,5 0 0-15,0 0 1 16,-15 0-1-16,2 0 0 16,-11 0 1-16,1 0 0 0,-1 0 0 15,-4 0 0 1,0 0 1-16,0 0-1 0,0-2 1 15,0 0-1-15,0 2 1 16,6 0 0-16,-6 0 0 16,5-4 0-16,-1 4-1 15,-4 0 0-15,4 0 0 16,0 0 0-16,1 0 0 16,-5 0 0-16,0 0 0 15,0-3-1-15,0 0 1 16,0 2 0-16,0 1 1 15,0-5 0-15,0 5 0 0,0 0 0 16,4 0 0-16,-4 0 0 16,6 0-1-16,-6 0 0 15,0 0 0-15,0 0 1 16,0 0-1-16,0 0 0 16,0 0 0-16,0 0 0 15,0 0-1-15,0 0 0 16,0 0 0-16,0 0-2 15,0 0-13-15,0 0-15 16,0 0-21-16,0 0-26 16,0 0-34-16,0 5-23 15</inkml:trace>
  <inkml:trace contextRef="#ctx0" brushRef="#br0" timeOffset="2867.6791">13631 4032 195 0,'-11'10'36'15,"11"-10"-18"-15,47 0 24 16,45 0 16-16,28-7-8 16,9-15-7-16,-2 0-8 15,-12 3-17-15,-18 2-14 16,-20 7-4-16,-17 4 0 15,-13 3-19-15,-10 3-32 16,-14 0-29-16,-23 0-61 0,0 0-52 16</inkml:trace>
  <inkml:trace contextRef="#ctx0" brushRef="#br0" timeOffset="13216.4045">12460 3332 50 0,'-5'54'34'15,"5"-32"-5"-15,0-6 4 16,0-3-13-16,0-6-9 16,0-6 10-16,0 3-5 15,0-4-4-15,0 0 3 0,0 0-8 16,0 0-7-1,0 0-16-15,0 0-91 0</inkml:trace>
  <inkml:trace contextRef="#ctx0" brushRef="#br0" timeOffset="13659.3549">12858 3045 226 0,'0'-15'61'0,"0"12"-1"15,0 3-9-15,0 0-25 16,0 0-12-16,0 0 0 16,0 0 4-16,0 0-8 15,0 3-10-15,0 21-1 16,0 16 0-16,0 14 1 0,0-4 2 15,0 3-1-15,0-7 0 16,0-6-1-16,0-2 0 16,5-9-2-16,5-1-8 15,3-7-30-15,2-1-20 16,-12-20-23-16,-3 0-68 16</inkml:trace>
  <inkml:trace contextRef="#ctx0" brushRef="#br0" timeOffset="13871.9168">12650 3690 125 0,'0'10'91'0,"5"-10"-56"16,63-4 23-16,27-23-6 15,1-2-23-15,-4 6-9 16,-14 3-5-16,-27 13-14 15,-14 3-1-15,-14 4-11 16,-3 0-32-16,-20 4-29 16,0 11-60-16</inkml:trace>
  <inkml:trace contextRef="#ctx0" brushRef="#br0" timeOffset="14290.8292">12811 3886 151 0,'-8'7'95'16,"8"10"-82"-16,0 15 3 16,0 15-7-16,0 18 0 15,0 8-2-15,0-2-4 16,0-8 1-16,0-16-2 15,0-13 0-15,0-19-1 16,0-12 0-16,0-3 3 16,0 0 9-16,4 0 20 15,15-33-14-15,3-15-11 0,16-14-7 16,7 2 0-16,3 12-1 16,-3 17-2-16,-7 14-1 15,-12 15 0-15,-7 2-2 16,5 0 1-16,-7 11-1 15,11 15 3-15,0 10 2 16,-9-4-2-16,-6-3 2 16,-7-9 0-16,-6-3-1 15,5-4-7-15,-1-5-4 16,0-8-40-16,-4 0-37 16,0 0-92-16</inkml:trace>
  <inkml:trace contextRef="#ctx0" brushRef="#br0" timeOffset="14866.9532">13648 3047 232 0,'0'0'81'0,"0"0"-25"16,0 0-7-16,0 0-37 16,19 0-10-16,41 0 8 15,13-6 4-15,21-5-7 16,5-2-2-16,-5 2 0 16,9-3-5-16,-10 3 1 15,-16 1-1-15,-15-2 0 16,-21 4-8-16,-20 6-15 15,-21 2-9-15,0-4 3 16,0 4-22-16,-13 0-60 16,-19 0-67-16</inkml:trace>
  <inkml:trace contextRef="#ctx0" brushRef="#br0" timeOffset="15296.3175">13611 3082 116 0,'-68'24'56'0,"63"-17"-10"16,5-1-16-16,0 3-17 15,0 5-2-15,33 3 34 16,22 4-24-16,10 1-5 16,3 3-6-16,1 1-2 15,-7 6-7-15,-13 2 0 16,-6 3-1-16,-25 7-2 0,-10 5-1 15,-8 5-3-15,0 8-10 16,-43 6 9-16,-23 2 0 16,-5-4 4-16,7-5 1 15,4-3 1-15,14-14 1 16,14-7 0-16,17-10-1 16,15-8 0-16,0-6 0 15,0-2 1-15,15-4 3 16,26-7 16-16,11 0-11 15,8 0 1-15,13 0 0 16,12-7 1-16,-1-11 4 16,-9-1 21-16,4 0-32 0,1-3-3 15,3 3 0 1,3 0-7-16,17-2-45 0,-79 10 4 16,6-3-102-16</inkml:trace>
  <inkml:trace contextRef="#ctx0" brushRef="#br0" timeOffset="15960.2097">14928 3240 150 0,'-13'7'99'0,"13"1"-53"16,0 12-13-16,-4 10-25 15,0 12-5-15,4 6 1 16,0-4-3-16,0-1 1 15,0-3-2-15,17-10 0 16,22-5 0-16,-3-10 0 16,3-10-1-16,-1-5 1 15,5 0-3-15,2 0 3 16,2-32-1-16,-6-6-2 16,-9-2-4-16,-8-3 1 15,-13-1 0-15,-11 0 6 16,0 4 2-16,0 9 9 0,-7 10 8 15,-21 15 6-15,-4 6-3 16,0 2-12-16,-5 50-10 16,-3 19-5-16,8 11 3 15,8 5 2-15,5-13 1 16,16-3-1-16,3-7-1 16,0-15-2-16,18-12-9 15,46-11-2-15,5-19-25 16,14-7 11-16,-46 0-34 15,-5-17-49-15</inkml:trace>
  <inkml:trace contextRef="#ctx0" brushRef="#br0" timeOffset="16195.6455">15715 3143 77 0,'0'-37'110'16,"0"37"-54"-16,0 0 6 15,0 7-34-15,0 41-22 16,0 18 0-16,-15 16 15 16,-2-1-12-16,2-4 0 15,2-3-6-15,11-10-3 16,-4-12 0-16,6-6-3 16,0-9-17-16,17-8-20 15,47-13-38-15,-25-16 8 0,6 0-3 16</inkml:trace>
  <inkml:trace contextRef="#ctx0" brushRef="#br0" timeOffset="16400.7603">16440 3150 140 0,'0'-44'96'15,"0"44"-16"-15,0 0-16 16,0 0-45-16,0 33-19 15,-4 13 0-15,-24 16 3 16,-4 3-3-16,-4 6 1 0,-5-3-1 16,-2 0-7-16,6-6-35 15,29-51-36-15,1-6-70 16</inkml:trace>
  <inkml:trace contextRef="#ctx0" brushRef="#br0" timeOffset="16622.2564">16131 3389 191 0,'0'0'71'16,"0"0"-43"-16,0 11 16 0,33 21 9 16,3 5-15-1,-4 1-21-15,0 3-10 16,3 1-6-16,-9-6-1 0,8 1-1 15,-8-4-26-15,12-10-39 16,7-12-42-16,-30-11 23 16,13 0 54-16</inkml:trace>
  <inkml:trace contextRef="#ctx0" brushRef="#br0" timeOffset="16809.4095">16732 3652 74 0,'-9'38'67'15,"-6"0"-10"-15,11-3-5 16,4-2-15-16,0-9-9 16,0 0 2-16,0-6-9 0,15-5-5 15,7-7 11-15,-3-1-27 16,0-3-5-16,5-2-25 16,8 0-46-16,-23 0 16 15,-1-19-52-15</inkml:trace>
  <inkml:trace contextRef="#ctx0" brushRef="#br0" timeOffset="16930.4853">16732 3652 3 0,'148'-121'140'0,"-172"77"-65"16,3 8-10-16,10 17-1 15,11 2-27-15,-4 10-22 16,4 0-12-16,0 6-3 16,0-2-14-16,0 3-27 15,0 0-85-15</inkml:trace>
  <inkml:trace contextRef="#ctx0" brushRef="#br0" timeOffset="17190.6084">16852 3137 143 0,'0'-20'59'15,"0"20"-46"-15,60 0 4 16,24 22 4-16,-1 30-10 15,-10 15-1-15,-21 12 0 16,-24 8 4-16,-28-4-7 16,0-6-3-16,0-9-4 15,-28-23 1-15,0-12 0 16,15-17-2-16,7-10 1 0,6-6-7 16,0 0-13-16,0 0-12 15,0-8-34-15,0-11-2 16</inkml:trace>
  <inkml:trace contextRef="#ctx0" brushRef="#br0" timeOffset="17537.4208">18055 3337 220 0,'-27'8'98'0,"27"-8"-88"15,0 0 21-15,17 0 3 16,49 0-33-16,16 0 10 15,6 0 5-15,-5 0-4 16,-8 0-4-16,-10 0-4 16,-5 0-4-16,-9 0 0 0,-6-4-2 15,-2 4-43 1,-17 0-20-16,-26-1-54 0,0-2-95 16</inkml:trace>
  <inkml:trace contextRef="#ctx0" brushRef="#br0" timeOffset="17811.8806">18604 3180 156 0,'-17'-14'72'15,"17"10"-24"-15,0 3 2 16,0 1-44-16,32 0-6 16,14 0 6-16,1 0 2 0,-2 19-3 15,-2 6 2-15,-15 8-2 16,-11 1-3-16,-7 2 2 15,-10-3-1-15,0-3 1 16,0 0 7-16,-10-5-2 16,-22-2-2-16,4-7 1 15,0-6 0-15,11-4-5 16,-3 0-1-16,7-6-2 16,-2 0-2-16,-2 0-14 15,11 0-33-15,2 0-77 16</inkml:trace>
  <inkml:trace contextRef="#ctx0" brushRef="#br0" timeOffset="18466.6658">19280 3358 125 0,'0'0'117'0,"0"17"-115"15,0 23 0-15,0 20 50 16,0 6-26-16,4 4-18 16,11 1-7-16,-2-9 1 15,2-5-2-15,-6-8-2 0,-5-11-12 16,0-11-30-16,-4-27-33 15,0 0-47-15</inkml:trace>
  <inkml:trace contextRef="#ctx0" brushRef="#br0" timeOffset="18690.1755">19220 3205 81 0,'0'-28'81'0,"13"19"-58"16,43 3 26-16,14-1-16 0,12 2-3 15,12-3-4-15,-1-1-10 16,-12 7-8-16,-14 2-7 16,-22 0-1-16,-18 0-24 15,-27 6-42-15,0 5-72 16</inkml:trace>
  <inkml:trace contextRef="#ctx0" brushRef="#br0" timeOffset="18871.0796">19437 3531 97 0,'0'21'46'0,"32"-21"1"15,39 0-8-15,-3 0-6 16,1-4-10-16,-13-3-5 15,-13 3-11-15,-22 4-7 16,-21 0-24-16,0 0-51 16,0 9-110-16</inkml:trace>
  <inkml:trace contextRef="#ctx0" brushRef="#br0" timeOffset="19038.156">19359 3923 119 0,'-23'31'66'15,"23"-31"-47"-15,0 0 8 16,28 0 6-16,28 0-16 16,8 0-1-16,4 0 0 0,12 0-5 15,-3-15-8-15,2-7-3 16,-55 9-28-16,-5 0-80 16</inkml:trace>
  <inkml:trace contextRef="#ctx0" brushRef="#br0" timeOffset="19261.8205">20241 3133 116 0,'0'-16'79'0,"0"16"-50"15,0 7 16 1,0 43-23-16,-4 21 19 0,-20 18-12 15,3 6-19-15,-3 0-8 16,5-2-2-16,14-10-1 16,5-6-15-16,0-66-62 15,0-10-34-15</inkml:trace>
  <inkml:trace contextRef="#ctx0" brushRef="#br0" timeOffset="19718.159">20745 3247 187 0,'-13'-7'60'0,"-2"7"-24"16,-6 39-2-1,-3 22-16-15,9 7-10 0,15-1-3 16,0-6 2-16,0-11-4 15,0-10-3-15,11-9 0 16,17-9 0-16,0-8 0 16,4-11-1-16,-4-2-5 15,4-1-2-15,9 0-9 16,-1-21-11-16,3-17-3 0,-11-10 4 16,-12-12-2-1,-12-3 11-15,-8 4 9 0,0 12 9 16,0 20 4-16,0 19 17 15,0 8 13-15,-19 0-15 16,2 38-16-16,-7 17-1 16,-12 15 1-16,4 0 17 15,-7-3 1-15,11 3-7 16,11-14-9-16,17-5-4 16,0-7-1-16,36-11 0 15,29-7-1-15,-1-4-3 16,15-11-20-16,-6-8-19 15,-45-3-50-15,-4 0 23 16</inkml:trace>
  <inkml:trace contextRef="#ctx0" brushRef="#br0" timeOffset="19951.1911">21629 3251 138 0,'0'-17'62'15,"0"17"-42"-15,-5 41 29 16,-27 16-18-16,0 12-8 16,0 5-3-16,0-3-4 15,8-6-4-15,13-7-10 16,11-8-2-16,0-8 0 16,0-4-1-16,0-12-22 0,39-9-20 15,-22-17-19 1,7 0-65-16</inkml:trace>
  <inkml:trace contextRef="#ctx0" brushRef="#br0" timeOffset="20139.2971">22161 3260 224 0,'0'0'38'15,"-9"9"19"-15,-34 31-25 16,-2 15-19-16,-11 7-4 15,-4 10-3-15,0 0-1 16,4-2-5-16,5-3 0 16,2-9-4-16,10-5-29 15,7-18-45-15,28-35-41 0</inkml:trace>
  <inkml:trace contextRef="#ctx0" brushRef="#br0" timeOffset="20333.4034">21708 3516 146 0,'17'-29'98'16,"-2"29"-73"-16,9 2-22 15,21 28 6-15,15 7 5 16,11 2-3-16,-7-5-2 16,-8 2-3-16,-11-4-4 0,2 1-2 15,-11-2 0-15,1-7-8 16,-33-21-47-16,1-3-117 15</inkml:trace>
  <inkml:trace contextRef="#ctx0" brushRef="#br0" timeOffset="20570.0171">22669 3288 62 0,'24'0'60'0,"-5"24"-17"16,-2 11-6-16,2 7 2 0,-2 3-10 15,3 8-7-15,-16 3-3 16,-4 5-16-16,0-6-3 16,0 1 0-16,-4-10-22 15,-16-13-43-15,16-33-35 16</inkml:trace>
  <inkml:trace contextRef="#ctx0" brushRef="#br0" timeOffset="20858.623">23381 2976 159 0,'24'0'21'0,"8"19"21"16,0 22 0-16,9 5-1 16,2 11 0-16,-3 6-13 15,-1-1-4-15,-18 6 1 16,-10-3-5-16,-11 7-14 16,0 11-4-16,-32-2 3 15,-30 1-5-15,-3-14 0 16,5-13 0-16,11-7-16 15,2-11-12-15,6 1-12 16,26-38-19-16,6 0-75 0</inkml:trace>
  <inkml:trace contextRef="#ctx0" brushRef="#br0" timeOffset="25492.0111">23866 3893 221 0,'-13'-13'64'0,"9"2"-50"16,4 4 21-16,0-5-14 15,0 0-16-15,0-1-2 16,0 2 2-16,0 7 5 16,0-3 5-16,0 7 8 0,0 0 3 15,0 0-5 1,0 0-6-16,0 0-5 0,0 0-5 16,0 0-3-16,0 0-2 15,0 0-2-15,0 0-1 16,0 0-1-16,0 17-3 15,0 7 7-15,8 12 0 16,7-5 1-16,-2 5 0 16,2-3 0-16,-6-3-1 15,-1-1 0-15,1-3 1 16,2-8-1-16,-7-7-1 16,0-9 0-16,0-2 0 15,-4 0 1-15,5 0 2 16,-5 0 0-16,6 0 2 0,-6 0 9 15,9 0-2-15,-5 0-8 16,5-24 8-16,14-13-1 16,5-20-3-16,19-19-3 15,18-25-2-15,12-21 0 16,11-21 0-16,0-7 0 16,-9 2-2-1,-10 9 1-15,-18 13 0 0,-14 19-1 16,-14 25 0-16,-8 23-2 15,-15 22-14-15,0 24-10 16,0 13-21-16,-28 2-30 16,-10 37 72-16</inkml:trace>
  <inkml:trace contextRef="#ctx0" brushRef="#br0" timeOffset="29258.0194">4642 8894 97 0,'-5'-15'60'15,"5"6"-11"-15,0 4 7 16,-4 0-3-16,4 5-20 16,0-6-15-16,0 6-2 15,0 0 1-15,0 0-2 16,0 0 3-16,0 0 0 16,0 0-4-16,0 0-4 15,0 0-2-15,0 0-2 16,0 0-2-16,0 0-1 15,9 0-2-15,42-5 8 16,9-1-4-16,13-5-1 0,19 2 0 16,9-6 1-16,6-1 1 15,13 2 0-15,9-5-2 16,0-2-1-16,4 2-1 16,0 0-1-16,-7 2 0 15,-14 6-1-15,-22 3 1 16,-2-1-1-16,0 4 0 15,-5 3 0-15,10 0 0 16,-3-5 1-16,-7 2 0 16,-7-2-1-16,-16 1 0 15,-9 1 4-15,-21 1 8 16,-21 2-4-16,-9 2 3 0,0 0 8 16,0 0-3-16,0 0-1 15,0 0-4-15,0 0-2 16,0-2-3-16,0-1-1 15,0 3-1-15,0 0 0 16,0 0-1-16,0 0-1 16,0 0-1-16,0 0-1 15,0 0 0-15,0 0-2 16,2 0 1-16,4 0 0 16,7 0-2-16,13 0 3 15,10 0-1-15,11 0-1 16,11 0 0-16,20 0 2 15,1 7-1-15,-4 2 1 0,-19-7 0 16,-26 2 0 0,-15-3 0-16,-11-1 1 0,-4 2-1 15,0-2 2-15,0 0-1 16,0 0 1-16,0 0 1 16,0 0-2-16,0 0 1 15,0 0-1-15,0 0-1 16,0 0-3-16,0 0-5 15,0 0-12-15,0 0-11 16,-13 0-19-16,-15 9-18 16,-8 7-21-16,17-11-29 15,-1 1-49-15</inkml:trace>
  <inkml:trace contextRef="#ctx0" brushRef="#br0" timeOffset="83266.1329">8867 7516 109 0,'11'-7'56'0,"-11"3"-33"15,0 4 26 1,0-3-2-16,0 3-28 0,0 0-8 16,0 0-1-16,0 0 1 15,0 0 0-15,0 0 1 16,0 0-1-16,0 0 2 15,0 0 1-15,0 0 1 16,0 0 0-16,0 0-2 16,0 0-3-16,0 0 0 15,0 0-1-15,0 0-1 16,0 0-1-16,-7 0-2 16,-25 0-5-16,-4 0 1 15,-5 0-1-15,-11 8 0 16,-3 7 1-16,1 3-1 15,-8 7-1-15,6 4 1 0,0 1-1 16,15 0-1-16,9-3 1 16,9 1 0-16,18 0-3 15,5 6-3-15,0 7 1 16,5 7 6-16,38 2 1 16,8 1-1-16,7 5 0 15,4 5 0-15,-4-1 0 16,-6-3-5-16,-3-8-2 15,-19-9 3-15,-4-5 1 16,-20-3 1-16,-2 1 0 0,-4 4-1 16,0-6 1-1,-10 5 2-15,-35-4 1 0,-11-2 2 16,-2-3 1-16,-13-10-1 16,-6-4 10-16,-13-7 3 15,-7-6-4-15,3 0 1 16,2-11-8-16,10-11-4 15,18 0-1-15,27 5-2 16,14 0-12-16,19 3-17 16,4-12-11-16,0-4-17 15,8 17-31-15,26 0-58 16</inkml:trace>
  <inkml:trace contextRef="#ctx0" brushRef="#br0" timeOffset="83761.6008">8845 8267 86 0,'37'17'65'0,"-20"-14"-35"16,2-3 21-16,-6 0-8 15,13 0-8-15,-5 0-5 16,7 0-2-16,-4 0-3 16,-5-3-6-16,-6-5-2 0,2-3-4 15,-6 0 1-15,4-7-1 16,-7-1-3-16,-6-6-5 16,0-3-2-16,0 5 0 15,0 3-2-15,0 9-1 16,-19 11-4-16,4 0-2 15,2 0-4-15,-4 0-4 16,-3 22 7-16,-14 14 3 16,6 10 3-16,7 2 0 15,1 2 1-15,8-8 0 16,12-6 4-16,0-9-1 16,0-9 3-16,0-1-5 15,0-3 3-15,12-4-3 0,12-1-1 16,4 0 0-16,8-7 0 15,12-2-22-15,5 0-16 16,14-2-10-16,-3-31-12 16,9-8-29-16,-54 19-4 15,-6-2-20-15</inkml:trace>
  <inkml:trace contextRef="#ctx0" brushRef="#br0" timeOffset="84068.1643">9470 8150 23 0,'4'-29'97'16,"-4"29"-36"-16,0 0 8 15,0 0-7-15,0 0-23 16,-11 0-19-16,-2 14-6 0,-2 4-6 16,7 7-4-16,8 3 1 15,0 2-4-15,0 1-1 16,32 3 1-16,0-3 1 16,2-6 0-16,3-2-1 15,-5-1-1-15,2-4-3 16,-12-3-2-16,-7-6 2 15,-9 2 1-15,-6 2-2 16,0 4 0-16,-28 3 4 16,-40-5 0-16,-16-1 5 15,-4-6-2-15,11-6-2 16,15-2-1-16,15 0-5 16,21 0-2-16,24 0-13 15,2 0-15-15,0-10-44 0,19-6-33 16</inkml:trace>
  <inkml:trace contextRef="#ctx0" brushRef="#br0" timeOffset="84551.0075">9879 8050 175 0,'0'-5'70'0,"0"5"-44"16,-17 15 26-16,2 22-37 15,-6 10-12-15,1 4 1 16,5-4 2-16,2 2-2 16,5-8-3-16,8-10 0 0,0-7-1 15,0-9-9-15,0-7-9 16,0-8-26-16,0 0-13 16,0 0 13-16,0 0 16 15,0-8 22-15,8 4 5 16,18 4 1-16,0 0 11 15,6 0 2-15,9 22-9 16,2 10 3-16,-2 12 3 16,-5 4 46-16,-8 11-51 15,-5 8 15-15,-10 1-12 16,-13-4-1-16,0-6 2 16,0-6 3-16,-21-8-1 0,-26-4 2 15,-5-7-6 1,-4-10 5-16,3-3 1 0,-7-9 5 15,-7-9-1-15,-6-2-10 16,5 0 1-16,-3-6-5 16,15-15-1-16,20-13-2 15,12-5-7-15,24-9-5 16,0-10-3-16,39-19-23 16,2 42-45-16,14-1-78 15</inkml:trace>
  <inkml:trace contextRef="#ctx0" brushRef="#br0" timeOffset="84888.06">10355 8110 166 0,'0'0'57'0,"0"18"-38"15,0 22 27-15,0 1-20 16,0 4-13-16,0-8 7 15,0-3-7-15,0-9-5 16,11-7-5-16,2-4 0 16,11-6-2-16,-1-8 2 15,5 0-1-15,9 0 0 16,-5 0-2-16,0-22-1 16,-4-7-6-16,-9 0 5 15,-15-5 2-15,-4 0 2 16,0-2 2-16,-17-2 0 0,-30 5-4 15,0 8-1-15,6 12-8 16,13 8-2-16,0 5-8 16,9 0-26-16,15 0-42 15,4 0-47-15</inkml:trace>
  <inkml:trace contextRef="#ctx0" brushRef="#br0" timeOffset="85298.4591">11226 7399 106 0,'0'-27'95'15,"0"27"-65"-15,0 0 31 16,0 0-13-16,-13 14-29 16,-25 27-6-16,-14 18 5 15,-12 15-3-15,0 10 3 16,4 12-2-16,-1-2-2 16,19 6 0-16,16-2-4 15,7 0-6-15,19 0-1 16,0-10-2-16,0-2 0 0,40-14 4 15,16-12-4-15,8-11 13 16,7-14-11-16,-6-11-1 16,-5-7 1-16,-15-10-3 15,-11-7-11-15,-2 0-13 16,5-2-19-16,-1-34-18 16,-27 13-12-16,8-5-75 15</inkml:trace>
  <inkml:trace contextRef="#ctx0" brushRef="#br0" timeOffset="85958.4775">11754 7682 117 0,'0'-12'139'0,"0"12"-103"16,0 0 19-16,0 0-21 15,0 9-34-15,0 30 7 0,0 14-7 16,0 18 11-16,0 2-2 15,0-2-2-15,-19-7-1 16,4-11-2-16,6-12-2 16,5-15 1-16,4-12-2 15,0-9-1-15,0-5 0 16,0 0 1-16,0 0 5 16,0-9 1-16,10-27 12 15,27-16-6-15,12-15-8 16,7-7-4-16,4 5-1 15,-4 10-5-15,-5 10 3 16,-10 17 0-16,-13 8 1 16,-5 10 1-16,-14 8 0 0,-5 6 0 15,-4 0-1 1,0 0-2-16,5 8-2 0,1 30 0 16,-6 14 5-16,0 9 3 15,0 15 1-15,-11 6 0 16,-21 10 2-16,-4 10-2 15,8 3 4-15,4 1 1 16,7-3-4-16,6-8 4 16,11 3-1-16,0-13-8 15,0-7 0-15,0-8 6 16,0-17-6-16,0-14 0 16,0-14-2-16,0-14-12 0,0-11-4 15,0 0-20-15,0-19-26 16,0-12-23-16,0-10-74 15</inkml:trace>
  <inkml:trace contextRef="#ctx0" brushRef="#br0" timeOffset="86725.4849">11563 7433 113 0,'0'0'46'0,"0"0"16"16,4 0 3-16,-4 0-21 16,5 0-6-16,-5 0 7 15,0 0-3-15,0 0-11 16,6 0-8-16,-2 0-9 15,9 0-3-15,11 0-6 0,19 0 2 16,12 0 11 0,18 0-5-16,15-4-2 0,9-12-2 15,-5-3-2-15,-8 5-5 16,-24 3-1-16,-13 3-1 16,-19 6 0-16,-9 2-1 15,-17 0-1-15,-2 0-1 16,0 0 0-16,0 0 0 15,0 0 2-15,0 0-3 16,0 0 4-16,0 0 0 16,0 0 0-16,0 0 0 15,0 0-1-15,0 0 0 16,0 0 1-16,0 0-2 16,0 0-3-16,0 0-4 0,0 0-7 15,0 0-3-15,0 0-11 16,0 0-26-16,-2 6-25 15,-9 1-25-15,3 1-68 16</inkml:trace>
  <inkml:trace contextRef="#ctx0" brushRef="#br0" timeOffset="87532.0746">12756 7276 89 0,'-9'0'140'0,"9"-5"-97"16,0 5 16-16,0-2-5 15,0 2-25-15,0 0-10 16,0 0 0-16,0 0-9 16,0 18-7-16,32 16 9 15,9 14-6-15,12 12 0 16,-5 16-4-16,-5 13-1 16,-11 18 0-16,-13 13-1 15,-19 11 0-15,0 3-4 16,0-6 2-16,0-14 2 15,-19-14 1-15,-13-10-1 16,4-10 0-16,0-8 0 16,0-15-2-16,6-20 2 0,10-18 1 15,1-8 0-15,7-4-1 16,-1-7 1-16,5 0 0 16,0 0 1-16,0 0 2 15,0 0 3-15,0 0 0 16,0 0 2-16,0 0 1 15,0 0-2-15,0 0-4 16,0 0-2-16,0 0-2 16,0 0 0-16,0 0 0 15,0 0 0-15,0 0 0 16,0 0 0-16,0 0 0 16,0 0 0-16,0 0-2 15,0 0 2-15,0 0 0 0,0 0 0 16,0 0-1-16,0 0 1 15,0 0-3-15,0 0-3 16,0 0-2-16,0 0-1 16,0 0-8-16,0 0-15 15,0-3-15-15,0-14-16 16,0 9-58-16,0-6-106 16</inkml:trace>
  <inkml:trace contextRef="#ctx0" brushRef="#br0" timeOffset="90000.8345">13755 7815 89 0,'-15'2'142'16,"15"-2"-112"-16,0 0 15 15,0 0 14-15,0 0-26 16,0 0-8-16,0 0-1 16,0 0 5-16,0 0-8 15,0 0-3-15,0 0 3 16,0 0-5-16,0 0-3 0,0 0-5 15,0 0-5-15,0 0-3 16,6 0-1-16,35 0 1 16,15 0 2-16,4 0 0 15,2 0-2-15,-6 0 1 16,0 0-1-16,-13 0 0 16,0 0-2-16,-11 0-5 15,-15 0-3-15,-2-2-4 16,-7 2 1-16,-8 0-7 15,5 0-11-15,-5 0-13 16,0 0-6-16,0 0-5 16,0 0-56-16,-13 0-96 15</inkml:trace>
  <inkml:trace contextRef="#ctx0" brushRef="#br0" timeOffset="90314.5711">13648 8144 74 0,'-32'24'84'0,"32"-24"-66"15,0 0 24-15,0 0 5 16,0 0-20-16,23 0 6 16,24 0 17-16,7 0-3 15,17 0-2-15,8-12-4 0,-2 2-11 16,7-6-9-16,0 3-5 15,-3-1-6-15,-6 3-5 16,-10 0-3-16,-10 5 0 16,-23 3-2-16,-8 3 0 15,-13 0-2-15,-11 0-5 16,0 0-14-16,0 0-10 16,0-2-9-16,0-1-14 15,0 3-27-15,0-6-66 16</inkml:trace>
  <inkml:trace contextRef="#ctx0" brushRef="#br0" timeOffset="92047.2465">15383 7608 181 0,'13'-7'78'0,"-13"3"-40"15,0 4 28-15,0 0-6 16,0 0-33-16,0 0-4 16,0 0-4-16,0 0-4 0,0 0-6 15,0 5-7 1,4 32-2-16,20 14 0 0,-1 19 11 16,1 9 1-16,-7 6-8 15,-2-4 1-15,-2-5-4 16,-2-4 3-16,-3-8-2 15,-3-14-2-15,3-7 1 16,-4-14-1-16,7-14-1 16,-7-4-8-16,1-8-10 15,-5-3-11-15,4 0-17 16,0 0-9-16,-4-11-7 16,0-12-23-16,0-8-72 15</inkml:trace>
  <inkml:trace contextRef="#ctx0" brushRef="#br0" timeOffset="92355.2867">15216 7464 156 0,'-9'-4'66'15,"9"4"-33"-15,0-6 25 16,13 0-24-16,51-2-6 16,20 3 13-16,19-3-2 0,2 2-13 15,2-2-3-15,-6 3-13 16,-9-1-4-16,-8 3-5 16,-15 1-1-16,-14 2 0 15,-23-3-9-15,-12 3-14 16,-20 0-22-16,0 0-22 15,-5 16-7-15,-31-2-23 16,-5 2-54-16</inkml:trace>
  <inkml:trace contextRef="#ctx0" brushRef="#br0" timeOffset="92581.7583">15400 7836 42 0,'0'24'121'0,"0"-24"-96"16,24 0 57-16,40 0-2 0,11 0-20 16,2-4-8-16,3-7-13 15,-12 0-14-15,-12 3-15 16,-13 5-7-16,-15 1-3 16,-11 2-5-16,-13 0-21 15,3 0-32-15,-7 21-26 16,0-6-8-16,-7 6-45 15</inkml:trace>
  <inkml:trace contextRef="#ctx0" brushRef="#br0" timeOffset="92817.7207">15396 8494 124 0,'47'15'59'0,"2"-15"20"15,18 0-3-15,10-3-18 16,7-16-7-16,-1 4-14 16,-10-2-4-16,-6 6-17 15,-18 2-13-15,-6 0-3 16,-11 0-1-16,-4 5-11 16,-11 1-16-16,-2 3-23 15,-6 0-20-15,-9 0-29 16,0-4-44-16</inkml:trace>
  <inkml:trace contextRef="#ctx0" brushRef="#br0" timeOffset="93382.2581">16548 7147 73 0,'-24'0'42'16,"7"0"-9"-16,2 6 24 16,2 3-22-16,-2 1-16 15,2 6 8-15,-11 9-2 0,-3 13-9 16,-10 16-4-16,-6 10 2 15,-2 10-2-15,-6 10 2 16,-5 8 3-16,4 7-8 16,16 4-4-16,10 0-1 15,16-1 4-15,10-10-1 16,0-11-5-16,0-13 1 16,23-10-3-16,22-15 0 15,2-9 0-15,-2-10 6 16,-6-6-5-16,-7-7-1 15,5-3-7-15,-9-8-19 16,4 0-5-16,4 0-8 16,3-19-26-16,-26 3-38 15,-9-2-66-15</inkml:trace>
  <inkml:trace contextRef="#ctx0" brushRef="#br0" timeOffset="93976.0643">16732 7652 106 0,'15'-19'95'0,"-15"19"-67"15,0 0 34 1,0 0-6-16,0 0-33 0,0 12-16 15,9 27-5-15,-1 17 5 16,-8 5-1-16,0 4-2 16,0 2 1-16,0-10-2 15,0-7-2-15,0-9-1 16,0-12 1-16,-4-11 0 16,4-8-1-16,0-10 1 15,0 0-1-15,0 0 0 16,0 0 0-16,0-6 1 15,4-29 10-15,35-17-4 16,21-7-7-16,0-5 0 16,9-1-6-16,-5 18 0 0,-13 8 2 15,-10 15 3-15,-26 11 1 16,-11 10 1-16,-4 3 1 16,0 0 3-16,0 0-4 15,0 18-1-15,0 26-9 16,0 20 9-16,0 19 6 15,-23 13-4-15,-14 9 0 16,-6 2-2-16,7-1 1 16,0-5 2-16,8-9-2 15,4 0 3-15,7-4-2 16,2-10 5-16,2-1-3 16,-2-22-4-16,6-6 1 15,1-11-1-15,-7-21-1 0,11-6-15 16,-1-11-22-1,-5 0-19-15,10-4-4 0,0-22-79 16</inkml:trace>
  <inkml:trace contextRef="#ctx0" brushRef="#br0" timeOffset="94777.3769">17547 7052 137 0,'-6'-5'70'15,"6"2"-40"-15,0 3 32 16,0 0-16-16,0 0-18 16,0 0 2-16,0 0 0 15,0 0-5-15,0 0-12 16,0 0-5-16,0 0-8 16,0 8-3-16,0 24 3 15,34 18 0 1,7 13 3-16,4 11-1 0,-7 5-1 15,3 6-1-15,-9-1 0 0,-8 3 0 16,-11 0-1 0,-7-1-1-16,-6-2-4 0,0 1 1 15,0-4 1-15,0 4 3 16,-19-4 1-16,-22-3 0 16,3-6 1-16,-8-13 0 15,10-6 0-15,-3-5-1 16,3-9 1-16,4-6-1 15,8-5 1-15,7-6 2 16,6-13-2-16,3 3-1 16,-1-5 7-16,3-2-1 15,1-5 2-15,5 0 3 16,0 0 1-16,0 0 0 16,0 0-1-16,0 0 1 15,0 0-2-15,0 0-5 0,0 0 2 16,0 0-1-1,0 0-4-15,0 0-2 0,0 0 0 16,0 0-2-16,0 0-9 16,0-7-8-16,0-7-12 15,0-13-23-15,0 13-18 16,0-1-49-16</inkml:trace>
  <inkml:trace contextRef="#ctx0" brushRef="#br0" timeOffset="95938.3497">16792 7350 68 0,'-13'-10'82'16,"13"2"-52"-16,0 0 7 16,0 0-4-16,0 8-14 15,0-3-1-15,0 3 1 16,0 0-7-16,0 0 0 15,-4 0 4-15,4 0-2 16,0 0-4-16,0 0-4 16,0 0-2-16,0 0 0 15,0 0-2-15,54 0 14 16,21 0 13-16,17-6-3 16,9-7-3-16,6-1-1 15,-6-4-5-15,-7-1-2 16,-12 5-7-16,-12-2-2 0,-20 5 1 15,-12 2-3-15,-21 4-2 16,-12 5-2-16,-5 0 0 16,0 0 0-16,0 0-2 15,0 0-13-15,0 0 4 16,0 0-3-16,0 0-9 16,0 0-18-16,0 0-30 15,-13 0-38-15,0 0-46 16</inkml:trace>
  <inkml:trace contextRef="#ctx0" brushRef="#br0" timeOffset="96442.8355">18592 7946 178 0,'0'5'54'0,"0"-5"-8"15,0 0 20-15,4 0-26 16,32 0-6-16,16 0 4 16,-7-5-13-16,2-1-7 15,5 0-7-15,-7 0-1 16,2 0-2-16,-2-1-1 15,-2 2-2-15,-15-1-4 16,-16 6 0-16,-3 0-1 0,-9 0 0 16,0 0 2-16,0 0-2 15,0 0-10-15,0 0-5 16,0 0 0-16,0 0-9 16,0 0-11-16,0-6-17 15,0-1-31 1,0 1-48-16</inkml:trace>
  <inkml:trace contextRef="#ctx0" brushRef="#br0" timeOffset="101913.6">19576 7625 45 0,'32'-17'77'0,"0"1"-64"16,11 0 34-16,-6 0-6 15,-5 2-17-15,-4 6-2 0,-11 3 0 16,-2 1 0-16,-2 4-5 16,-2 0-3-16,-3 0-2 15,-4 0-5-15,1 0-4 16,5 0-1-16,-5 4-2 16,-5 23-2-16,0 14 2 15,0 15 4-15,-5 10 0 16,-37 7-2-16,-10 3-2 15,3-8-1-15,6-12 0 16,11-7-1-16,15-12 2 16,6-12-1-16,11-8 1 15,0-9-1-15,0-5 0 0,0-3-4 16,0 0 5-16,0 0 2 16,19-5 4-1,13-26 6-15,15-8-3 0,-1-6-5 16,9-6-3-16,1 0 0 15,0-5-1-15,0 3 0 16,-11-4-1-16,-2 4 0 16,-7 11 1-16,-8 7 0 15,-11 10-1-15,-2 11 1 16,-6 7 0-16,-1 4 1 16,-8 3-1-16,0 0 0 15,0 0-1-15,0 0-2 16,0 0 0-16,0 0-2 0,11 19-1 15,-7 13 6 1,-4 15 5-16,0 5-2 0,0 9 2 16,0 9 0-16,-36 9-1 15,-11 7-1-15,-9 10 3 16,-13 3-1-16,1 2 2 16,-3-7 0-16,11-13 5 15,10-11-8-15,16-15-3 16,8-12 1-16,11-7-1 15,2-6 6-15,-2-4 4 16,7 2 0-16,-7-7-4 16,6-1-2-16,5-8-2 15,0-6 3-15,4-4 1 16,0-2 0-16,0 0 0 0,0 0-1 16,0 0-1-1,0 0-2-15,0 0 0 16,0 0 1-16,0 0-1 0,0 0-2 15,0 0 0-15,0 4-1 16,0 1 1-16,0 1-1 16,0-1 1-16,0 1 2 15,0-1 3-15,-5 0-2 16,5 0 0-16,-6-1-4 16,6-4 2-16,0 3-2 15,0-3 1-15,0 0 0 16,0 0 0-16,-4 0 2 15,4 0 2-15,0 0 6 0,0 0 1 16,0 0-5 0,0 0-3-16,0 0-3 0,0 0 0 15,0 0-1-15,0 0 0 16,0 0 1-16,0 0 0 16,0 0 0-16,0 0 0 15,0 0-1-15,0 0 0 16,0 0 0-16,0 0 0 15,0 0-1-15,0 0 1 16,0 0 0-16,0 0 1 16,0 0-1-16,0 0 2 15,0 0-2-15,0 0 0 0,0 0 0 16,0 0 0 0,0 0-1-16,0 0 1 0,0 0 0 15,0 0 0-15,0 0 0 16,0 0 0-16,0 0 1 15,0 0 0-15,0 0 0 16,0 0-1-16,0 0 0 16,0 0 0-16,0 0 0 15,0 0-6-15,0 0-26 16,-5 0-34-16,1 0-31 16,-5 0-33-16</inkml:trace>
  <inkml:trace contextRef="#ctx0" brushRef="#br0" timeOffset="103445.9221">16112 8937 150 0,'0'-4'48'0,"0"4"-3"15,0 0 4-15,0 0-15 16,0 0-12-16,0 0 3 15,0 0 6-15,0 0-5 16,0 0-8-16,-17 19-6 16,-22 20-8-16,-10 5-3 15,-7 17 0-15,1 9-1 16,-1 8 0-16,11 7 0 16,6-4 0-16,11-2-1 0,20-14 0 15,8-6 0-15,0-9-2 16,0-9 2-16,15-9-1 15,21-8-2-15,9-2 2 16,2-8 2-16,-2-9 2 16,7-5 0-16,-9 0 1 15,2 0-1-15,-2 0-2 16,-7-16 0-16,-4-5-10 16,-8 2-14-16,-7-3-8 15,-2 3-8 1,-6-6-23-16,-9 14-46 0</inkml:trace>
  <inkml:trace contextRef="#ctx0" brushRef="#br0" timeOffset="103917.724">15735 8875 87 0,'32'-26'72'15,"13"0"-22"-15,15 1 18 16,15-9-22-16,-2 4-21 15,2 6-5-15,-15 0 0 16,-19 4-12-16,-9 9-5 16,-17 9-3-16,-6-1 2 15,-9 3-2-15,0 0 0 16,0 0 0-16,0 0-5 16,0 9 0-16,0 18 5 15,0 11 3-15,0 2 0 16,0 4 1-16,0 2-1 15,0 4 2-15,0-8 1 0,0-2-1 16,0-4-4 0,0-6 1-16,0 1-1 0,0-7-1 15,0-6 0-15,0 1-16 16,0 1-23-16,0-1-40 16,0-16-52-16</inkml:trace>
  <inkml:trace contextRef="#ctx0" brushRef="#br0" timeOffset="104751.3928">16751 9837 64 0,'-15'-11'117'15,"-2"8"-76"-15,-2 0 20 16,0 0-27-16,1 3-13 0,-5 0-11 15,-9 0-4-15,-5 39-2 16,-1 13-2-16,5 3-2 16,16 2 3-16,7 1-3 15,10-12 0-15,0-6 0 16,0-9 0-16,10-15-2 16,18-11 2-16,0-5 0 15,0 0 2-15,8-5 4 16,1-25 1-16,4-10-3 15,1-9-3-15,-1-8-1 16,-13-3-3-16,-4-12-1 16,-5-5-5-16,-19-7 0 0,0-5 1 15,0 4 3 1,-24 20-2-16,-3 24 6 0,3 25 1 16,11 16 4-1,2 0-4-15,11 13-9 0,0 39 3 16,0 22 6-16,0 9 0 15,0 2 0-15,0-4 1 16,20-12 0-16,12-10-1 16,4-14-2-16,3-11 1 15,-3-13-2-15,-3-9 2 16,-6-5 1-16,6-7 1 16,-1 0-1-16,4 0-2 15,1-19 2-15,-3-17-1 16,-8-4-7-16,-11-1-4 15,-15 5-11-15,0 15 10 0,0 8 2 16,-24 9 6-16,-4 4 4 16,5 0-2-16,10 25 3 15,0 13 2-15,13-2 5 16,0-5 5-16,0-2 11 16,0-8-13-16,0-1-3 15,13-8-5-15,19-2 0 16,-4-4 2-16,8-2-4 15,3-4-7-15,2 0-9 16,4 0-26-16,10-22-29 16,-40 6-13-16,-2 5 9 15</inkml:trace>
  <inkml:trace contextRef="#ctx0" brushRef="#br0" timeOffset="105103.3754">17468 10208 75 0,'32'63'38'16,"9"2"2"-16,2-9-2 15,-7-6 39-15,-12-21-59 16,-16-13-12-16,-8-7 7 16,0-7-6-16,0-2 9 15,0 0 3-15,0 0-2 16,0 0 12-16,0-17-15 16,-28-21-6-16,-4-13-2 15,-4-18-5-15,3-10-1 16,18-1-1-16,15 9-4 15,0 15 2-15,11 10-8 16,39 7 5-16,10 10 0 0,0 5 6 16,6 3-1-16,-17 7 1 15,-10 6 0-15,-17 8 0 16,-7 0-3-16,-7 0-4 16,-8 14-1-16,0 12 3 15,0 10-2-15,0-1-3 16,-4 2-6-16,-28 2-32 15,8-10-23-15,11-23-21 16,7-6-30-16</inkml:trace>
  <inkml:trace contextRef="#ctx0" brushRef="#br0" timeOffset="105604.5054">17995 9921 35 0,'22'-43'92'0,"-22"25"-50"16,0 3 8-16,0 7-5 15,0 8-9-15,0 0-6 16,0 0-12-16,0 0-18 16,-9 16 0-16,-4 16-1 15,3 11 1-15,1 0 0 16,5-3 0-16,4-10-2 16,0-11-7-16,0-12-13 15,0-7 3-15,13 0-4 16,19 0 9-16,11-24 5 15,-3-15 0-15,3-3 4 0,-6 1 4 16,-5 3-1-16,-4 8-3 16,-5 14-4-16,-5 10 6 15,-3 6 1-15,-3 0-5 16,-1 16-4-16,-7 20-4 16,-4 7 15-16,0-2 2 15,0-8 0-15,0-13 2 16,0-9 4-16,0-7 13 15,0-4-6-15,0 0 7 16,0 0 1-16,0-9-7 16,9-17-9-16,19-11-7 15,8 0 0-15,12 4-3 0,-8 7-2 16,-7 6 3-16,-14 12 2 16,-11 8 0-16,-3 0-3 15,1 0-5-15,3 0 2 16,4 21 2-16,2 7-14 15,2-1-17-15,6 3 10 16,-18-23-34-16</inkml:trace>
  <inkml:trace contextRef="#ctx0" brushRef="#br0" timeOffset="106203.6725">18828 9856 107 0,'0'-25'50'0,"-5"20"-1"16,-5 5-7-16,-3 0-20 0,-7 15-18 16,-3 22-1-16,1 8-3 15,7-1 2-15,7-7-2 16,8-10 0-16,0-7-3 16,0-11 0-16,0-9 3 15,13 0 0-15,14 0 6 16,6-11 7-16,10-25-4 15,-3-10-9-15,7-6-2 16,-1-4-12-16,1-10-7 16,-7-8-3-16,-7-7 6 15,-14-3-8-15,-19 13 10 16,0 26 16-16,0 20 0 0,0 25 20 16,0 0-9-16,0 33-11 15,-9 24 0-15,-1 19 2 16,5 0 5-16,1-3 0 15,4-11-3-15,0-15 10 16,0-14-11-16,0-14 4 16,0-5-6-16,28-5-1 15,0-9 5-15,4 0 1 16,0 0-2-16,5-11-4 16,-5-15-15-16,-4-4-7 15,-5 2-14-15,-8 8 0 16,-15 13 6-16,0 7 30 15,0 0 9-15,-10 6 1 0,-27 26-3 16,1 4 14-16,8-1-6 16,4-2 9-16,11-8-1 15,13-7-5-15,0-4-9 16,0-3-6-16,0-4-3 16,9-1 0-16,23-4 1 15,9-2 1-15,19 0-2 16,15 0-27-16,-43-14-64 15</inkml:trace>
  <inkml:trace contextRef="#ctx0" brushRef="#br0" timeOffset="106866.138">19831 9666 117 0,'-23'-11'39'0,"18"11"10"16,-1 0-12-16,2 0-7 16,-5 0-1-16,-6 8-17 15,-6 26-11-15,-7 14 4 16,4 3 0-16,1-2 1 16,18-9-6-16,5-7 1 15,0-9-1-15,0-9-3 16,0-13 2-16,15-2 1 0,7 0 1 15,10 0 4 1,7-25 2-16,1-13-7 0,-3-5-1 16,1-6-3-16,-5-6-7 15,-16-8-2-15,-2-10-1 16,-15-5-6-16,0-3 5 16,0 11 0-16,-5 26 15 15,-22 22 1-15,12 22 13 16,6 0-1-16,5 25-13 15,4 29-3-15,0 14 3 16,0 5 0-16,0-4 2 16,0-5 3-16,0-11 0 0,17-8-3 15,6-13-2 1,5-13 0-16,-4-8-2 0,-7-8 1 16,2-3 1-1,9 0-1-15,0-8 1 0,4-22-4 16,0-6-2-16,-8 4-5 15,-7 8-6-15,-17 10-16 16,0 14-3-16,0 0 28 16,-17 21 8-16,-15 21 0 15,4 1 8-15,9-5 1 16,14-8 0-16,5-9 6 16,0-7-4-16,0-5-2 15,0-8-3-15,15 2 4 16,7-3-3-16,10 0-1 15,7 0-6-15,1 0-13 0,8 0-25 16,-36-9-30-16,3 2-6 16</inkml:trace>
  <inkml:trace contextRef="#ctx0" brushRef="#br0" timeOffset="107143.457">20488 9190 161 0,'0'0'35'16,"0"0"0"-16,0 0-5 16,4 29 13-16,28 17-6 15,-8 12-13-15,4 10-5 16,-11 3-12-16,-7 2-2 15,-1-5-5-15,-5 0 0 16,-4-3-21-16,5-5-21 16,-1-9 9-16,0-10-12 15,-4-41-53-15,0 0 5 16</inkml:trace>
  <inkml:trace contextRef="#ctx0" brushRef="#br0" timeOffset="107622.8028">20833 9644 19 0,'0'-25'99'16,"-4"19"-60"-16,-5 5 22 16,-6-4-15-16,6 5-11 15,-3 0-9-15,-12 0-18 16,0 15-7-16,-16 18 9 15,8 5-7-15,-3 5-3 16,14-1 3-16,6-5 0 16,10-11-3-16,5-3-4 15,0-12 3-15,0-3-2 16,0-8 2-16,24 0-1 0,8 0 2 16,5-5 2-16,6-17-2 15,2-11-3-15,-9-5 0 16,-8-2-3-16,-4-8 5 15,-16 14 1-15,-1 7 1 16,-7 13 0-16,0 14 16 16,0 0 5-16,0 0-10 15,0 0-6-15,0 5-6 16,0 25 0-16,0 3 7 16,0 5 5-16,8 1-1 15,1-5-9-15,10 2-1 16,5-3-2-16,-3-4-12 15,3-7 5-15,-5-6-32 0,-2-8-12 16,15-5-56-16,-17-3 12 16,9 0-2-16</inkml:trace>
  <inkml:trace contextRef="#ctx0" brushRef="#br0" timeOffset="108253.9787">21453 9589 126 0,'0'-4'56'0,"0"4"-9"0,0 0 13 16,0 0-38-16,15 2-18 15,6 27 12-15,3 12 12 16,4 1-18-16,-9 6-4 15,-6-9-2-15,-2-5-2 16,-11-13-1-16,4-3 1 16,-4-13-2-16,0-2 0 15,0-3 1-15,0 0 2 16,0 0 2-16,0 0-1 16,4-14 3-16,1-19-7 15,3-9-6-15,16-8-1 16,8 3-4-16,4 8-1 0,12 9 1 15,-12 12 4 1,0 11 5-16,3 7 0 0,-3 0-2 16,5 0 2-16,-2 10-2 15,-11 20 1-15,-11 6 0 16,-13-2 3-16,-4-8 0 16,0-4 1-16,0-7 1 15,0-8 7-15,0-5 0 16,0-2-5-16,0 0-1 15,0 0 2-15,0 0 1 16,0-9 3-16,4-15-7 16,11-8-2-16,13-6 0 15,9-1-1-15,10 6-2 16,-11 7 0-16,-3 10 3 0,-14 4-1 16,-10 12 1-16,-5 0 0 15,-4 0-1-15,15 0 1 16,-7 10-3-16,12 16 0 15,-7 3 3-15,-9 4-1 16,0 4-24-16,0-8-45 16,-4-22-23-16,0-1-16 15</inkml:trace>
  <inkml:trace contextRef="#ctx0" brushRef="#br0" timeOffset="108861.3891">22349 9511 141 0,'0'-17'88'0,"7"17"-59"15,-3 0 16-15,5 6-34 16,-5 27-8-16,0 10 24 16,7 3-16-16,-2-2-2 15,-1-6 0-15,7-12-7 16,-2-3 0-16,2-12-2 15,-2-6 0-15,2-5 0 16,-2 0 0-16,10 0-3 16,10-11-3-16,-6-19 2 15,6-12 0-15,-1-6-6 0,-9-5-8 16,1 1-3-16,-15 13 10 16,-9 21 10-16,0 13 1 15,0 5 13-15,0 0-12 16,0 18-1-16,0 17 0 15,0 12 2-15,0-6 2 16,0-7 4-16,0-5-5 16,0-7-2-16,0-8 0 15,8-8 1-15,7-6-1 16,2 0 0-16,7 0-1 16,12-2 0-16,3-27-12 15,2-4-10-15,-5-8-1 16,-8-3-22-16,-13 3 7 15,-11 8 4-15,-4 11 34 16,0 15 4-16,0 7 38 0,0 0 3 16,-10 0-29-16,-8 6-6 15,-1 26 3-15,-4 5-1 16,10 6 1-16,4-4-4 16,5-4-4-16,4-6-3 15,0-6-1-15,0-4 0 16,8-5-1-16,25-7 0 15,7-7-5-15,8 0-22 16,-3 0-33-16,-26-7-29 16</inkml:trace>
  <inkml:trace contextRef="#ctx0" brushRef="#br0" timeOffset="109167.7452">23229 9469 85 0,'0'-23'129'16,"0"23"-65"-16,0 0-4 15,0 0-34-15,-5 0-11 16,-10 0-5-16,3 13-10 16,3 11-1-16,3 2-1 15,6-2-3-15,0-3 2 16,0 1-1-16,27-1 1 16,6-5 1-16,-6 2 2 0,-3-7 0 15,-5-4 2 1,-10 1-2-16,-9-2-2 15,0 2-4-15,0 0 2 0,-4-1 4 16,-33 4 4 0,-6-4-3-16,3-2-1 0,3-3-1 15,-2-2-12-15,18 0-10 16,-7 0-19-16,24-2-35 16,-3-10-37-16</inkml:trace>
  <inkml:trace contextRef="#ctx0" brushRef="#br0" timeOffset="109406.5376">23473 8753 188 0,'24'-29'58'0,"-20"35"-53"15,11 47 33-15,2 27 15 16,7 12-30-16,-1 0-9 15,-5 3-1-15,1-6 1 16,-15-4-2-16,-4-6-9 16,0-9-3-16,0-11-3 15,0-12-27-15,-4-15-30 16,-5-32-39-16,-1 0-39 16</inkml:trace>
  <inkml:trace contextRef="#ctx0" brushRef="#br0" timeOffset="110149.4151">23405 9448 94 0,'0'-13'15'0,"0"13"22"15,55 0 2-15,5 0-5 16,5 0-8-16,-5 0 4 16,-9 0-1-16,-10 19-16 15,-9 3-6-15,-4 2-4 16,-9 3-2-16,-6-4-1 15,-2-10 0-15,-11-5 2 16,4-8-2-16,-4 0 0 16,0 0 5-16,0 0 7 15,0 0 20-15,0-10-24 16,0-16-8-16,0-6-1 0,0-2-1 16,13 3-3-16,11 3 1 15,12 4-6-15,7 5-9 16,-2 2 3-16,10 7-2 15,-6 1 3-15,3 7-15 16,-16 2-11-16,-4 0 5 16,-16 0-9-16,-1 0 33 15,-11 0 12-15,0 0 3 16,0 0 22-16,0-4 25 16,0 2 6-16,0-3-9 15,-19 3-22-15,0-2-3 16,-3 4-3-16,-6 0-3 0,-4 0-6 15,-6 13-6-15,1 23-2 16,-4 11-1-16,3 3-1 16,6-5 0-16,10-2-2 15,7-6 1-15,15-7-1 16,0-7 0-16,0-10-5 16,0-7 1-16,9-6 2 15,23 0 0-15,11 0 4 16,8-19-1-16,-6-14-10 15,11-2-14-15,-15 0-6 16,-3-5-5-16,-10 1 9 16,-15 8 15-16,-9 10 12 15,-4 14 15-15,0 7 32 0,0 0-10 16,0 0-13-16,0 0-12 16,0 7-7-16,0 20 6 15,0 9 6-15,0 4-1 16,0 1 4-16,0 2-1 15,0-7-3-15,5-4-9 16,14-8-4-16,-6-6-3 16,-7-6-4-16,-6-6-23 15,0 0-40-15,0-6-56 16,0 0-104-16</inkml:trace>
  <inkml:trace contextRef="#ctx0" brushRef="#br0" timeOffset="127678.199">2278 11332 204 0,'9'-14'45'0,"-9"10"-26"16,0-3 46-16,0 3-21 0,0-2-24 16,0 1-5-1,0-1 12-15,0 3-4 0,0 3-9 16,-9 0-4-16,-19-3-7 15,-4 3-3-15,-11 0-4 16,-21 0-1-16,-9 36-1 16,-4 14 3-16,6 10 2 15,15 9-4-15,20-7 4 16,21-5 0-16,6-5 0 16,9-8-2-16,0-10 3 15,0-6-1-15,32-10 1 16,-4-7 0-16,-2-3 1 15,2-8-1-15,-15 0-1 16,-9 0 0-16,0 0-1 0,-4 3-4 16,0-1 1-16,0 4-10 15,-4 2-13-15,-39 10 8 16,-6 17 11-16,-1 1 0 16,1 11 7-16,21 0 2 15,13-4 2-15,6-5 8 16,9-3 6-16,0-5-6 15,0-9 7-15,20-3 0 16,25-3-3-16,11-7 1 16,-5-6-5-16,5-2-2 15,0 0-4-15,-9 0-4 16,4-8-14-16,-4-16-14 16,9-8-27-16,-47 13-44 0,-1 0-64 15</inkml:trace>
  <inkml:trace contextRef="#ctx0" brushRef="#br0" timeOffset="127894.0808">2548 11511 67 0,'13'-11'126'0,"-4"11"-115"16,-1 32 38-16,3 26 38 15,-11 18-35-15,0 8-22 16,0 2-4-16,-2 1-6 15,-24-6-14-15,13-5-3 0,13-7-3 16,0-7-6 0,0-13-12-16,30-9-16 0,26-9-19 15,-30-31-46-15,2 0-40 16</inkml:trace>
  <inkml:trace contextRef="#ctx0" brushRef="#br0" timeOffset="128248.3941">3353 11875 178 0,'-67'0'38'16,"1"0"-16"-16,3 17 35 0,25 11-35 16,1 2-22-16,27 4 0 15,10 0 0-15,0 8 0 16,0-4 0-16,8 5 2 15,20-6-1-15,-6-4 0 16,-3-6 1-16,-4-5-2 16,-15-4 1-16,0-1-1 15,0-4 6-15,0-2 0 16,-7 1 4-16,-20-5-2 16,-1-1-3-16,-2-2 0 15,-9-4-1-15,3 0-2 16,-1-12-2-16,9-17-20 0,9-8-20 15,19 5-6-15,0 2-2 16,28 4-22-16,4 18-1 16,0 2-4-16</inkml:trace>
  <inkml:trace contextRef="#ctx0" brushRef="#br0" timeOffset="128727.6044">3462 12078 13 0,'86'-22'46'15,"-65"6"8"-15,-6 0 12 16,-13 3-2-16,-2 2-18 15,0 4-9-15,0 7-7 16,0 0 3-16,0 0-6 16,0 0-19-16,-25 19-8 15,-16 25 0-15,-6 10 0 16,-1-1 5-16,16-5 2 16,13-10-5-16,15-5 0 15,4-13-2-15,0-3-2 0,0-8 1 16,32-6-9-16,19-3-8 15,5 0 3-15,11-23-7 16,-3-8-1-16,-6-10-29 16,-4-7 9-16,-24-2 0 15,-5 1 21-15,-16 9 21 16,-9 11 1-16,0 20 20 16,0 4 30-16,0 5-5 15,0 0-21-15,0 0-19 16,0 21-4-16,0 8 6 15,0 4-1-15,0-1-3 0,19-4 2 16,-8 0 4 0,6-9-3-16,-6-2 2 0,-7-3-3 15,0-3 14-15,-4-3-15 16,0 1 0-16,0 2 2 16,0 0 0-16,-36 1-2 15,-3-1-4-15,-6-4-1 16,15-3-19-16,13-2-8 15,-2-2-15-15,19 0-42 16,0 0-18-16</inkml:trace>
  <inkml:trace contextRef="#ctx0" brushRef="#br0" timeOffset="129191.643">4554 11970 124 0,'40'-42'97'0,"-40"37"-23"15,-12 5-8-15,-33 0-39 16,-18 3-19-16,3 33-3 16,0 2-1-16,0 2 2 15,22 0-5-15,3-6 2 16,14-4-3-16,12-11 0 16,3-12-1-16,6 0-1 15,0-7 0-15,0 0-4 16,0 0-4-16,0 0-5 15,17 0 8-15,28 0 5 16,-6 0-5-16,14 0 2 16,-6 0 0-16,5 19 1 0,-3 18 0 15,-10 8-1-15,-1 5 5 16,-16 3 2-16,-14 2 1 16,-8-7-3-16,0 0 3 15,0-14-3-15,-27-1 11 16,-23-8 1-16,3-6 5 15,-4-4-2-15,8-8-3 16,0-6 7-16,-4-1 5 16,10 0-6-16,7-5-7 15,-4-24-11-15,12-7-3 16,5-4-11-16,17-3-12 16,0 0-8-16,19-4-13 0,52-7-18 15,-30 35-46-15,2 0-39 16</inkml:trace>
  <inkml:trace contextRef="#ctx0" brushRef="#br0" timeOffset="129483.6889">4888 11970 124 0,'22'-8'65'16,"-22"8"-60"-16,0 44 28 16,-20 12 4-16,10 3-19 15,1-2 6-15,9-8-6 16,0-13-7-16,0-10-3 15,17-7-1-15,13-10 2 0,-2-4 2 16,0-5-7-16,0 0 0 16,4 0 0-16,0-15-1 15,7-15-1-15,-11-6-1 16,-9-9-1-16,-17 6-2 16,-2-2 0-16,0 5-7 15,0 10 0-15,-36 9-2 16,-1 11-8-16,-6 6-1 15,3 0-8-15,5 0-31 16,18 9-31-16,9 0-49 16</inkml:trace>
  <inkml:trace contextRef="#ctx0" brushRef="#br0" timeOffset="130181.255">6345 11932 12 0,'30'-25'154'15,"-30"10"-128"-15,6 0 6 0,-6-1 17 16,0 5-25-16,0 3-18 16,0 2 8-16,0 6 4 15,0 0 0-15,-15 0-1 16,-4 0-6-16,-3 0 2 16,-10 0-8-16,0 14 3 15,-15 11-5-15,4 10 2 16,2 0 5-16,9-2-1 15,13 0 3-15,10-4-2 16,5 2-6-16,4-6 0 16,0-7-1-16,4 0-2 15,37-4-1-15,19-6-3 16,21-8-10-16,5 0-8 16,17 0-13-16,2-25-15 0,-8-7-15 15,-18-5-17-15,-19-3 18 16,-21 8 34-16,-26 3 29 15,-13 7 25-15,0 8 21 16,0 8 12-16,-33 6 0 16,1 0-24-16,0 0-17 15,9 20-9-15,8 5 3 16,10-1-5-16,5-4-3 16,0 5 8-16,0-5-3 15,0 0-1-15,15-6 1 16,-10-7 0-16,-1-1-6 15,-4 4-1-15,0-2-1 0,0 1 0 16,0-2 1-16,0 5 5 16,-32-2-4-16,-1-5 1 15,-9 2 1-15,1-5-4 16,4-2-11-16,7 0-9 16,11 0-21-16,19 0-30 15,0 0-75-15</inkml:trace>
  <inkml:trace contextRef="#ctx0" brushRef="#br0" timeOffset="130684.9501">8391 11705 22 0,'-5'0'37'0,"1"0"6"15,4 0-4 1,0 0 0-16,0 0-5 0,0 0 5 16,-4 0-1-16,-5 0-8 15,-19 0-5-15,-6 5-3 16,-11 18-3-16,-6 8-3 16,-5 1-3-16,9 0-2 15,2 4 1-15,15-4-9 16,15-2 0-16,4 0-3 15,11 0 0-15,0-4 0 16,0 4 0-16,47-5 3 16,7-3 1-16,12-3 0 15,7-8-2-15,11-5-2 16,10-6 0-16,-10 0-3 16,2-4-14-16,-3-21-22 0,-10-6-30 15,-58 15-63-15</inkml:trace>
  <inkml:trace contextRef="#ctx0" brushRef="#br0" timeOffset="131531.852">8751 11818 45 0,'0'21'49'15,"0"-10"-8"-15,0-3 15 16,11-2-9-16,17-6-9 15,4 0-10-15,4 0 8 0,-3 0-12 16,-1-11-8-16,4-8-8 16,-10-3-3-16,-5 0-2 15,-6-2-3-15,-15-1 3 16,0-1 0-16,0 3 0 16,0 11-1-16,0 9 3 15,0 3-5-15,-23 0 0 16,-5 15-1-16,-11 23-2 15,7 16 3-15,0 1 5 16,10-2 4-16,12-6-2 16,10-8-2-16,0-11-3 15,0-5-2-15,0-10 0 16,36-6-3-16,11-7 0 0,9 0 0 16,13 0-9-1,-5-31-13-15,9-3-7 0,-11 0-14 16,-6 10-10-16,-11 10-2 15,-13 12 22-15,3 2 24 16,-18 0 11-16,-2 0 1 16,-11 10 17-16,-4-2 9 15,0-2 4-15,0-3 2 16,0-1 5-16,0 1 4 16,0-3-8-16,-11 0-4 15,-2 0 6-15,9 0-5 16,0 0-4-16,0-16-14 0,4-14-12 15,0-8-5-15,17-8-11 16,47-2-16-16,26 4-22 16,-6 6-8-16,-7 8 8 15,-15 14 26-15,-23 4 24 16,-11 6 4-16,-13 6 7 16,-15 0 8-16,0 0 6 15,0 20-5-15,-28 22 6 16,-11 2-5-16,-2 4-4 15,14-6-3-15,7-6 6 16,12-5-9-16,8-10 1 16,0-6-6-16,0 0 0 15,0-8 1-15,32-7 2 16,17 0-2-16,5 0 2 16,6-7 0-16,-4-23-4 15,-7-2 1-15,-13-4-1 0,-10-2 0 16,-17-4 0-16,-9 3 1 15,0 4 0-15,0 10 0 16,-35 8-2-16,-5 15-1 16,-12 2-9-16,-8 0-5 15,11 13-16-15,2 24-27 16,40-18-51-16,7-2-71 16</inkml:trace>
  <inkml:trace contextRef="#ctx0" brushRef="#br0" timeOffset="131901.3286">10767 11614 218 0,'-17'-18'56'0,"17"14"16"15,0 2 2-15,0-1-41 16,0 3-26-16,0 0-2 16,0 0-5-16,15 0-2 15,4 0-3-15,-4 0 5 16,0 13 0-16,-6-1-1 0,-5-6 1 16,-4-3 0-16,0 4-1 15,0-3-2-15,0 0 3 16,-8 1 7-16,-5-3-2 15,0-2-1-15,4 0 1 16,3 0 0-16,6 0-5 16,0 0-20-16,0 0-20 15,0 0-29-15,0 0-37 16,0 0-116-16</inkml:trace>
  <inkml:trace contextRef="#ctx0" brushRef="#br0" timeOffset="132120.269">10658 11962 170 0,'-19'22'100'16,"19"-22"-69"-16,0 0 24 15,45 0-24-15,10-9-15 16,5-2 10-16,-12 6 5 16,-21 2-2-16,-18 3-10 15,-9 0-10-15,0 0-5 16,0 0-4-16,0 0 0 15,0 0-19-15,-13 8-30 16,-30 14-12-16,22-15-39 16,-7 2-53-16</inkml:trace>
  <inkml:trace contextRef="#ctx0" brushRef="#br0" timeOffset="132882.674">4459 13511 309 0,'7'-13'73'0,"-7"13"-34"15,0 0 24-15,0 0-27 16,0 2-36-16,0 47 2 16,0 30-2-16,0 14 18 15,0 10-10-15,0-14-6 16,0-10-1-16,0-11 0 15,0-9-1-15,0-14-3 16,0-9-13-16,0-12-21 16,4-7-21-16,7-13-26 15,-11-4-55-15</inkml:trace>
  <inkml:trace contextRef="#ctx0" brushRef="#br0" timeOffset="133198.3713">4208 13459 218 0,'0'0'38'16,"0"0"-13"-16,41 0 32 15,43 0 4-15,17 3-29 0,10-2-1 16,-6 6-2-16,-4-4-13 16,-19-1-9-16,-7-2-6 15,-13 0 0-15,-2 0-1 16,-9 0-5-16,-6 0-22 16,-10 0-12-16,-22 0-10 15,-13 0-22-15,0 0-30 16,0 0-48-16</inkml:trace>
  <inkml:trace contextRef="#ctx0" brushRef="#br0" timeOffset="133435.9462">4358 13790 99 0,'-10'34'47'16,"10"-27"-11"-16,10 4 31 15,46-3-18-15,19-8-13 16,9 0 0-16,4 0-7 16,-9 0-4-16,-10 0-9 15,-15 0-11-15,-18 0-4 16,-17 0-1-16,-14 0-27 16,-5 0-34-16,0 0-36 15,0 0-78-15</inkml:trace>
  <inkml:trace contextRef="#ctx0" brushRef="#br0" timeOffset="133812.3989">4219 14279 126 0,'0'19'30'16,"0"-15"29"-16,0-3 13 15,28 5-24-15,-2-4-5 16,12 0-2-16,-1 4-3 16,10-6-5-16,0 0-5 15,17 0-3-15,3 0-2 16,2 0-6-16,1-3-2 16,-5-7-9-16,-7 2-4 0,-3 1-2 15,-7 1 1 1,-16 0-1-16,-4 3 0 0,-5 1-1 15,-14 2 1-15,-5 0-1 16,-4 0 2-16,0 0-1 16,0 0 0-16,0 0-2 15,0 0-4-15,0 0-7 16,0 0-5-16,0 0-14 16,0 0-18-16,0 0-22 15,-8-6-17-15,1 1-136 16</inkml:trace>
  <inkml:trace contextRef="#ctx0" brushRef="#br0" timeOffset="135103.3387">5778 13149 87 0,'11'-18'90'15,"-11"10"-71"-15,0 6 27 16,0 2 11-16,0-3-32 15,0 3-23-15,7 0 2 16,-7 0 5-16,2 0-2 16,-2 0 0-16,0 0 6 15,0 0 2-15,0 0 0 0,0 0-4 16,0 0-5-16,0 0-1 16,0 0-4-16,-9 11 0 15,-14 9-1-15,-14 18 0 16,1 15 0-16,-7 7 2 15,-4 7 1-15,1 5 2 16,4 2-1-16,-3 12 8 16,2-3-12-16,2 4 4 15,4-2-4-15,10-4 1 16,14-5-1-16,6-3 4 16,7-8-3-16,0-10 5 15,0-4 0-15,20-8-4 16,14-4 6-16,-4-4-2 15,-2-13-3-15,0-5-1 0,0-2 1 16,-1-5 1-16,1-1 1 16,-6-4-1-16,-3-2-1 15,0-1-1-15,-10-2 0 16,6 0-1-16,-11 0-1 16,1 0 0-16,-5 0-2 15,0 0-1-15,0 0-3 16,0 0-6-16,0 0-6 15,4 0-21-15,-4 0-34 16,4-14-44-16</inkml:trace>
  <inkml:trace contextRef="#ctx0" brushRef="#br0" timeOffset="135867.0313">6126 13322 214 0,'0'0'47'16,"0"-7"-6"-16,0 7 4 15,23-1-28-15,27-6-15 16,31 2 13-16,11-3 10 16,3-1-2-16,8 3-8 15,-11 5-9-15,-8 1-4 16,-9-3-2-16,-17 3 0 15,-11 0-15-15,-19 0-31 16,-13 0-31-16,-15 0-48 16,0 0-53-16</inkml:trace>
  <inkml:trace contextRef="#ctx0" brushRef="#br0" timeOffset="136414.2602">6190 13359 176 0,'-19'6'48'15,"19"-6"-34"-15,6 0 27 16,50 2-8-16,19 2 3 16,-2 2-7-16,2 3-4 15,-13 1 0-15,-12 5-13 16,-16-1-11-16,-13 5-1 15,-18 5 0-15,-3 6-2 0,0 12-20 16,-15 10 5-16,-35-1 3 16,-6 2 8-16,-1-8 2 15,1-2 2-15,2-7 1 16,13-9 2-16,9-5 0 16,19-5 7-16,13-6 1 15,0-6-3-15,0 3 0 16,0-3 1-16,0-3 3 15,0 2 2-15,0 0-1 16,0 2-2-16,18 5 2 16,14 0 5-16,13 0-6 15,11-3 1-15,16 0-1 0,-1-8 0 16,9 0 2-16,-12 0-2 16,-3 0-3-16,-3 0-1 15,-6 0-4-15,-1-5 0 16,-5-3 0-16,-5 0-2 15,-7 2 0-15,-16 1 0 16,-3 5 0-16,-10-2 0 16,-5 2 0-16,-4 0-9 15,0 0-12-15,0 0-18 16,0 0-21-16,0 0-26 16,0 0-68-16</inkml:trace>
  <inkml:trace contextRef="#ctx0" brushRef="#br0" timeOffset="136826.0204">6413 14271 135 0,'0'0'72'16,"0"3"-37"-16,0-1 35 0,-4 4-28 16,-5-1-32-16,1 4-5 15,-3 4 5-15,2 5-9 16,1 7 9-16,-3 6 1 15,3-4-1-15,-1-3 3 16,3-5 0-16,6-6 2 16,0-2-7-16,0-4-4 15,0-1-2-15,0 0-1 16,0-6 0-16,8 0 1 16,11 0-2-16,-1 0-8 15,7 0-18-15,5-8-29 16,-19-5-20-16,-2-3-70 15</inkml:trace>
  <inkml:trace contextRef="#ctx0" brushRef="#br0" timeOffset="136995.306">6413 14271 170 0,'0'-119'90'0,"0"116"-67"16,0 3 12-16,0-4-14 15,28 2-21-15,17 2 0 16,2 0-7-16,-29 0-50 16,1 0-63-16</inkml:trace>
  <inkml:trace contextRef="#ctx0" brushRef="#br0" timeOffset="137179.7356">6793 14174 238 0,'-7'2'53'0,"7"-2"-21"16,0 0 6-16,37 0-23 15,17 0 5-15,-14 0-3 16,-5 0-12-16,-16 0-5 16,0 0-17-16,-19 0-35 15,0 3-81-15</inkml:trace>
  <inkml:trace contextRef="#ctx0" brushRef="#br0" timeOffset="137343.9371">6797 14385 158 0,'0'9'43'0,"9"-9"16"16,55 0 7-16,18-7-31 15,-9-13-19-15,-7 0-14 16,-15 3-2-16,-8 0-45 15,-43 15-82-15,0-3 25 16</inkml:trace>
  <inkml:trace contextRef="#ctx0" brushRef="#br0" timeOffset="137533.0343">7299 14235 129 0,'0'21'58'0,"0"-1"-3"0,0 6 19 15,15-1-26-15,-4 3-19 16,-11 0 27-16,0-7-53 16,0 4-3-16,0 1-21 15,-20 3-32-15,-12-4-41 16,17-21-46-16,11-4 122 16</inkml:trace>
  <inkml:trace contextRef="#ctx0" brushRef="#br0" timeOffset="138320.6954">6555 12928 109 0,'0'-25'69'0,"0"13"-45"16,0 4 35-16,6 6-4 0,-6 2-31 16,7 0-3-16,-7 0 4 15,0 0-10-15,0 0-14 16,0 0-1-16,0 10-6 16,0 21 3-16,0 2 3 15,6-6 5-15,-2-6-2 16,-4-10-3-16,0-5 0 15,0-3-2-15,0-3-4 16,0 0 3-16,0 0 2 16,5 0 1-16,1 0 3 0,-6 0-1 15,0-6 2 1,0-16 0-16,7-2-4 0,-5 3 0 16,15 2-1-16,2 2-1 15,9 6 0-15,9-1 1 16,-5 2-1-16,15 8 2 15,-11 2 2-15,7 0 1 16,-4 0-1-16,-3 11-2 16,-6 19 0-16,7 5 0 15,-9 5 2-15,-9 4 0 16,0-3-1-16,-12-3-1 16,-5-7 0-16,2-6-9 15,0 3-18-15,-4-26-38 16,0 2-60-16</inkml:trace>
  <inkml:trace contextRef="#ctx0" brushRef="#br0" timeOffset="138873.6348">5918 13304 127 0,'6'-15'90'0,"-4"11"-48"15,-2 4 19-15,0 0-22 16,0 0-26-16,0 9-8 16,5 23-4-16,8 13 17 15,-11 9 4-15,4 0-14 16,-4-4-1-16,-2-6-4 15,5 4-3-15,-5-2-2 16,0 0-22-16,0 0-23 16,0-36-52-16,0-2-40 15</inkml:trace>
  <inkml:trace contextRef="#ctx0" brushRef="#br0" timeOffset="139099.4614">5654 13913 1 0,'0'15'153'15,"0"-12"-138"-15,75-3 58 16,19 0 5-16,14 0-24 16,-1-3-13-16,-19-10-8 15,-24 8-17-15,-21 0-16 16,-24 5-6-16,-16 0-32 15,-3 0-39-15,0 0-71 0,-13 2-45 16</inkml:trace>
  <inkml:trace contextRef="#ctx0" brushRef="#br0" timeOffset="139503.5388">5785 14130 161 0,'-9'13'49'16,"9"-3"-18"-16,0 11 29 16,9 11-6-16,23 7-17 15,-15 7-14-15,0-1-14 0,-8-4-4 16,-7-3-3-16,-2-12 0 16,0-8-1-16,0-11-1 15,0-3 2-15,0-4 0 16,6 0 0-16,-3 0-2 15,14-15 0-15,-2-19-4 16,19-7-3-16,9-2-2 16,6 9-5-16,1 13 6 15,-7 7 4-15,-11 9 1 16,-15 2 2-16,-2 3 1 16,-2 0 6-16,2 0 2 15,-4 8-2 1,1 15 2-16,-7-1 3 0,-1 12-6 15,5-4-2-15,-3-2-3 0,3-4-16 16,14-3-19-16,14-11-31 16,-20-10-40-16,11 0-58 15</inkml:trace>
  <inkml:trace contextRef="#ctx0" brushRef="#br0" timeOffset="140052.3783">7707 13529 261 0,'0'0'55'15,"0"0"-7"-15,0 0-2 16,0 0-46-16,0 31 0 16,-13 19 0-16,-11 7 14 15,5 4-9-15,8-1-1 16,5-12-1-16,6-6 1 16,0-10-4-16,0-11 0 15,13-2 0-15,14-10 1 16,6-9 1-16,-6 0-2 15,6 0 2-15,3-22-2 0,-2-18-2 16,-1-15-9-16,-6-7-16 16,-12-5 1-16,-12 0-17 15,-3 16 11-15,0 21 10 16,0 19 22-16,-3 11 10 16,-24 0 3-16,-12 0-3 15,-8 27 2-15,-3 17 2 16,3 4 0-16,15 7 7 15,2 1 6-15,13-4-5 16,6 3-4-16,11-4-9 16,0-7-3-16,0-1-5 15,0-8 2-15,30-2-3 0,22-5-7 16,3-10-19 0,14-9-21-16,0-9-29 0,-41 0-32 15</inkml:trace>
  <inkml:trace contextRef="#ctx0" brushRef="#br0" timeOffset="140301.3973">8453 13513 224 0,'-6'-26'60'15,"-7"26"-1"-15,-7 0-5 16,-3 19-41-16,-5 18-8 0,-4 10 18 15,4 6-3 1,6 10-9-16,7 0-2 0,7-1-6 16,4-2 0-16,4-9-3 15,0-4 0-15,0-7-25 16,4-12-19-16,37-13-17 16,23-8-21-16,-30-7-29 15</inkml:trace>
  <inkml:trace contextRef="#ctx0" brushRef="#br0" timeOffset="140503.5625">9041 13549 188 0,'8'-27'71'0,"-8"27"-23"16,0 0 8-1,0 25-46-15,-15 20-9 0,-26 20 12 16,-10-1-4-16,-5 3-8 15,0-1-1-15,1-5-3 16,12-9-26-16,8-12-30 16,35-36-38-16,0-4-69 15</inkml:trace>
  <inkml:trace contextRef="#ctx0" brushRef="#br0" timeOffset="140764.4585">8573 13522 165 0,'-17'-34'117'0,"17"34"-109"15,0 10 18-15,9 28 16 16,29 7 15-16,7 6-17 16,-11 1-10-16,3 3-3 15,-5 0-8-15,11-4-7 16,-7-5-6-16,1 0-4 15,2-5-1-15,-7-6-1 16,0-2-8-16,0-8-16 16,-4-6-39-16,13-12 2 15,-33-7-65-15,12 0-66 0</inkml:trace>
  <inkml:trace contextRef="#ctx0" brushRef="#br0" timeOffset="140974.8418">9431 13910 161 0,'0'-5'108'16,"0"5"-80"-16,0 0 43 16,0 2-23-16,0 26-26 15,0 4 22-15,0 0-15 16,0-2-15-16,0-2-10 16,0-1-3-16,0-2-1 15,0-7-10-15,0-2-20 16,0-6-23-16,4-4-20 15,24-6-14-15,-17 0-16 16,2-3 13-16</inkml:trace>
  <inkml:trace contextRef="#ctx0" brushRef="#br0" timeOffset="141118.5352">9665 13847 127 0,'0'-27'92'15,"0"27"-14"-15,0-2 17 16,0 2-29-16,0 0-53 15,0 0-13-15,0 0-5 16,0 0-34-16,0 0-35 16,0 0-60-16</inkml:trace>
  <inkml:trace contextRef="#ctx0" brushRef="#br0" timeOffset="141351.8192">9727 13529 152 0,'0'-16'37'0,"0"16"-15"16,21 0 22-16,14 16-20 15,12 17 15-15,-2 11 3 16,-9 4-6-16,-8 8-1 16,-13-1-13-16,-15 4-12 15,0-5-7-15,0-8-3 16,-15-6-7-16,-6-6-21 15,-7-9-14-15,17-25-31 0,11 0-62 16</inkml:trace>
  <inkml:trace contextRef="#ctx0" brushRef="#br0" timeOffset="141712.7153">10398 13071 90 0,'24'-26'177'16,"-20"26"-146"0,5 0 1-16,14 18 6 0,10 31-24 15,7 24 33-15,8 9-17 16,-1 10-4-16,-7 11-6 15,-3 14 11-15,-22 6-19 16,-15 0-3-16,0 8-4 16,-15-15 1-16,-41-6-3 15,-12-16 0-15,-1-18-2 16,9-17 2-16,13-11-3 16,8-12 0-16,3-13 0 15,18-10-25-15,-1-2-16 16,-9-11-14-16,28 0 35 0,-11 0-48 15</inkml:trace>
  <inkml:trace contextRef="#ctx0" brushRef="#br0" timeOffset="143905.9986">11346 13417 100 0,'-21'-3'168'0,"21"0"-112"15,0 0-6-15,0 1 22 16,0-2-28-16,0 2-23 0,0 2 1 16,0 0 0-16,0-4-7 15,0 4-6-15,0 0-5 16,2 0-2-16,24 0-2 15,8 0-2-15,18 0 2 16,12 0 0-16,-4 0 0 16,-9 0-10-16,-3 0-20 15,-12 0-26-15,-4 0-38 16,-32 0-26-16,0 0-57 16</inkml:trace>
  <inkml:trace contextRef="#ctx0" brushRef="#br0" timeOffset="144135.5958">11179 13518 104 0,'-13'22'73'16,"13"-19"-52"-16,28 5 45 16,32-5-4-16,11 1-15 15,-5-4 3-15,-1 0-9 16,-14 0-10-16,-14 0-11 15,-9 0-15-15,-5 0-5 16,5 0 0-16,11 0-28 16,6 0-32-16,-26 0-36 15,0 0-59-15</inkml:trace>
  <inkml:trace contextRef="#ctx0" brushRef="#br0" timeOffset="144457.0534">13099 12813 135 0,'0'-22'152'0,"0"22"-109"15,0 0 4-15,0 0 12 0,0 0-36 16,0 2-19-16,4 35 0 16,0 12 9-16,-4 13 21 15,0 0-16-15,0-1-12 16,5-2-4-16,-1-5-2 16,-4-2-2-16,0-3-25 15,0-1-22 1,0-3-37-16,0-39-44 0,0-2-71 15</inkml:trace>
  <inkml:trace contextRef="#ctx0" brushRef="#br0" timeOffset="144680.3804">12683 13417 157 0,'-11'0'66'0,"11"0"-60"15,23 0 42-15,44 0 26 16,19 0-29-16,15 0-10 16,2 0-3-16,-1 0-10 15,-9 0-12-15,-25 0-8 16,-16 0-2-16,-20 0-12 16,-19 0-34-16,-13 0-34 15,0 8-62-15</inkml:trace>
  <inkml:trace contextRef="#ctx0" brushRef="#br0" timeOffset="145196.0758">12743 13839 158 0,'-20'8'114'16,"20"6"-112"-16,0 8 26 16,0 16 8-16,11 13 4 15,17 8-21-15,2 5-6 0,-2-7-8 16,-2-5 11-16,-9-15-10 16,-4-10-6-16,-9-10 2 15,-4-10 0-15,0-7-1 16,6 0 1-16,1 0 2 15,-5 0-4-15,7-10 2 16,8-24-3-16,-2-8 1 16,13-8-1-16,4 3-2 15,0 2-2-15,2 12 1 16,-12 13 4-16,1 8-4 16,-3 11 4-16,-16 1 4 15,0 0 6-15,5 0-1 16,1 0-2-16,3 22 3 0,7 9 0 15,-3 5 0-15,-6 2 11 16,1 0-9-16,-3-1-7 16,2-5-2-16,2-4-1 15,-3-3-2-15,-1-4 0 16,-1-5-9-16,-3-5-28 16,5 3 10-16,-5-6-46 15,-5 0-25-15,0-8 3 16,0 0 66-16</inkml:trace>
  <inkml:trace contextRef="#ctx0" brushRef="#br0" timeOffset="145907.6356">13879 12822 163 0,'-27'-13'51'0,"27"13"-8"16,0-7 27-16,0 7-31 16,0-3-24-16,0 3 1 15,0 0 3-15,0-1-2 16,27 1-3-16,25 0-4 15,25-7 7-15,26 5-1 0,9-7-9 16,3 2-1-16,-3 0-4 16,-11 1-2-16,-13-4-6 15,-28 9-25-15,-24 1-28 16,-36 0-26-16,0 0-93 16</inkml:trace>
  <inkml:trace contextRef="#ctx0" brushRef="#br0" timeOffset="146366.8776">13939 12879 161 0,'-32'11'49'0,"32"-11"-22"16,0 4 31-16,13 3-22 15,39 3-17-15,25 7 21 16,-11-1-7-16,-1 5-5 15,-5 4-10-15,-13 2-14 16,-15 2-3-16,-13 10-1 16,-19 10 0-16,0 2-3 15,0 9-8-15,-47-3 0 16,-13 2 3-16,-4-3-1 16,-7-10 3-16,7 0 5 15,8-12 1-15,19-4 1 0,10-8-1 16,22-3-1-1,5-8-2-15,0 0 3 0,0-1 0 16,5 1 2-16,48-3 5 16,9-6 6-16,22-2 1 15,8 0 0-15,9 0-3 16,17 0-2-16,-4-13 2 16,10-5-2-16,3-1-1 15,-22-3 0-15,-22 2-5 16,-20 5-3-16,-29 4-3 15,-6 2-23-15,-17 2-13 16,-7 3-15-16,-4 4-35 16,0 0-81-16</inkml:trace>
  <inkml:trace contextRef="#ctx0" brushRef="#br0" timeOffset="146756.5207">14216 14109 130 0,'28'0'104'0,"-17"0"-76"0,-7 0 44 15,0 0-30-15,1 0-34 16,-1 18-6-16,7 4 0 16,-11 8 0-16,0 2 2 15,0 5 1-15,0-3-2 16,0-5 0-16,0-3-1 16,0-3-2-16,0-6 1 15,0-7 4-15,0-3 1 16,0-7-6-16,0 0-1 15,0 0-2-15,0 0 1 16,13 0-8-16,14-11-18 16,-18-4-31-16,6-5-53 15</inkml:trace>
  <inkml:trace contextRef="#ctx0" brushRef="#br0" timeOffset="146922.7252">14216 14109 231 0,'131'-202'70'16,"-131"202"-53"-16,0 0 9 15,24-2-14-15,29 2-8 16,7 0-4-16,2 0-29 16,-40 0-71-16,-3 0-53 15</inkml:trace>
  <inkml:trace contextRef="#ctx0" brushRef="#br0" timeOffset="147094.6722">14804 14005 200 0,'0'2'98'16,"0"-2"-65"-16,15 0 29 16,6 0-30-16,7 0-20 15,6 0 4-15,-8 0-9 16,-6 0-7-16,-1 0-37 15,-19 0-37-15,0 0-87 16</inkml:trace>
  <inkml:trace contextRef="#ctx0" brushRef="#br0" timeOffset="147255.2723">14759 14217 22 0,'0'18'145'15,"0"-16"-119"-15,17 2 41 16,47-4-13-16,11 0-14 15,-2 0-12-15,7 0-4 16,-12 0-24-16,-1-9-4 16,-50 1-59-16,-2 1-81 15</inkml:trace>
  <inkml:trace contextRef="#ctx0" brushRef="#br0" timeOffset="147454.6194">15484 13978 168 0,'-17'0'89'0,"17"24"-37"16,0 9 31-16,0 4-22 15,0 0-21-15,0 6-8 16,8-6-15-16,-8-2-12 16,0-4-5-16,0-7-12 15,0-7-37-15,0-7-35 16,0-10-14-16,0 0-63 15</inkml:trace>
  <inkml:trace contextRef="#ctx0" brushRef="#br0" timeOffset="148217.4763">14184 12127 47 0,'0'-11'208'0,"0"11"-173"16,-4 0-14-16,4 0 15 15,0 30-29-15,0 20-5 16,0 12 6-16,0-9-7 16,4-3 0-16,7-19-1 15,-7-6 3-15,5-13-2 16,-5-11-1-16,-4-1 0 16,0 0-1-16,0 0-4 0,4 0 4 15,7 0-1 1,6-27 2-16,7-10-5 0,4-10-2 15,-1 2 7-15,6 4-1 16,5 8 1-16,-1 11 0 16,3 10 0-16,-3 9 2 15,1 3 6-15,-3 0-1 16,-7 0 0-16,-5 7 3 16,5 12-4-16,-9 5-3 15,1 7-2-15,1 3-1 16,-2 10-5-16,1 4-36 15,-16-31-60-15,-4-1-57 16</inkml:trace>
  <inkml:trace contextRef="#ctx0" brushRef="#br0" timeOffset="148759.4178">15499 12710 75 0,'8'-11'224'0,"-8"11"-209"0,5 0-9 16,3 39 34-16,3 21 3 15,-2 12-3-15,-1 5-20 16,3-1-11-16,-7-4-3 15,5-8-5-15,-9-11-1 16,0-7-12-16,0-10-21 16,0-12-25-16,0-24-9 15,0 0-62-15</inkml:trace>
  <inkml:trace contextRef="#ctx0" brushRef="#br0" timeOffset="148993.2852">15443 12706 132 0,'0'-36'96'0,"0"31"-81"16,60 1 37-16,17 4-3 16,18 0-19-16,1 0-8 15,-8 0 2-15,-15 0-12 16,-9 0-7-16,-16 9-5 15,-16-3-4-15,-13 6-24 16,-15 6-26-16,-4-14-46 16,0 2-74-16</inkml:trace>
  <inkml:trace contextRef="#ctx0" brushRef="#br0" timeOffset="149188.2686">15488 12909 144 0,'0'19'24'0,"0"-16"14"16,71-1 20-16,17-2-13 16,8 0-15-16,-4 0-5 15,-12 0-7-15,-27 0-7 16,-18 0-7-16,-22 6-4 16,-13 10-10-16,0 12-41 15,0-10-100-15,-37 1-34 0</inkml:trace>
  <inkml:trace contextRef="#ctx0" brushRef="#br0" timeOffset="149356.9644">15512 13437 111 0,'0'31'93'0,"0"-29"-53"16,36 1 41-16,24-3-26 15,19 0-19-15,1 0-19 16,-3 0-5-16,-2 0-12 15,-6-5-15-15,-54 0-22 16,-2 4-154-16</inkml:trace>
  <inkml:trace contextRef="#ctx0" brushRef="#br0" timeOffset="149622.8596">16524 12634 166 0,'-9'-27'115'16,"9"27"-106"-16,-4 0 33 15,-7 8 1-15,3 42-40 16,-11 16 13-16,-7 25 29 16,-9 1-25-16,8 2-3 0,1 2-8 15,-2-7-8 1,13-4-1-16,2-11-2 0,13-5-3 15,0-9-27-15,0-8-22 16,0-14 4-16,0-38-45 16,9 0-85-16</inkml:trace>
  <inkml:trace contextRef="#ctx0" brushRef="#br0" timeOffset="150101.8339">16741 12824 110 0,'0'-25'211'0,"0"25"-175"16,0 0-1-16,0 0 7 16,0 34-37-16,0 16-3 15,0 11 9-15,-5 1-3 16,5-4 0-16,0-1-4 15,0-15 0-15,0-1-4 16,15-10 0-16,2-11-2 16,7-6-9-16,4-14-4 15,0 0-2-15,4 0 0 16,11-14 1-16,2-26 3 16,2-9 0-16,-6-16-3 15,-13-5 1-15,-15-2-7 0,-13 11 6 16,0 21 3-16,0 18 13 15,0 13 11-15,0 9 24 16,0 0-14-16,-13 16-6 16,-11 32-8-16,-4 16 23 15,-4 7-3-15,4-4-7 16,11-1-5-16,6-10-4 16,11 2-7-16,0-6-4 15,0-6 0-15,5 0 0 16,33-15-19-16,3-4-19 15,19-10-20-15,-32-17-11 16,8 0-105-16</inkml:trace>
  <inkml:trace contextRef="#ctx0" brushRef="#br0" timeOffset="150358.7029">17843 12654 234 0,'-24'0'36'16,"5"0"30"-16,2 21 1 16,-2 17-33-16,-13 11-8 15,4 9 3-15,0 5-6 16,4 9-5-16,11-1-11 16,3-2-6-16,10-3-1 0,0-4-2 15,0-6-9 1,0-6-22-16,27-18-14 0,16-10-9 15,7-16 2-15,-22-6-31 16,-5-3-31-16</inkml:trace>
  <inkml:trace contextRef="#ctx0" brushRef="#br0" timeOffset="150575.3317">18484 12676 207 0,'11'-11'70'16,"-11"11"-41"-16,0 23 8 16,0 29 16-16,-28 7-18 15,-15 11 1-15,-8 2-14 0,1 1-14 16,-1-12-5-16,4-2-3 16,6-14-19-16,5-6-36 15,3-10-16-15,29-29-53 16,4 0-51-16</inkml:trace>
  <inkml:trace contextRef="#ctx0" brushRef="#br0" timeOffset="150807.2884">17920 12816 185 0,'0'-18'43'0,"0"18"-20"16,0 15 42-16,20 31 0 15,25 11-27-15,2 6 10 16,-2-2-18-16,2 0-9 16,0-7-10-16,-10-5-9 15,3-2-2-15,3-4-2 16,-6-2-22-16,4-6-13 16,1-11-29-16,-1-7-11 15,-32-17-38-15</inkml:trace>
  <inkml:trace contextRef="#ctx0" brushRef="#br0" timeOffset="151032.38">18767 13278 148 0,'0'11'58'16,"0"18"17"-16,-15 6 3 15,3-2-29-15,7 0-7 16,5-1-8-16,0-4-17 15,0 2-6-15,0-10-8 16,0-2-2-16,9-7-1 16,10-7-8-16,-2-1-10 15,16-3-15-15,3 0-22 16,-17-3-24-16,-4-16-79 16</inkml:trace>
  <inkml:trace contextRef="#ctx0" brushRef="#br0" timeOffset="151205.2215">18948 13036 217 0,'-24'-30'146'0,"24"19"-101"16,0 6 24-16,0-3-37 16,0 5-30-16,0-4-2 15,4 6-14-15,5-2-44 16,-3 3 18-16,-1 0-17 15</inkml:trace>
  <inkml:trace contextRef="#ctx0" brushRef="#br0" timeOffset="151462.6772">19151 12691 196 0,'0'-15'120'0,"0"15"-105"16,0 0 27-16,0 0-9 16,37 31-13-16,-1 12 3 15,-4 9-3-15,-8 9-5 16,-11 7-8-16,-13-4-5 16,0 4-2-16,0-6-8 15,-26-8-21-15,-17-4-29 0,11-12-17 16,19-38-39-16,7 0-70 15</inkml:trace>
  <inkml:trace contextRef="#ctx0" brushRef="#br0" timeOffset="151796.3426">19512 12464 145 0,'28'-28'110'15,"-20"28"-110"1,11 0 24-16,14 37 32 0,7 13-15 16,12 15-14-16,-11 12 11 15,2 7-11-15,-22 14 6 16,-10 5-5-16,-11 4-13 15,0 2-6-15,-24-8-1 16,-27-12-5-16,-9-15 0 16,0-12-3-16,4-14 0 15,0-4-9-15,7-7-14 16,1-4-10-16,-3 0-19 16,38-33-30-16,0 0-67 15</inkml:trace>
  <inkml:trace contextRef="#ctx0" brushRef="#br0" timeOffset="162054.7939">19913 13063 198 0,'-4'0'39'0,"4"0"-5"0,0 0 5 15,0 0-22-15,0 0-8 16,19 0 1-16,30 0 21 15,26 0-1-15,9-7-8 16,4-4-3-16,-11 2-7 16,-6 4-9-16,-11 3-3 15,-19 2 0-15,-13 0-3 16,-13 0-20-16,-15 0-17 16,0 0-27-16,0 0-50 15,-20 4-66-15</inkml:trace>
  <inkml:trace contextRef="#ctx0" brushRef="#br0" timeOffset="166840.9154">25082 12944 59 0,'-9'-33'145'0,"9"27"-85"16,0 4-20-16,0 2-16 15,0 0-18-15,0-2-6 16,0 2-21-16,0 0-57 15,0 0-72-15</inkml:trace>
  <inkml:trace contextRef="#ctx0" brushRef="#br0" timeOffset="170951.2677">3430 13917 132 0,'-9'4'70'0,"9"-4"1"15,0 0 0-15,0 0-28 16,0 0-6-16,0 0 1 15,0 0-7-15,0 0-5 16,0 0-7-16,0 0-7 16,0 0-5-16,28 0-7 15,24 3 1-15,12-3 2 16,5 0-2-16,-5 0-1 16,-2 0 0-16,-15 0-27 0,-17 0-18 15,-21 1-31-15,-9 5-39 16,0 5-90-16</inkml:trace>
  <inkml:trace contextRef="#ctx0" brushRef="#br0" timeOffset="171147.9205">3342 14256 169 0,'0'0'27'0,"23"0"46"16,46 0 0-1,2 0-19-15,-7-1-17 0,-12-6-17 16,-24 3-16-16,-7 1-4 16,-15 3-21-16,-6 0-37 15,0 0-56-15,0 0-129 16</inkml:trace>
  <inkml:trace contextRef="#ctx0" brushRef="#br0" timeOffset="171842.7443">1755 13961 168 0,'0'0'58'15,"0"37"-57"1,0 16 31-16,0 5-13 0,0 4-11 16,0-14 5-16,0-11 3 15,0-6-5-15,0-15-1 16,0-10-5-16,0-6-1 16,0 0 1-16,0 0 2 15,0 0-1-15,0 0-1 16,15-13 3-16,21-23 12 15,18-11-6-15,14-3-10 16,12-8-2-16,-3 10-2 16,-13 8 0-16,-16 17 0 0,-33 18 0 15,-13 5-2 1,-2 0-1-16,0 3-5 0,0 22-6 16,0 9 9-16,0 2 5 15,0-9 0-15,0-9 4 16,0-5-3-16,0-9 2 15,0-4 6-15,0 0 3 16,0 0 1-16,0 0 1 16,0 0-3-16,0 0 0 15,0 0-4-15,0 0 0 16,0 0-4-16,0 0 0 16,0 0-3-16,0 0-3 15,0 0-12-15,0 0-9 16,0 0-20-16,0 0-5 15,0 0-26-15,0 0-46 0</inkml:trace>
  <inkml:trace contextRef="#ctx0" brushRef="#br0" timeOffset="172532.9652">1317 13998 8 0,'0'-6'20'0,"0"3"-14"16,0 0 6-16,0 0-5 0,0 0 11 15,0-5 16-15,4 0-2 16,11-6 8-16,13-1-3 16,0-3 0-16,11 0 5 15,-11 2-15-15,0 5-7 16,-9 2-4-16,-2 2-11 16,0 5-3-16,-4-5-1 15,-4 5-1-15,-3 2 0 16,-2 0 0-16,3 0 0 15,-7 0 1-15,0 0 2 16,0 0-1-16,0 0 0 16,0 0 0-16,2 0-2 0,7 0-1 15,8 0 0 1,-7 0 1-16,10 0 0 0,-3 2 1 16,-6 1-1-1,-5 1 1-15,-6-4-1 16,0 0 1-16,0 0 1 0,0 0 0 15,0 0-1-15,2 0 0 16,-2 0 0-16,0 0 1 16,0 0-2-16,0 0-4 15,0 0-8-15,0 0-22 16,0 0-31-16,0 2-66 16</inkml:trace>
  <inkml:trace contextRef="#ctx0" brushRef="#br0" timeOffset="172995.5669">669 13953 244 0,'0'0'53'16,"0"0"-36"-16,0 45 5 16,0 24-19-16,5 20 5 15,12-1-5-15,-6-10 3 16,-1-13-3-16,3-11-2 0,2-11 2 15,-2-12-6 1,2-4-7-16,-2-11-29 0,-7-16-36 16,-6 0-34-16</inkml:trace>
  <inkml:trace contextRef="#ctx0" brushRef="#br0" timeOffset="173236.024">706 13956 114 0,'0'-10'60'0,"0"3"-23"16,28-1 36-16,43-8-7 0,16-2-12 16,4-7-5-16,-19 7-10 15,-14 3-25-15,-23 7-11 16,-16 6-3-16,-17 2-3 15,-2 0-37-15,0 32-48 16,0-10-82-16,-36 8-18 16</inkml:trace>
  <inkml:trace contextRef="#ctx0" brushRef="#br0" timeOffset="173412.168">712 14306 81 0,'7'10'41'0,"48"-10"35"0,16 0 3 16,4-10-21-16,-10-5-13 16,-14 3-29-16,-19 4-14 15,-17 8-2-15,-13 0-25 16,-2 0-49-16,0 0-93 16</inkml:trace>
  <inkml:trace contextRef="#ctx0" brushRef="#br0" timeOffset="173582.838">854 14548 122 0,'0'19'41'15,"0"-19"3"-15,0 0 14 0,47 0-4 16,7 0 7-16,-7 0-31 16,9 0-26-16,-3 0-4 15,3-3 0-15,2-13-33 16,-39 5-30-16,-2-6-75 15</inkml:trace>
  <inkml:trace contextRef="#ctx0" brushRef="#br0" timeOffset="173851.5955">1341 13641 149 0,'-41'50'33'16,"13"18"11"-16,9 20 21 15,-1 13-33-15,10 2-11 16,-3 5 7-16,9-1-11 16,4-5-1-16,0 0-7 15,0-10-7-15,27-6-2 16,12-8-5-16,6-13-30 15,7-15-18-15,-35-50-32 16,2 0-27-16</inkml:trace>
  <inkml:trace contextRef="#ctx0" brushRef="#br0" timeOffset="174376.7706">1877 14174 101 0,'0'-6'137'15,"0"6"-92"-15,0 0 7 16,0 11-41-16,-4 27-8 15,-7 11-3-15,2 4 1 0,-10-4 2 16,6-2 1-16,-2-12-4 16,7-10 4-16,8-16-2 15,0-9 0-15,0 0-2 16,0 0-2-16,0 0 2 16,0-5 5-16,36-26 7 15,26-13 4-15,24-12-10 16,17-1-4-16,-4 1-2 15,-9 14 0-15,-26 17 0 16,-36 13-1-16,-17 12-1 16,-11 0-3-16,0 8-2 15,0 28 0-15,0 16 7 0,0 12 12 16,0 11 6-16,0 6-7 16,-24 5 6-16,-4-1 0 15,5-4-4-15,-5-5-10 16,0-13-2-16,6-12-1 15,3-13-5-15,4-14-15 16,15-10-20-16,0-11-20 16,0-3-51-16,0 0-47 15</inkml:trace>
  <inkml:trace contextRef="#ctx0" brushRef="#br0" timeOffset="174940.7699">1514 13978 140 0,'0'0'67'0,"3"-30"-21"15,33-8 0-15,9-3-15 16,11-4-4-16,0-4-2 16,-1 5-6-16,1 4-7 15,-9 6 0-15,-10 9-5 16,-9 10-3-16,-9 8-1 16,-10 3-2-16,-5 4-1 15,4 0-1-15,18 0-4 16,2 8 0-16,21 17 5 0,14 8 1 15,1 5 0-15,2-4 2 16,-6 5 4-16,5-9-1 16,-12-1 0-16,-8-8-3 15,-4-4-1-15,-13-3-2 16,6-3 0-16,-12-6 0 16,12 0-25-16,-4-5-28 15,-23 0-37-15,-5 0-62 16</inkml:trace>
  <inkml:trace contextRef="#ctx0" brushRef="#br0" timeOffset="175247.1454">2645 13529 159 0,'23'4'51'16,"35"36"39"-16,9 12-15 16,6 14-26-16,6 12-24 15,-6 7-6-15,0 9-7 16,-19 0-4-16,-7 4-1 16,-26-6-6-16,-6-8 3 15,-15-6-3-15,0-12 3 16,0-2-1-16,-34-12-1 15,-11-8-2-15,-2-8-14 16,2-11-15-16,4-7-30 0,26-18-15 16,2 0-80-16</inkml:trace>
  <inkml:trace contextRef="#ctx0" brushRef="#br0" timeOffset="191680.8083">15276 15105 148 0,'-5'-12'117'15,"5"9"-69"-15,0-1 18 16,0 4 8-16,0-1-28 16,0 1-15-16,0 0 0 15,0 0 2-15,0 0-12 16,0 0-11-16,0 0-10 15,0 20-8-15,0 31 0 16,0 20 6-16,-4 6 0 16,4 0-23-16,0-12-3 15,0-12-10-15,0-13-7 16,0-8-11-16,0-11 1 16,4-10-31-16,1-11-41 15</inkml:trace>
  <inkml:trace contextRef="#ctx0" brushRef="#br0" timeOffset="191858.9301">15308 15190 184 0,'0'0'64'16,"0"0"-3"-16,0 11-11 16,0 28-6-16,0 11 4 15,0 9-29-15,0-5-15 16,0 4-4-16,0-2 0 15,0 0-34-15,0-1-32 16,0-42-47-16,0-2-119 0</inkml:trace>
  <inkml:trace contextRef="#ctx0" brushRef="#br0" timeOffset="192278.2341">13478 15726 254 0,'0'0'57'16,"-6"0"-7"-16,2 0 30 15,-1 0-33-15,3 0-39 16,2 20-8-16,0 33 0 15,0 10 0-15,11 14 3 16,12-8-2-16,1-6-1 16,-5-7-3-16,3-4-17 0,-7-3-20 15,2-6-13-15,-11-5-32 16,-6-32-47-16</inkml:trace>
  <inkml:trace contextRef="#ctx0" brushRef="#br0" timeOffset="192493.7433">13236 16463 107 0,'0'0'84'16,"28"0"-57"-16,64 0 58 15,24-26-13-15,4-2-15 0,-4 4-19 16,-18 5-7-16,-20 5-22 15,-25 11-9-15,-18 3-22 16,-12 0-37-16,-23 0-36 16,0 9-50-16</inkml:trace>
  <inkml:trace contextRef="#ctx0" brushRef="#br0" timeOffset="192902.3763">13519 16699 136 0,'0'36'55'15,"0"2"7"-15,13 10-9 16,15 8-21-16,0 3-7 16,-5-4-8-16,-3-15-10 15,-8-7 5-15,-7-14-12 16,-1-9 2-16,-4-7-1 15,6-3 0-15,-1 0 2 16,-1 0 1-16,5-19 5 16,6-16-8-16,6-20-1 15,13-5-4-15,7-2-3 16,6 11-6-16,-2 15 3 0,-6 19 4 16,-18 13 5-1,5 4-3-15,-9 0 4 0,1 30 18 16,3 16-1-16,-15 10-4 15,3 9-4-15,-3-2-4 16,1-12 15-16,-7-8-17 16,0-12-3-16,0-12-15 15,0-8-24-15,0-11-29 16,0 0-74-16</inkml:trace>
  <inkml:trace contextRef="#ctx0" brushRef="#br0" timeOffset="193642.6768">14720 15057 33 0,'15'-21'91'0,"-11"7"-70"16,1 6 21-1,5 2-1-15,-5 2-25 0,-5 1-9 16,0 3 1-16,0 0 1 16,0 0-3-16,0 0 6 15,0 0 15-15,0 0 4 16,0 0 1-16,0 0-12 15,0 0-7-15,0 0-1 16,0 0-3-16,0 0-5 16,0 0-2-16,0 0-1 15,0 0-1-15,4 19 0 16,5 17 3-16,10 14 3 0,-10 16 0 16,6 10 1-16,-7 0 4 15,-4-6-1-15,5-3-7 16,-5-17-1-16,7-8-1 15,-7-10 0-15,5-7-1 16,-5 1-1-16,3-8-9 16,-7 6-21-16,4 1-21 15,-4-16-27-15,0 0-68 16</inkml:trace>
  <inkml:trace contextRef="#ctx0" brushRef="#br0" timeOffset="194266.3342">14491 16175 262 0,'0'0'45'0,"0"0"-20"16,0 0 18-16,0 17-37 15,21 28 1-15,31 16 3 16,-1 4-4-16,-10-2-5 16,-5-12 2-16,-8-8-2 15,-9-15 1-15,-10-10-2 16,2-6 0-16,-11-9 0 16,4-3 1-16,0 0 2 15,1 0-3-15,-1 0 0 16,-4-19 5-16,4-14-5 15,7-19 0-15,2 1-2 16,6-4 0-16,5 14-2 0,-3 15 3 16,3 7-3-16,-1 13 1 15,-3 4 0-15,-3 2 3 16,-2 0 7-16,6 0 6 16,1 10 6-16,-1 23-4 15,3 7-6-15,-3 12-5 16,-1 1-1-16,-5 2-1 15,-7 0-2-15,1-3-14 16,-1-1-8-16,3-6-9 16,6-1-3-16,11-8-36 15,-17-34-63-15,6-2 82 16</inkml:trace>
  <inkml:trace contextRef="#ctx0" brushRef="#br0" timeOffset="194822.1234">15580 15927 54 0,'-8'-6'68'0,"8"6"-21"15,-5-3 20-15,5 3-11 16,0 0-13-16,0-2-1 15,0-1 0-15,0 0-11 16,0-5-13-16,24-5-8 16,40-4 3-16,24-1 5 15,4-1-9-15,1 4-2 16,-14 8-6-16,-10 0-1 16,-14 5-8-16,-18 2-29 15,-22 0-37-15,-15 0-31 16,0 0-72-16</inkml:trace>
  <inkml:trace contextRef="#ctx0" brushRef="#br0" timeOffset="195120.3018">15567 16071 99 0,'0'29'41'0,"20"14"38"16,20 12-1-16,8 13-26 0,-8 4-28 16,1-1-5-16,-9 0-13 15,-4-9-5-15,-4-1 1 16,-5-13-1-16,-10-8-1 15,-5-5-6-15,-4-10-25 16,0-9-31-16,0-16-40 16,0 0-49-16</inkml:trace>
  <inkml:trace contextRef="#ctx0" brushRef="#br0" timeOffset="195352.0517">15771 16345 191 0,'0'-18'82'16,"17"6"-76"-16,43-5 69 16,15 0-22-16,5 2-21 15,-12 2-12-15,-8 2-17 16,-14 4-3-16,-12 7-20 15,-21 0-42-15,-13 0-48 16,0 7-54-16</inkml:trace>
  <inkml:trace contextRef="#ctx0" brushRef="#br0" timeOffset="195540.6262">15707 16575 142 0,'0'3'29'0,"0"-3"15"0,41 0 15 15,31 0-7-15,12 0-18 16,4-15-4-16,-9 0-8 16,-19 6-7-16,-23 7-15 15,-18 2-9-15,-14 0-37 16,-5 20-47-16,0-2-19 16,0 4-44-16</inkml:trace>
  <inkml:trace contextRef="#ctx0" brushRef="#br0" timeOffset="195686.061">16054 16790 21 0,'-25'37'78'0,"25"-29"-11"0,0-8 12 16,0 0-34-16,0 0-30 16,0 0 14-16,27 0-4 15,8 0-6-15,1 0-4 16,5-2-15-16,10-22-6 16,1-9-35-16,-35 14-77 15,2-3-110-15</inkml:trace>
  <inkml:trace contextRef="#ctx0" brushRef="#br0" timeOffset="195922.2586">16659 15752 140 0,'-15'-19'113'0,"11"19"-77"16,4 9 23-16,-4 48-30 15,-1 24 1-15,-10 24 10 16,2 5-23-16,-6 1-7 16,6-2-5-16,2-8-5 15,11-4-1-15,0-16-24 16,0-13-7-16,39-22-26 16,-17-46-64-16,1 0 10 15</inkml:trace>
  <inkml:trace contextRef="#ctx0" brushRef="#br0" timeOffset="196357.96">17112 15854 216 0,'-9'20'41'0,"-6"45"32"16,15 6-22-16,0 2-20 15,0-5-13-15,0-10-5 16,9-14-7-16,29-16-5 16,-10-8-1-16,4-9 0 15,-4-8-3-15,0-3-7 16,9 0-4-16,-1 0 10 16,11-34-5-16,-6-15 4 0,0-8-8 15,-13-6-6-15,-18-9 6 16,-10 2 4-16,0 16 6 15,0 18 3-15,-28 18 3 16,1 18 28-16,3 0-10 16,-4 36-17-16,0 23-3 15,0 11 9-15,5 8 5 16,10 1 2-16,13-8-4 16,0-10-7-16,0 0-1 15,0-11-5-15,28 0 0 0,12-9-6 16,3-11-20-1,13-9-31-15,17-15-21 0,-49-6-28 16,4 0-34-16</inkml:trace>
  <inkml:trace contextRef="#ctx0" brushRef="#br0" timeOffset="196652.1474">18077 15793 101 0,'0'-38'84'16,"0"38"-28"-16,0 0 26 16,0 20-39-16,0 31-20 15,0 21 27-15,0 11-16 16,-17 0-15-16,-3 2 0 0,8-10-5 16,7-6-3-16,5-10-6 15,0-5-4-15,0-1 0 16,5-8-1-16,22-5-1 15,14-3-1-15,2-10-19 16,6-4-17-16,-1-6-9 16,-8-3 2-16,3-9 5 15,-11-5-34-15,-27 0 15 16,-1 0-54-16</inkml:trace>
  <inkml:trace contextRef="#ctx0" brushRef="#br0" timeOffset="197017.5884">18632 15836 208 0,'0'-16'102'0,"0"16"-52"16,0 0 34-16,0 0-40 0,0 18-35 15,0 33-5-15,-8 19 9 16,-24 11 8-16,-5-1-14 15,-6 4-2-15,7-9-4 16,-1-7-1-16,9-9-18 16,5-13-19-16,8-9-26 15,15-37-42-15,0 0-70 16</inkml:trace>
  <inkml:trace contextRef="#ctx0" brushRef="#br0" timeOffset="197230.135">18285 15991 143 0,'-22'-52'128'16,"22"52"-71"-16,0 0-14 15,0 0-1-15,22 22-28 16,34 22 31-16,4 15 1 16,-5 2-29-16,-3 1-12 15,-11-3-5-15,-3 2-12 16,-1 1-30-16,-1-4-1 15,1 0-27-15,-27-49-27 16,-1-9-55-16</inkml:trace>
  <inkml:trace contextRef="#ctx0" brushRef="#br0" timeOffset="197431.9813">18924 16371 119 0,'0'0'88'15,"0"27"-13"-15,0 14 2 0,0-6-14 16,9-1-14-16,6-3-9 16,-7-8-13-16,1-7-18 15,-3-8-7-15,-1-2-2 16,-1-6-12-16,0 0-35 16,5 0-36-16,-5 0-33 15,7-10-40-15</inkml:trace>
  <inkml:trace contextRef="#ctx0" brushRef="#br0" timeOffset="197588.6216">19044 16056 203 0,'-28'-34'141'0,"24"22"-89"16,4 4 14-16,0 3-42 15,0 2-24-15,0 3-3 16,0 0-31-16,0 0-46 15,0 0-82-15</inkml:trace>
  <inkml:trace contextRef="#ctx0" brushRef="#br0" timeOffset="197814.1438">19119 15723 215 0,'17'13'6'16,"16"21"49"-16,9 14 23 16,-5 8-24-16,-1 9-5 15,-3 6-24-15,-18 0-20 16,-7-3-5-16,-8-5-5 16,0-2-33-16,0-14-34 15,-8-44-22-15,-3-3-54 16</inkml:trace>
  <inkml:trace contextRef="#ctx0" brushRef="#br0" timeOffset="198061.1506">19437 15576 165 0,'32'0'20'16,"11"24"69"-16,6 33 0 15,3 9-25-15,-5 6-5 16,-15 7-14-16,-24 11-10 16,-8 5-15-16,0 3-12 15,-40 0-3-15,-31-4-5 16,-6-2 0-16,-3-7-21 0,7-14-29 16,-2-13-28-1,52-51-15-15,-5-7-83 0</inkml:trace>
  <inkml:trace contextRef="#ctx0" brushRef="#br0" timeOffset="198793.6594">15115 15769 127 0,'0'0'68'0,"0"0"-54"16,0 49 21-16,0 29 12 15,-22 31-8-15,-12 18-18 16,-13 12-3-16,-2 6 4 16,-12 1-8-16,-1-17-12 15,2-17-2-15,15-27-11 16,13-26-16-16,8-19-14 0,24-40-44 16,0 0-70-16</inkml:trace>
  <inkml:trace contextRef="#ctx0" brushRef="#br0" timeOffset="199119.3295">14180 16013 129 0,'23'0'128'15,"-23"49"-125"-15,0 47 41 16,-28 25 11-16,-23 12-35 16,-5 12-6-16,-8 13 3 15,-9 0-4-15,4 4-7 16,-2 2-6-16,16-9 0 15,10-5-5-15,17-12-23 16,13-21-52-16,15-99-23 16,0-11-68-16</inkml:trace>
  <inkml:trace contextRef="#ctx0" brushRef="#br0" timeOffset="201697.5172">4110 18306 182 0,'0'-14'64'16,"0"6"-13"-16,0 6 10 16,0-1-22-16,0 1-23 0,0 2-7 15,0 0 6 1,0 0-8-16,0 0-5 0,0 0-2 15,0 0 0-15,0 0-2 16,0 0-3-16,0 0-1 16,0 0 2-16,-20-9-7 15,3-5 6-15,4-3-3 16,7 3 8-16,6-6-4 16,0 0 1-16,19 2-1 15,26 5 1-15,11 4 0 16,-9 9 0-16,-10 0-1 15,-9 0 2-15,-13 0 0 0,-11 13-3 16,-4 7 2-16,0-4 2 16,0-3 1-16,0-2 2 15,-13-4 2-15,-15-6 0 16,0-1 3-16,-8 0-2 16,-1 0-1-16,-1 0-4 15,1 0-16-15,22 0-39 16,5-4-80-16</inkml:trace>
  <inkml:trace contextRef="#ctx0" brushRef="#br0" timeOffset="202049.4157">4286 17739 83 0,'0'-5'73'0,"0"-6"-51"16,0 0 22-16,19 2 1 16,-2 5-38-16,-6 4-7 15,-11 0 0-15,0 0-1 16,0 0-8-16,0 0-11 16,0 0 14-16,0 0 6 15,0 0 19-15,0-10 11 16,-11-3-7-16,-6-6 2 0,4 4-11 15,7-5 3-15,6 0-5 16,0 0-2-16,0-3-8 16,0 8-2-16,6 1 0 15,13 7-1-15,-2 7-12 16,22 0-24-16,13 0-17 16,-25 11-22-16,-3 9-23 15</inkml:trace>
  <inkml:trace contextRef="#ctx0" brushRef="#br0" timeOffset="202296.6049">4993 18253 158 0,'28'4'61'0,"4"-4"-12"15,5-34 1-15,6-2-10 16,-11 8-13-16,-15 12-14 15,-8 14-10-15,-9 2-3 16,0 0-2-16,0 0-5 16,0 2-12-16,0 29 2 15,0 9-7-15,-30 3-20 16,-5-2-2-16,7-12 6 16,20-25-13-16,4-4-21 15</inkml:trace>
  <inkml:trace contextRef="#ctx0" brushRef="#br0" timeOffset="202656.033">5427 17349 145 0,'0'-42'87'0,"0"40"-28"0,-15 2-14 0,-22 0-23 15,-8 24-22-15,6 28 0 16,-6 13-1-16,18 8 0 0,18 1 1 16,9-1-1-1,0-5 0-15,47-6 1 0,26-9-1 16,19-6-1-16,9-5 1 16,-15-8 1-16,-22-4 1 15,-14-5 1-15,-25-6-2 16,-23-9 0-16,-2 7-2 15,0 5 2-15,0 2 0 16,-36 7 3-16,-13-1 0 16,-7-1-3-16,0-1-1 15,7-5-12-15,0-12-29 16,44-11-40-16,5 0-37 16</inkml:trace>
  <inkml:trace contextRef="#ctx0" brushRef="#br0" timeOffset="202965.3029">5868 17896 143 0,'13'-33'38'16,"-13"10"-21"-16,15-7 4 16,-2 0-18-16,2 3-2 15,-13 8 0-15,-2 8 1 16,0 2 6-16,0 9 14 15,0 0 9-15,0 0-15 16,-2 0-8-16,-13 28-6 16,-4 10-2-16,8 11 1 15,3 2 3-15,8 4 6 16,0-9-3-16,0-3 1 16,8-5-7-16,16-12-1 0,17-6 0 15,-3-9-8-15,16-11-26 16,8 0-19-16,-38 0-14 15,-1-19-25-15</inkml:trace>
  <inkml:trace contextRef="#ctx0" brushRef="#br0" timeOffset="203228.2113">6274 17802 89 0,'-22'-31'83'16,"3"31"-12"-16,11 0-17 15,8 0-24-15,0 0-30 16,0 0-1-16,8 0-1 15,39 6 2-15,3 13 14 0,-5 0-6 16,2 2-5-16,-13 2 1 16,-6 1-3-16,-17-3 1 15,-3 7-2-15,-8 2-1 16,0 4 1-16,-8 2 0 16,-29-1-1-16,-1-4 0 15,-1-10-2-15,3-9-1 16,10-11-6-16,9-1-3 15,8 0-18-15,9-4-24 16,0-13-31-16</inkml:trace>
  <inkml:trace contextRef="#ctx0" brushRef="#br0" timeOffset="203641.575">6681 17689 136 0,'-19'-21'75'15,"-5"21"-21"-15,12 0-4 16,-3 20-38-16,2 31-12 16,4 12-2-16,-2 2 2 15,7 0 1-15,4-13-1 16,0-12 0-16,0-13-1 16,0-14 0-16,0-7-12 15,4-6-20 1,20 0 3-16,4-16 9 0,8-14 18 15,7 5 2-15,-6 7-4 0,3 18-4 16,-3 0-2-16,-3 25-11 16,-12 25 11-16,-12 7 11 15,-10 4 2-15,0-7 11 16,0-5 14-16,0-6 1 16,-21-7 2-16,-7-5 2 15,-6 0-9-15,2-8-9 16,-1-3-2-16,1-6-4 15,4-7-6-15,5-3 1 16,3-4-3-16,8 0-1 16,-3 0-27-16,15-28-45 15,0 4-31-15,0-5-42 0</inkml:trace>
  <inkml:trace contextRef="#ctx0" brushRef="#br0" timeOffset="203946.0506">6982 17774 153 0,'0'-15'62'16,"0"15"-15"-16,0 7-17 15,-11 33-30-15,2 9 5 16,9 0 8-16,0-6-3 16,0-4-4-16,7-8-2 15,21-13-3-15,0-7 2 16,6-8-2-16,-2-3 3 15,7 0 1-15,-3-11 11 0,-4-17-7 16,-8-5-4-16,-5 3-1 16,-15 4-2-16,-4 3 2 15,0 5-1-15,0 1 3 16,-51 3-6-16,-5 7-1 16,-8 7-9-16,0 0-11 15,-1 0-19-15,44 7-33 16,4 5-55-16</inkml:trace>
  <inkml:trace contextRef="#ctx0" brushRef="#br0" timeOffset="204215.4228">7445 17129 130 0,'-52'0'31'0,"14"13"-12"16,8 53 8-16,4 17-12 16,13 18 21-16,9 4 5 15,4 5-5-15,0-11-14 16,0-9-8-16,0-17-9 16,15-15-5-16,30-13 0 15,21-18-7-15,-1-9-20 16,3-18-9-16,10 0-12 0,-55-25-12 15,1-8-49 1</inkml:trace>
  <inkml:trace contextRef="#ctx0" brushRef="#br0" timeOffset="204623.207">7940 17438 42 0,'0'0'80'0,"0"35"-24"15,0 14 11-15,0 0-21 16,0 5-26-16,0 6 5 16,0-8-8-16,0-9-7 0,0-11-8 15,0-13-1 1,0-10-1-16,0-9-1 0,0 0 0 16,0 0 0-1,11-4 1-15,15-26 1 0,4-13 6 16,17-10-4-16,-2-5-2 15,7 6 0-15,-10 10 0 16,-5 17-1-16,-20 11 0 16,-6 14 1-16,-11 0 17 15,0 0 2-15,0 28-7 16,0 22-6-16,0 21 1 16,0 14-4-16,0 10 3 15,0 4-4-15,0-3-2 16,0-11 0-16,-4-19-1 15,-3-18 0-15,3-18-7 0,4-10-25 16,0-14-19-16,0-6-33 16,0 0-59-16</inkml:trace>
  <inkml:trace contextRef="#ctx0" brushRef="#br0" timeOffset="205057.6069">7831 17268 125 0,'0'-11'77'15,"0"-7"-12"-15,0-2-6 16,0-10-30-16,28 2 3 16,-9 1-7-16,5 9-12 15,-5-2-5-15,0 7-2 16,-8 4-6-16,0 7 0 0,-3 2-2 15,7 0-4-15,7 8-4 16,12 28 7-16,5 6 3 16,-3 3 2-16,-8 3-1 15,2-8 1-15,-2-2-2 16,-2-5 0-16,0-5-16 16,1-8-18-16,-22-16-28 15,3-4-61-15</inkml:trace>
  <inkml:trace contextRef="#ctx0" brushRef="#br0" timeOffset="205289.3355">8622 17042 66 0,'9'1'48'0,"51"39"14"16,9 12-2-16,-7 16 4 15,-6 20-22-15,-16 14-18 16,-16 9-16-16,-15-4-5 16,-9-6-3-16,0-11 0 15,0-14-17-15,-22-11-3 16,-1-13-19-16,3-17-26 16,12-35-39-16</inkml:trace>
  <inkml:trace contextRef="#ctx0" brushRef="#br0" timeOffset="205534.5971">9483 17699 55 0,'8'43'130'15,"-8"-5"-111"-15,0 6 9 16,0 1 0-16,0 4-21 0,0 1-4 16,0 1-3-1,0-6-3-15,0-4-23 0,0-33-37 16,0-8-91-16</inkml:trace>
  <inkml:trace contextRef="#ctx0" brushRef="#br0" timeOffset="205906.2773">9174 17378 183 0,'-20'3'63'0,"20"-3"-20"15,0 0-6-15,45-6-8 16,26-19 6-16,-2 6-10 16,-13 4-14-16,-1 0-10 0,-14 14-1 15,-2 1-25-15,-7 0-46 16,-32 0-70-16</inkml:trace>
  <inkml:trace contextRef="#ctx0" brushRef="#br0" timeOffset="206099.5455">9307 17869 75 0,'0'34'48'16,"51"-34"17"-16,33 0 1 16,8 0-10-16,11-5-12 15,-13-10-12-15,-11-1-15 0,1-2-17 16,-16 4-6-1,9-11-44-15,-54 14-51 0,-4-4-121 16</inkml:trace>
  <inkml:trace contextRef="#ctx0" brushRef="#br0" timeOffset="206459.6731">10407 17226 68 0,'-28'-7'200'16,"19"7"-179"-16,3 38-5 16,-7 27 7-16,5 13-13 15,8 4 1-15,0-5 3 0,0-11-5 16,21-17-9-16,9-13-1 16,11-18 1-16,6-12 0 15,2-6 1-15,18 0 6 16,-3-33 1-16,3-16-5 15,-18-7-2-15,-4-10-1 16,-21 3 0-16,-20 4-1 16,-4 1 1-16,-4 9 1 15,-59 6 2-15,-12 12 4 16,-8 19-5-16,3 12-2 16,1 0-2-16,4 38-3 15,2 14 0-15,9 5-5 16,16 2-13-16,23 4-29 15,25-42-59-15</inkml:trace>
  <inkml:trace contextRef="#ctx0" brushRef="#br0" timeOffset="260037.7214">614 5733 122 0,'12'-26'30'16,"-9"15"-26"-16,3-1 20 16,-6 2 15-16,2 1-9 15,-2 3-6-15,0 2 3 16,0 4-1-16,0 0-6 16,0 0-2-16,0 0-3 15,0 0-3-15,0 0-11 16,17 16-1-16,-2 21-2 15,13 15 2-15,4 11 4 16,-2-4-2-16,-2 0 0 16,-6-9-2-16,1-5 0 15,-3-6-5-15,-1-7-13 0,2-4-26 16,-3-13-27-16,-12-15-40 16</inkml:trace>
  <inkml:trace contextRef="#ctx0" brushRef="#br0" timeOffset="260381.632">642 5332 181 0,'-7'-19'42'15,"7"19"0"-15,0 0 19 0,0 0-37 16,0 11-24-16,43 29 0 16,38 22 10-16,14 20 12 15,8 16-7-15,4 7-1 16,-4 7-11-16,-19 0-2 16,-18 0 0-16,-14-9-1 15,-18-7 6-15,-6-11-6 16,-11-15-1-16,-4-11 0 15,-7-11-13-15,-4-8-6 16,5-13-6-16,-7-16-11 16,2-10-18-16,-2-1-30 0,0-4-39 15</inkml:trace>
  <inkml:trace contextRef="#ctx0" brushRef="#br0" timeOffset="260809.8934">1424 5503 274 0,'-13'-13'65'0,"13"13"-27"15,0 0 18-15,0 2-27 0,0 40-29 16,0 13 1-16,37 21 3 16,12 1-1-16,-2-9-2 15,-4-10 0-15,-13-16-1 16,-2-17 0-16,-8-13 0 16,-12-8-2-16,5-4-1 15,8 0 3-15,7-36 9 16,0-36 20-16,-2-27 3 15,-2-30-13-15,8-22-11 16,4-8-2-16,16-2 4 16,3 17-5-16,-7 25-3 15,-20 30 0-15,-16 31-1 16,-12 26-1-16,0 24-6 0,0 8-17 16,-4 18-46-16,-19 18-68 15,3 8-79-15</inkml:trace>
  <inkml:trace contextRef="#ctx0" brushRef="#br0" timeOffset="261874.1042">1055 8141 110 0,'-6'0'111'0,"6"0"-57"15,0 0 4-15,0-3-6 16,0-25-22-16,0-1-14 16,0-2 0-16,0 7-3 15,0 5-6-15,9 6-1 16,1 9-5-16,-3 4-1 16,-7 0-1-16,0 0-2 15,2 0-1-15,17 10-15 16,-2 30-6-16,9 12 8 0,-15 5-7 15,-3 0 15-15,-5-6 6 16,-3-2 3-16,0-3 2 16,6-11 0-16,3-8 0 15,-3-13 4-15,0-7 2 16,7-7 0-16,-8 0-2 16,5 0-2-16,-1 0 3 15,-1 0 8-15,3 0-8 16,2 0-3-16,2 0 0 15,2-7-4-15,7-11-2 16,4-10-28-16,0-14-29 16,-20 23-49-16,-8-7-62 0</inkml:trace>
  <inkml:trace contextRef="#ctx0" brushRef="#br0" timeOffset="262166.6403">871 7714 101 0,'-28'-32'153'0,"28"18"-115"15,0 1-2-15,2 3 10 16,52 9-18-16,12 1-9 16,24 13-14-16,13 55-2 15,18 30 2-15,-4 25 1 0,1 12 0 16,-15 4-5-1,-19-9 1-15,-2-12-2 0,-31-19-8 16,3-20-7-16,1-15-6 16,-16-15-2-16,8-7-8 15,-10-13 4-15,-9-14-15 16,-3-6-6-16,-25-9-24 16,0 0-11-16</inkml:trace>
  <inkml:trace contextRef="#ctx0" brushRef="#br0" timeOffset="262526.0984">1937 7774 200 0,'0'-27'69'16,"0"27"-14"-16,0 0-2 15,0 13-28-15,51 37-23 16,18 17 18-16,4 8 7 16,-13 2-19-16,-11-12 1 15,-1-13-5-15,-12-14-2 16,-8-16-2-16,-2-14 0 16,-9-8-1-16,6 0 1 15,7-39 4-15,0-42 19 16,7-42 2-16,-9-47-14 0,0-30-6 15,0-15-2 1,-3 15-2-16,-3 38 0 0,-7 55-1 16,-15 45 0-16,0 34-1 15,0 28-10-15,-17 7-61 16,-20 29-109-16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0:50:25.55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16636 9299 2 0,'-37'-17'25'0,"18"10"-1"16,-1-3 2-16,3-4-6 16,-2-3 1-16,2 1-1 0,-2-4-12 15,-1 5 14-15,12-4-11 16,-5 5 2-16,-2 3-4 15,6-1-7-15,-6 4-2 16,11-2 1-16,-5 2-1 16,-1-3 0-16,-3 4 0 15,-7 1 0-15,3-2 13 16,2 2 1-16,-2 1 2 16,2-1 1-16,2 1-9 15,-2-1 11-15,2-2 0 16,-2 2-2-16,2-1-1 15,9 2 6-15,0 1 0 16,-3 4 0-16,7 0-1 16,0 0-6-16,0 0-5 15,0 0-3-15,0 0-5 0,0-7-2 16,52-5 0-16,36-13 0 16,23 1 10-16,18-2 0 15,2-4-7-15,-7 6-3 16,-14-1 1-16,-16 6 0 15,-25 8-1-15,-29 5-1 16,-16 5-2-16,-24 1-3 16,0 0-6-16,-9 0-6 15,-70 15 16-15,-37 20-1 16,-40 11-8-16,-16 6-7 16,-8-3-9-16,15 1 9 15,17-2 5-15,23-14 6 0,31-6 7 16,38-11 3-16,24-12 1 15,28-5 18-15,4 0-8 16,0 0-6-16,0 0-2 16,64-28-1-16,28-5 10 15,24-1 5-15,4-3-3 16,-4 9-10-16,-9 4-5 16,-10 8-2-16,-13 7-2 15,-12 4-12-15,-1 5-20 16,2 0-20-16,2 0-20 15,-58 0-50-15</inkml:trace>
  <inkml:trace contextRef="#ctx0" brushRef="#br0" timeOffset="1147.1843">22336 9379 105 0,'13'-6'69'16,"-6"6"-50"-16,1-3 25 0,10-6-2 15,20-2-16 1,11-5 13-16,22 0-15 0,13-9 0 16,4-1 2-16,8-4-8 15,1-3-9-15,4 4-6 16,-7-2-2-16,-12 6-1 15,-3 5 0-15,-15 0-1 16,-12 7-4-16,-20 7-6 16,-24 4 3-16,-8 2-1 15,0 0 5-15,-4 0-14 16,-60 2 5-16,-16 23 6 16,-16 6 4-16,-16 11 2 0,-3 1-9 15,-14 7 8-15,-4 4 2 16,2 0 0-16,11 2 1 15,19-2-1-15,22-14 2 16,38-14 3-16,26-11 6 16,15-13 1-16,0-2-12 15,19 0-9-15,54 0 9 16,35-9 23-16,31-31 6 16,18-17 2-1,3-5 7-15,-1-1-5 0,-17 7-26 16,-12 4-7-16,-18 3-1 15,-20 1-22-15,-23 4-40 0,-69 30-52 16,0-6-132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01:39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1396 2046 153 0,'-10'21'50'0,"10"-21"-46"15,0 0 15-15,0 0 15 16,0 0-17-16,0 0-1 16,0 0 3-16,0 0 2 0,0 0-5 15,0 0-2-15,0 0 3 16,0-8 4-16,0-5-2 15,10-16-6-15,8-6 4 16,7-11-4-16,-3-10-7 16,4-4-5-16,-7-2-1 15,-2 2 0-15,-6 9 1 16,-1-4-1-16,-10 0-1 16,0 0 1-16,0-1-3 15,-4-4 2-15,-32 2-1 16,-1-2-2-16,-6-1-1 15,11 11 1-15,-2 6 4 16,12 10-1-16,7 13 1 0,3 7 0 16,9 10 0-16,-3 4-1 15,6 0-1-15,-6 0-2 16,6 0-1-16,-5 0-2 16,5 0-1-16,-8 14-1 15,-12 20 5-15,10 15 4 16,-12 8 0-16,9 3 0 15,13 7 0-15,0 4 0 16,0 2-1-16,0 4 1 16,0-5 0-16,28-1 0 15,13-7 0-15,2 3 0 16,13-8 2-16,-1-8 3 16,-5-10-5-16,12-6 2 0,-6-6-2 15,-9-5 0-15,0-9 0 16,-13-6 0-16,-6-1 0 15,-6-8-3-15,-1 0-1 16,-2 0-20-16,1 0-13 16,-5-10-11-16,-15-11-16 15,0 0-73-15</inkml:trace>
  <inkml:trace contextRef="#ctx0" brushRef="#br0" timeOffset="411.9801">1862 1715 3 0,'15'0'114'0,"-2"18"-105"0,6 12 31 15,5 4-4-15,-3 6-20 16,-2-5-5-16,1-8 1 16,-5-6 4-16,-5-7-8 15,-7-5-1-15,-3-8-1 16,0-1 4-16,0 0 2 15,0 0 4-15,0 0 10 16,0-15 1-16,0-15-21 16,0-8-6-16,23 0 0 15,5 11-1-15,0 8 0 16,0 7-1-16,-15 7 1 16,2 5-3-16,-2 0 1 0,2 0 0 15,4 17 1-15,-4 18 2 16,13 8 6-16,-5 6 2 15,-5-9-4-15,-8-4-2 16,-5-5-1-16,3-7 0 16,-1-11 1-16,-1-7-2 15,-4-6-7-15,7 0-20 16,2-6-34-16,6-36-2 16,-7 16 5-16,-10-10-72 15</inkml:trace>
  <inkml:trace contextRef="#ctx0" brushRef="#br0" timeOffset="614.4225">2310 1255 51 0,'-21'-70'104'0,"21"65"-40"15,0 5-1-15,0 0-7 16,0 0-34-16,0 0-10 16,0 11-7-16,0 35-5 15,28 25 12-15,17 16 5 16,-13 12-11-16,-9 13-4 15,1-3-2-15,0-10-6 16,-5-14-27-16,9-16-21 16,-26-59-32-16,-2-8-37 15</inkml:trace>
  <inkml:trace contextRef="#ctx0" brushRef="#br0" timeOffset="832.6251">2417 1736 166 0,'0'-14'32'16,"0"1"-6"-16,33-4 32 16,20-4-12-16,-3 1-26 15,-8 6-10-15,-12 4-10 16,5 5-3-16,-5 5-29 15,6 0-54-15,-27 0-46 0</inkml:trace>
  <inkml:trace contextRef="#ctx0" brushRef="#br0" timeOffset="1559.8272">2954 1797 133 0,'15'10'44'16,"-7"-10"-1"-16,5 0 1 15,-2-13-26-15,-3-16-1 16,1 5-6-16,-9 2-8 16,0 3 2-16,0 5-3 15,0 4 5-15,0 5-3 16,-9 5-2-16,-12 0-2 16,-7 0-1-16,2 24-3 0,5 20 0 15,12 7 1 1,3 7 3-16,6-2-1 0,0-10 1 15,0-5 1-15,0-11-1 16,28-9-2-16,6-9 0 16,-4-9-9-16,17-3-10 15,-2 0-6-15,9-15 3 16,2-12-16-16,-7 1 24 16,-4 4-38-16,-6 5 50 15,-18 10-17-15,-6 7 21 16,-15 0 4-16,0 0 3 15,0 0 12-15,0 0 15 16,0 0 11-16,0 0 1 0,0 0-2 16,0-9-3-16,0-11-6 15,0-8-18-15,0-10-11 16,0-8-4-16,0-4-2 16,0 2-1-16,0 6-1 15,4 16-7-15,9 12-10 16,-2 14-8-16,2 0-3 15,2 0-3-15,2 15 16 16,7 19 15-16,-5 4 2 16,5 3 2-16,-3 5 2 15,7-3 8-15,6-2-4 16,3-4 2-16,-5-4-2 0,2-11 1 16,-15-5 0-16,-1-13-6 15,-16-1-2-15,4-3 0 16,-6 0 11-16,0 0 14 15,0 0-4-15,0-24-3 16,0-16-9-16,0-16-6 16,0 3-3-16,0-1-1 15,0 10-4-15,0 11-5 16,0 9-2-16,0 4-11 16,2 12-10-16,46 5-24 15,16 3-4-15,-28 0 0 16,3 0-55-16</inkml:trace>
  <inkml:trace contextRef="#ctx0" brushRef="#br0" timeOffset="1955.7762">4273 1651 105 0,'0'0'71'16,"0"-3"-23"-16,-24-8 7 16,3 1-15-16,1 5-11 15,3 5-9-15,0 0-6 16,0 0-7-16,-2 26-7 15,6 21-5-15,-2 12 2 16,13 1 1-16,2-5 1 16,0-7 0-16,0-18 0 15,0-12-1-15,0-11-1 16,0-4 1-16,17-3-2 16,2 0 3-16,2-10 1 0,7-32-1 15,-2-6-2-15,-15-10-2 16,-3 1-4-16,1 12 3 15,-9 14 1-15,0 18 5 16,0 13 4-16,0 0 5 16,0 0-6-16,0 33-3 15,0 10 0-15,0 6 0 16,0-3 0-16,0-8 0 16,0-12 0-16,0-9 0 15,11-8-2-15,4-7-3 16,4-2-23-16,0 0-35 15,3-22 19-15,-7-2-27 16</inkml:trace>
  <inkml:trace contextRef="#ctx0" brushRef="#br0" timeOffset="2165.4975">4474 1099 238 0,'0'0'51'16,"0"0"-17"-16,0 32-7 15,0 30-14-15,7 15 8 16,1 1-3-16,1 2-9 16,8-3-2-16,-6 2-4 15,8-3-3-15,9-8-8 16,8-12-32-16,3-12-26 0,2-17-12 16,-26-27-14-16,-4 0-32 15</inkml:trace>
  <inkml:trace contextRef="#ctx0" brushRef="#br0" timeOffset="2465.637">4873 1769 104 0,'15'0'62'0,"-15"0"-37"15,11 28 32-15,-9 0-18 16,5-9-17-16,1-2 2 16,-1-9-13-16,8-5-5 15,-7 0 1-15,9-3 0 16,-10 0-1-16,6 0-3 15,-3 0 1-15,-1 0-1 16,0-9-1-16,-1-9 0 16,-8-5-1-16,0-1-1 0,0-3 1 15,0-4 1-15,-26 3 1 16,-2 5 0-16,1 7 6 16,7 8-2-16,10 8 1 15,3 0-5-15,5 0-3 16,2 0-12-16,0 0-10 15,0 0-18-15,0 18-40 16,0-9-33-16</inkml:trace>
  <inkml:trace contextRef="#ctx0" brushRef="#br0" timeOffset="3185.6542">5980 1529 78 0,'-49'-11'103'16,"8"6"-80"-16,11 3 35 16,-4 2-9-16,6 0-30 15,6 24-16-15,-4 25-3 16,5 11 1-16,12 1 5 15,3-3-1-15,6-7-2 16,0-10-1-16,15-10-1 0,32-11 1 16,-6-12-2-1,4-5 2-15,-4-3-2 0,2 0 1 16,2-31-1-16,0-22 1 16,-11-8-1-16,-2-16-4 15,-12-8-5-15,-16-12 0 16,-4-6 0-16,0 1-2 15,-19 12 9-15,-22 28 2 16,13 29 4-16,4 22 0 16,18 11 14-16,-1 0-15 15,7 35-3-15,0 27-7 16,0 23 7-16,0 5 0 0,26-4 1 16,-2-8-1-1,10-12 0-15,3-9 3 0,-1-18-2 16,3-10-1-16,1-10-1 15,3-17-2-15,-6-2 1 16,-1 0 3-16,3-2-2 16,-9-28-3-16,-4-12-6 15,-16 0-3-15,-3 1-6 16,-7 8 0-16,0 15 14 16,0 11 5-16,0 7 21 15,-15 0 5-15,6 0-7 16,-2 34-9-16,3 9-1 15,-1 6 8-15,5-1-3 16,4-7-6-16,0-5 3 16,0-9-2-16,0-11-5 0,0-5-4 15,0-3 0-15,13-2 1 16,15-6 1-16,6 0-2 16,9 0-1-16,13 0-9 15,14-27-26-15,-42 10-26 16,5-1-59-16</inkml:trace>
  <inkml:trace contextRef="#ctx0" brushRef="#br0" timeOffset="4058.1307">7494 1548 148 0,'-38'-11'90'0,"20"9"-31"15,6 2 9-15,-6 0-28 16,-1 2-27-16,0 34-6 16,2 9-6-16,-3 16 0 15,5-4 4-15,11-3 1 16,4-7-2-16,0-9-3 15,0-9-1-15,0-8-1 16,39-6-9-16,10-11-8 0,7-4-19 16,8 0 3-16,-2-38-9 15,-6-7-21-15,-13-4-19 16,-9-3 2-16,-17 2 15 16,-8 11 66-16,-9 15 20 15,0 13 53-15,0 11-7 16,0 0-20-16,0 0-12 15,0 22-21-15,0 12-10 16,0 10 4-16,0 3 6 16,11-7-3-16,12-11 5 15,3-5-1-15,-2-12-6 16,-1-3 2-16,-8-9-5 0,-6 0-1 16,-5 0-2-16,-4 0 3 15,0 0-1-15,0-9 4 16,0-21 14-16,0-5-14 15,0-10-6-15,-19 3 1 16,-13 4-1-16,4 5-2 16,11 15-7-16,12 7-7 15,5 8-8-15,0 3-19 16,0 0-31-16,13 0-1 16,28 14 4-16,13 10 10 15,1 0 38-15,-10 0 21 16,-4-2 3-16,-13-3 18 15,-11-5 16-15,-6-5-8 16,-11-4 1-16,6-5 8 16,-6 0 1-16,0 0 3 0,0 0 0 15,0 0-5-15,0-10-3 16,0-16-10-16,0-7-24 16,0 0-2-16,11 9-1 15,13 2-5-15,4 9 0 16,-1 4-6-16,10 9-4 15,2 0 10-15,-3 0 0 16,-4 19 4-16,-8 12-1 16,-11 5 1-16,-3 1 3 15,-10-4 0-15,0 0-1 16,0-12-4-16,0-7-1 16,9-6-6-16,-1-8-22 0,16 0-48 15,-15-8 19-15,6-17-39 16</inkml:trace>
  <inkml:trace contextRef="#ctx0" brushRef="#br0" timeOffset="4303.0912">8509 920 144 0,'-47'-61'101'15,"19"61"-72"-15,4 0 27 16,5 0-31-16,2 43-25 15,2 18 2-15,6 14-2 16,9 10 7-16,0 4 0 0,0 0 2 16,0 0 0-1,0-3-2-15,28-10-7 0,-4-6 0 16,12-6 0-16,0-3-25 16,-1-14-7-16,-7-13-14 15,-20-14-69-15,-8-20 37 16</inkml:trace>
  <inkml:trace contextRef="#ctx0" brushRef="#br0" timeOffset="4633.3045">8346 1758 91 0,'-43'-25'93'15,"43"14"-50"-15,0-2 1 16,0-1-22-16,43-2-17 0,13 2-1 16,4 4 12-16,0 2-6 15,2 1-7-15,-17 7-3 16,2 0 1-16,-13 0-1 15,-1 0-2-15,-6 22-1 16,-7 7-1-16,-7-5 4 16,-5 4 0-16,-1-2 2 15,-7-7 3-15,0-5 0 16,0-4 5-16,0-5 4 16,0-5 1-16,0 0 4 15,0 0 6-15,0-8 4 16,-24-27-14-16,-8-10-13 15,2 7-2-15,8-5-4 0,22 11-6 16,0 6-7 0,0-2-8-16,22 6-13 0,21 8-14 15,-20 14-35-15,-3 0-29 16</inkml:trace>
  <inkml:trace contextRef="#ctx0" brushRef="#br0" timeOffset="5039.096">9251 1537 45 0,'0'0'94'15,"0"0"-70"-15,0 0 48 16,-9 0-18-16,-10 0-25 16,6 0-2-16,-6 0 1 0,2 0-23 15,-3 29-5-15,-8 11-5 16,9 9 2-16,2 0 2 15,6-6 1-15,9-7 1 16,2-12 0-16,0-8 0 16,0-11-1-16,0-5-1 15,0 0-4-15,9 0-3 16,12-5-1-16,7-24 0 16,4-11-5-16,-4 1 0 15,0 3 11-15,-4 8 3 16,-7 10 0-16,-15 12 11 15,-2 6 19-15,0 0 6 16,4 0-16-16,-4 3-20 0,9 25 5 16,-1 9-5-16,7 9 0 15,-2 1-1-15,7-10-22 16,-8-4-17-16,12-16-21 16,-5-16-41-16,-14-1 12 15</inkml:trace>
  <inkml:trace contextRef="#ctx0" brushRef="#br0" timeOffset="5383.2454">9555 1676 52 0,'26'-16'64'0,"-24"16"-47"15,9 0 30-15,6 5-25 16,9 16-13-16,2 3 15 0,-7-5-17 16,-4-5 6-16,1-5 4 15,-8-3-6-15,-1-6-5 16,-7 0 6-16,4 0 5 15,1 0 10-15,8-15-17 16,-2-12-2-16,8-5-2 16,5 3-3-16,-5 7-2 15,-6 7-1-15,-6 11 0 16,-5 4 0-16,-4 0 5 16,7 0 2-16,-3 0-4 15,0 23-2-15,5 8 8 16,-1 5-1-16,3-4-5 15,2-3-1-15,-2 2-1 0,-7-7 0 16,5-2-1 0,-1-9-7-16,12-4-18 0,3-9-21 15,-19 0-60-15,5 0-29 16</inkml:trace>
  <inkml:trace contextRef="#ctx0" brushRef="#br0" timeOffset="5721.036">10225 1618 167 0,'0'-4'110'15,"6"-2"-101"-15,7 1 18 0,-5-1 18 16,3 6-45 0,0 0 1-16,-2 0 0 0,3 0 3 15,12 0 1-15,0 0-2 16,-1 0 1-16,-6 13-3 15,-2 7 1-15,-6 1 3 16,-5-1 1-16,-4 0 2 16,0-1 7-16,0 4 6 15,0-2-3-15,0 2-5 16,0-3-1-16,0-5-3 16,0-2-9-16,0-1 0 15,0-1 0-15,11-1-4 16,6-4-25-16,7-4-11 15,12-2-12-15,11 0-25 16,-23 0-22-16,-5-5-5 0</inkml:trace>
  <inkml:trace contextRef="#ctx0" brushRef="#br0" timeOffset="6127.9028">10784 1610 172 0,'0'-26'60'0,"0"21"18"16,0 2-3-16,0 3-27 15,0 0-25-15,0 0-7 16,-6 3-5-16,-13 21-11 16,-1 9-4-16,3 2 2 15,4-2 1-15,7-4 1 16,6-8 0-16,0-1-2 0,0-4 0 16,0-5-12-16,6-3-14 15,14-5 0-15,1-3-4 16,1 0 13-16,1-5 2 15,5-24-7-15,-4 3-3 16,-16-4 17-16,5 6 10 16,-13 5 3-16,0 5 11 15,0 9 19-15,0 5 7 16,0 0-6-16,0 0-2 16,0 0-10-16,0 0-8 15,0 0-14-15,2 5-3 16,7 21 3-16,-1 5 0 0,7 5 3 15,-6 2 0 1,0-3-3-16,1-2-9 16,-1-4-35-16,-9-8-13 0,0-21-96 15,0 0 39-15</inkml:trace>
  <inkml:trace contextRef="#ctx0" brushRef="#br0" timeOffset="7237.1806">1321 2957 99 0,'-12'-22'66'16,"12"11"-41"-16,0 7 20 15,0 1-10-15,0-1-21 16,0 4-1-16,0-3-1 16,0 3-7-16,0-4-3 15,27-2 9-15,21 3-2 16,7-3 1-16,20 6-6 16,20-2 0-16,34-1-1 15,34-2-2-15,47-6 1 16,17-5 4-16,24-10 0 15,17-7-4-15,11 0 2 0,10-2 0 16,20 4 2-16,11 7-1 16,2 7-4-16,-9 4-1 15,-9 10 2-15,-3 3-2 16,-5 0 0-16,-15 0 0 16,-3 12 0-16,-27-1 0 15,-8-1 0-15,-7-2 0 16,4 0 0-16,7-4 0 15,6-4 0-15,-2 0 5 16,-5 0-4-16,-16-10 0 16,-20-9-1-16,-28-2 0 15,-21 3 0-15,-19-2-1 0,-20 4 0 16,-11 2-1 0,-10 3 1-16,-26 4 2 0,-27 1-1 15,-16 3 0-15,-28 1 0 16,-4 2 0-16,4 0 0 15,3 0 2-15,-5 0-2 16,6 0-2-16,-1 0 0 16,-3 0 2-16,5 0 0 15,6 0 0-15,4 0 1 16,9 0 2-16,13 0 0 16,2 0 0-16,-1 0-1 15,14 0-1-15,-9 0 0 16,5 0 0-16,-3 0 1 15,-2 0-2-15,13 0 0 0,1-11-10 16,9-5-44-16,-50 5 11 16,-10-6-222-16</inkml:trace>
  <inkml:trace contextRef="#ctx0" brushRef="#br0" timeOffset="7603.273">11299 1893 291 0,'37'-45'94'0,"-1"9"-89"16,-12 12 4-16,-1 10 33 15,-3 9-37-15,-8 5-4 16,-7 0-2-16,-5 0-1 15,0 14-13-15,0 12-8 16,0 4 9-16,-5-8 7 16,-7-11 0-16,3-7 7 15,9-4 0-15,0 0 2 16,0 0 0-16,0 0 3 16,0 0-2-16,0-1-2 15,21-13-1-15,7 1 0 16,5 2 1-16,-6 5 3 0,-3 3-4 15,0 3 0 1,-12 0-20-16,-12 0-53 16,0 0-98-16</inkml:trace>
  <inkml:trace contextRef="#ctx0" brushRef="#br0" timeOffset="7943.1448">11572 2168 115 0,'10'3'41'16,"31"-3"-34"-16,15-7 52 16,-5-6-10-16,-6 6-19 15,-17 3-17-15,-13 4-9 0,-4 0 1 16,-11 0-1 0,0 4 0-16,0 23 3 0,-11 4-2 15,-27 3 0-15,-7 1 0 16,-7-3 13-16,3-5-4 15,-3-5 7-15,9-11-1 16,16-11-8-16,18 0-1 16,9 0 4-16,0 0-3 15,0-14-12-15,0-3 1 16,0 2 1-16,0 1-2 16,0 6 1-16,0 2-1 15,0 2-1-15,0-10-21 16,0 7 22-16,0-3-79 15</inkml:trace>
  <inkml:trace contextRef="#ctx0" brushRef="#br0" timeOffset="9307.7375">12530 1428 109 0,'0'36'39'16,"0"2"-37"-16,0 8 15 15,0 0 4-15,5-3-14 16,3-4-7-16,-4-10 6 15,1-6 3-15,1-10 1 16,-6-7 1-16,0-6 0 0,0 0-5 16,0 0 3-1,0 0 9-15,0 0 11 0,0 0 2 16,0 0-9-16,0 0-6 16,0 0-2-16,0 0-7 15,0 0-3-15,0 0 0 16,0 0-4-16,0 0-4 15,0 7-1-15,4 13-2 16,5 8 3-16,-5 9 4 16,1 4-1-16,-5-4-1 15,0 2 1-15,0-10-1 16,0-2 1-16,0-13 1 0,0-5 0 16,0-8 0-16,0-1 1 15,0 0 1-15,0 0 2 16,-5-1 20-16,-3-32-7 15,-16-11-17-15,-4-15 0 16,0-17-1-16,-4-8-1 16,4-8-6-16,5 0 0 15,18 1 1-15,5 5 0 16,0 6 3-16,5 5 2 16,38 8 0-16,2 4 1 15,10 10 1-15,-3 14 0 16,-5 11 0-16,-6 15 1 15,-13 13-1-15,-5 0-2 16,1 16-6-16,-15 32-3 16,-9 16-1-16,0 4-5 0,0-1-3 15,-28-2-1-15,-9-5 1 16,-10-8-8-16,6-12-2 16,-2-4 21-16,11-10 6 15,4-2 3-15,13-2 2 16,7 3 2-16,8 5 7 15,0 4-2-15,0 8 4 16,32-2 7-16,15 1 8 16,0-4 1-16,-10-3 1 15,-1-7-13-15,-8-3-6 0,-4 3-7 16,-1-4-2 0,-10-5-1-16,6-1-1 0,-6-9-25 15,-13-8-54-15,0 0-79 16</inkml:trace>
  <inkml:trace contextRef="#ctx0" brushRef="#br0" timeOffset="10101.8074">12976 1893 132 0,'11'0'66'0,"8"-11"-54"0,3-19 36 16,-3 3-18-16,-4-2-19 15,-2 2 1-15,-9 1-7 16,5 5-1-16,-3 9 1 16,-6 6 0-16,0 6-3 15,0 0-1-15,0 0 8 16,0 0-9-16,0 11-4 15,-19 17-2-15,-4 17-1 16,-1 4 3-16,11 0 3 16,9-3 1-16,-1-11 3 15,5-3-1-15,0-7 1 16,0-7-1-16,37-1-2 0,-1-6 0 16,12-9-5-16,1-2-3 15,2 0-11-15,5 0 2 16,-4-13-4-16,-7-17-7 15,-2-6-10-15,-16-1 0 16,-9-5 11-16,-8 4 27 16,-10 4 3-16,0 6 27 15,-10 11 14-15,-25 10 18 16,-3 7 2-16,10 0-22 16,0 0-15-16,11 6-21 15,-3 23-6-15,5 7-5 16,11 2 1-16,4-5 4 15,0-9 0-15,0-12 1 0,0-5-1 16,0-7-1-16,0 0 0 16,0 0-5-16,0 0-8 15,0 0 0-15,19-10 6 16,9-1 3-16,5 1-7 16,9 10-14-16,8 0 2 15,12 17-3-15,-4 27 9 16,2 10 6-16,-4 4 12 15,-20-3 0-15,-17 5 0 16,-14-7 3-16,-5-6 4 16,0 0 9-16,-11-9 11 15,-25-8 4-15,-5-4-3 16,4-10 4-16,3-9-2 16,2-5-9-16,0-2-1 0,4 0-8 15,0-8-12-15,0-18-6 16,2-9-10-16,7-15-16 15,4-7-7-15,15-9-29 16,0 40-48-16,0-2-62 16</inkml:trace>
  <inkml:trace contextRef="#ctx0" brushRef="#br0" timeOffset="10372.8858">13695 1778 129 0,'28'0'36'0,"-20"0"-33"15,7 47 12-15,-6 4 12 16,-5-4-20-16,1-5-4 0,-5-14 5 16,0-6 5-16,0-8 1 15,0-8 10-15,0-6 4 16,0 0-2-16,0 0 1 16,0 0 5-16,0-3 7 15,0-27-8-15,0-4-31 16,-13-9 0-16,2 4 0 15,7 1-2-15,4 2-2 16,0 2-23-16,0 6-18 16,10-3 0-16,31 7-41 15,-22 20-26-15</inkml:trace>
  <inkml:trace contextRef="#ctx0" brushRef="#br0" timeOffset="10680.5352">13695 1778 76 0,'281'-50'31'0,"-281"87"-1"16,0 5 20-16,0-5-17 16,0-5-8-16,0-4 3 15,11-3-4-15,2-10-10 16,8-3-4-16,-6-7 2 16,0-5-3-16,-6 0-2 15,8 0 0-15,-2 0-3 16,4 0 0-16,-2 0 1 15,3-21-3-15,-12-7-1 16,-1-4-1-16,-7-4 0 16,0 4 0-16,0 3 1 0,-20 6-1 15,-12 6 0-15,4 10-1 16,0 7-5-16,15 0-2 16,-2 0-15-16,11 0-23 15,4 0-45-15,0 5-41 16</inkml:trace>
  <inkml:trace contextRef="#ctx0" brushRef="#br0" timeOffset="11074.9884">14583 1754 72 0,'69'6'28'16,"-54"8"4"-16,-11-4 14 0,0 0-2 15,0-7-7-15,-4-3 3 16,0 0-1-16,5 0-6 15,-1 0 1-15,-4 0 2 16,0-13-8-16,0-13-13 16,0-10-10-16,0-2-5 15,0 2-4-15,15 12-3 16,9 6-2-16,-7 12 2 16,2 3-2-16,-6 3 0 15,2 0-4-15,-6 0 7 16,-1 21-3-16,3 12 6 15,-3 8 3-15,-3 3 1 16,-1-3 3-16,-4-6-3 0,0-8 2 16,4-11 2-16,3-5 1 15,-3-8-2-15,5-3-3 16,-5 0-1-16,0 0-1 16,-4 0 1-16,0 0-4 15,0 0-8-15,0 0-15 16,0 0-16-16,0 0-32 15,0-11-50-15</inkml:trace>
  <inkml:trace contextRef="#ctx0" brushRef="#br0" timeOffset="11482.1134">13843 1492 198 0,'0'-28'109'16,"0"-8"-90"-16,0-3 35 15,13-2-8-15,10 3-28 16,-3 8-15-16,-12 11-3 15,3 7-1-15,-11 4-22 16,0 6-31-16,0 2-68 16,0 0 15-16</inkml:trace>
  <inkml:trace contextRef="#ctx0" brushRef="#br0" timeOffset="11653.7537">13236 1331 154 0,'-13'0'131'16,"13"0"-89"-16,0-2-13 15,0-11-24-15,0-2-5 16,47 4-38-16,-25 11-42 16,16 0-62-16</inkml:trace>
  <inkml:trace contextRef="#ctx0" brushRef="#br0" timeOffset="12143.5423">15647 1494 188 0,'-28'35'27'0,"9"4"5"16,10 1 13-16,9 0-32 15,0 4-2-15,0-7 3 16,0-6-2-16,21-8-3 15,-1-12 3-15,-5-8-3 16,-7-3-1-16,-3 0 1 16,-1 0-4-16,0 0-1 15,11 0 2-15,-2-20 0 16,-2-14-6-16,-3-4 0 16,-8-7-2-16,0-1-1 15,0 0 1-15,-15 10 2 16,-17 15 3-16,0 8-1 15,4 9 4-15,11 4-2 0,2 0-4 16,6 0-3 0,1 0-2-16,-3 19-3 0,11 12-18 15,0 4-17-15,0 0-34 16,0-25-40-16</inkml:trace>
  <inkml:trace contextRef="#ctx0" brushRef="#br0" timeOffset="12554.4755">16479 1476 87 0,'0'0'243'16,"0"0"-234"-16,0 0 15 15,0 11 17-15,9 13-41 16,10 10 1-16,7 11 3 16,-7 1-3-16,-4 0 0 15,-2-9 2-15,-5-6-3 16,7-12 0-16,-10-10-1 16,3-4-16-16,-3-5-15 15,-5 0 0-15,10-14 7 16,-5-22 24-16,-1-15 1 15,0-9 1-15,-4-3 1 16,0-2 2-16,0 8 1 0,0 16 7 16,0 16-8-16,0 10-2 15,0 12-2-15,0 3 0 16,0 0-3-16,0 0-17 16,15 9-20-16,17 24-14 15,-15-15-24-15,3 1-59 16</inkml:trace>
  <inkml:trace contextRef="#ctx0" brushRef="#br0" timeOffset="12861.3014">16964 1710 78 0,'4'15'136'0,"-4"-15"-122"0,0 0 40 16,0-20 3-1,0-9-46-15,0-7-10 0,0 6 3 16,0 1-1-16,0 4-2 15,0 13 3-15,0 0-2 16,0 6-2-16,4 6 0 16,11 0 0-16,2 0 0 15,3 0 3-15,-1 0-3 16,9 0-2-16,-11 19 1 16,-2 15 1-16,-2 5 0 15,-9 3 1-15,7-4-1 16,-7-8-3-16,1-8-3 15,7-12 0-15,-1-7-14 16,11-3-23-16,1-9-35 0,-8-9 38 16,-6-13-81-16</inkml:trace>
  <inkml:trace contextRef="#ctx0" brushRef="#br0" timeOffset="13072.3455">17296 933 242 0,'0'-3'20'16,"0"8"-15"-16,0 50 40 15,15 10-21-15,17 11-9 0,-4 5 0 16,-6 4-5 0,-3-4-2-16,-4-3-2 0,-6-5-6 15,-1-5-3-15,-4-10-29 16,-4-48-44-16,0-7-62 15</inkml:trace>
  <inkml:trace contextRef="#ctx0" brushRef="#br0" timeOffset="13283.8448">17273 1476 222 0,'-5'-18'40'16,"5"14"-33"-16,11 2-7 15,49-5 31-15,9-1-17 16,4-1 0-16,-13 2 0 0,-5 5-9 16,-7 2-5-16,-8 0-12 15,3 4-28-15,2 25-38 16,-8-3-16-16,-3 3 54 16,-12-4-39-16</inkml:trace>
  <inkml:trace contextRef="#ctx0" brushRef="#br0" timeOffset="13559.2102">17880 1576 19 0,'0'0'72'0,"4"0"-11"15,4 0 4-15,3 0-3 16,2-20-27-16,2-10-11 16,-2-4-9-16,0-2-8 15,-3 8-2-15,-5 4-2 16,-5 9-2-16,0 4 3 0,0 8-2 16,-5 3 1-1,-18 0 1-15,-1 0-2 0,-4 21-2 16,1 15 0-16,5 2 0 15,7 5 0-15,6 0 0 16,9-2 4-16,0-2-1 16,0-7-3-16,5-8-4 15,36-6-11-15,6-6-11 16,8-9-25-16,-5-3 10 16,6 0 4-16,-5 0-13 15,1 0-8-15,-40 0-29 16,3 0 77-16</inkml:trace>
  <inkml:trace contextRef="#ctx0" brushRef="#br0" timeOffset="13715.3551">18323 1763 28 0,'0'0'78'0,"0"0"-3"0,0 0-8 15,0 0-9-15,-4-13-13 0,-11-12-11 16,-8-2-13-16,14-9-11 16,5-2-2-16,4-7-8 15,0-2-1-15,0 2-6 16,36 3-12-16,1 12-9 15,1 11-30-15,-10 12-33 16,-24 7 3-16</inkml:trace>
  <inkml:trace contextRef="#ctx0" brushRef="#br0" timeOffset="13995.9404">18411 1428 47 0,'0'24'75'16,"0"-6"-65"-16,0 10 21 0,9 3 8 15,4 8-18-15,10-1-1 16,1-4 4-16,4-1-5 15,-4-8-5-15,-7-7-5 16,2-9-5-16,-10-6 0 16,1-3 0-16,-5 0-1 15,-5 0 0-15,4 0 3 16,-4 0 6-16,4-19 12 16,0-14-14-16,-4-6-3 15,0-4-4-15,0-6-1 16,0-2 3-16,0 0-5 15,0 8 0-15,-4 9-14 16,0 13-10-16,4 10-13 0,0 11-29 16,0 0-24-16,0 0-16 15</inkml:trace>
  <inkml:trace contextRef="#ctx0" brushRef="#br0" timeOffset="14405.5381">18956 1386 80 0,'5'0'95'16,"-5"0"-91"-16,0-14 48 16,0 4 5-16,0 4-26 15,0 6-15-15,0 0 15 16,0 0-3-16,-13 0-14 0,-7 16-8 16,-3 12-6-16,6 5-1 15,-7 4 1-15,9-2 3 16,6-3 1-16,9-3-2 15,0-11-2-15,0-2 0 16,0-13-1-16,0 0-5 16,0-3-3-16,24 0-1 15,-5 0-5-15,9 0-3 16,-2-12-6-16,-7 2-2 16,1 5 4-16,-12 5 10 15,-4 0 11-15,-4 0 1 16,5 0 9-16,-1 5 6 15,2 14 6-15,3 5-12 0,0 0-7 16,1 4-1 0,3-3 0-16,-4-7-1 0,6-4-6 15,-7-11-20-15,12-3-24 16,3 0-2-16,-14-20 6 16,4-1-62-16</inkml:trace>
  <inkml:trace contextRef="#ctx0" brushRef="#br0" timeOffset="14638.9969">19267 759 218 0,'0'-52'89'0,"0"52"-89"16,0 19 26-16,5 34 1 0,3 20 0 15,11 10-18-15,-10 6 0 16,-5 4 5-16,-4-8-6 15,0-4-3-15,0-5-4 16,5-12-1 0,14-6-4-16,4-13-31 0,10-5-23 15,7-20-38-15,-20-20-7 16,-7 0 22-16</inkml:trace>
  <inkml:trace contextRef="#ctx0" brushRef="#br0" timeOffset="14966.8531">19608 1389 202 0,'-19'0'6'16,"6"24"6"-16,4 8 41 15,9 4-27-15,0-6-15 16,0-1 4-16,0-1-1 16,28-6-3-16,-2-4-7 15,8-8 1-15,-6-1-1 16,-2-9-3-16,2 0 0 15,0 0 0-15,-9 0-1 16,0-9-1-16,-6-9-1 16,-4-9 0-16,-9-6 2 15,0-5 2-15,0 0-1 16,0 6 8-16,-28 8-2 0,7 6 3 16,-7 12 1-1,4 6-8-15,0 0-3 0,-3 0-7 16,9 0-3-16,-1 2-19 15,11 12-27-15,8-10-42 16,-7 0-57-16</inkml:trace>
  <inkml:trace contextRef="#ctx0" brushRef="#br0" timeOffset="17841.7061">21240 856 105 0,'9'-4'80'15,"-9"0"-54"-15,4 2 25 16,-4-1 6-16,0 3-30 16,0 0-5-16,0 0 7 15,0 0 3-15,0 0-8 16,0 0-3-16,0 0-6 16,0 0-4-16,0 0-6 15,0 0-1-15,0 0-2 16,0 0-2-16,0 0 2 0,0 0-1 15,0 0 0 1,0 0-1-16,0 0-1 16,0 0-2-16,-17 0 1 0,-19 0-2 15,-11 5-5-15,-5 3 1 16,11 3 3-16,5 0-5 16,12-5 6-16,5-4 3 15,10 1 0-15,5-3-1 16,4 0 1-16,0 0-1 15,0 0-2-15,0 0 2 16,0 0-1-16,0 0 2 16,0 2 0-16,0-2 0 15,0 7 1-15,0 0-1 16,0 12-1-16,0 9 2 16,0 4 1-16,0 8-1 0,0 4 1 15,0 8-1 1,0 8 0-16,0 1 1 0,0 2 0 15,4-1-1-15,-4-2 0 16,0-5-1-16,0-7 0 16,0-7 1-16,0-8-1 15,0-9 1-15,0-7 0 16,0-3 0-16,0-7 0 16,0-4-1-16,0 2 1 15,0 1 1-15,9-1 0 0,6 2 2 16,2-3 0-1,7 1 0-15,-1-1 2 0,5-3 1 16,4-1 1-16,5 0 1 16,-1 0-2-16,7 0-1 15,-11 0 1-15,-4 0-4 16,-4 0-1-16,-7 0 0 16,-2 0-1-16,9 0-3 15,-7 0-13-15,11-1-12 16,4-5-17-16,4 0-12 15,7-2-9-15,-34 3-18 16,-5 2-25-16</inkml:trace>
  <inkml:trace contextRef="#ctx0" brushRef="#br0" timeOffset="18681.5659">21476 1454 74 0,'0'13'53'16,"0"-13"-34"-16,0 0 43 16,0 0-6-16,0 0-33 0,0 0-1 15,0 0 4-15,0 0-3 16,0-11-1-16,0-5-1 15,9-9-15-15,15-1-4 16,-5-7-1-16,-6-3-1 16,2-7 0-16,-15-6-1 15,0-5-1-15,0 3 0 16,0 4-1-16,0 11-1 16,-11 16 3-16,2 5 0 15,5 13-1-15,-7 2 1 16,11 0 0-16,-4 0 0 15,4 0-1-15,-4 0-1 0,4 0 1 16,-4 0-2-16,-1 17-1 16,-3 15 3-16,-7 11 2 15,6 6 0-15,-2 3 1 16,7 1-1-16,4 6 5 16,0-8 3-16,0-6-2 15,0-4 6-15,0-10-5 16,0-5 1-16,19-2-3 15,9-6-1-15,-11-3 5 16,7-4-2-16,-5-2-3 16,-10-7-1-16,2 1-2 15,-3-3 2-15,1 0-3 16,6 0-5-16,-2 0-8 0,6 0-13 16,2 0-15-1,-1-11-10-15,-16 4-19 0,0-3-61 16</inkml:trace>
  <inkml:trace contextRef="#ctx0" brushRef="#br0" timeOffset="19557.8092">21892 1487 71 0,'0'0'78'0,"0"0"-40"16,0 0 20-16,0 0-6 15,0 0-29-15,0 0-9 16,0 0-6-16,0 24-5 16,0 10 15-16,0 2-6 15,0-1-6-15,0 0-3 16,5-2-2-16,-1-1-1 16,0-5-1-16,3-7-20 15,-3-5-23-15,9-15-30 16,-9 0-33-16</inkml:trace>
  <inkml:trace contextRef="#ctx0" brushRef="#br0" timeOffset="19925.1091">22077 1526 88 0,'9'-4'56'0,"-3"4"-52"15,7 2 39-15,-5 30 1 16,7 4-26-16,-6-1-16 15,-5-2 5-15,-4-7 3 16,0-8-1-16,0-7-2 16,0-10 2-16,0-1-1 15,0 0 4-15,0 0-2 16,0 0 3-16,0-11-4 16,7-12-5-16,1-8-4 0,5 4 0 15,6-3 0-15,5 6-2 16,-2 9 2-16,-3 5 0 15,-4 9 2-15,-11 1-2 16,-4 0 0-16,0 0-2 16,4 15-2-16,5 16 1 15,-5 3 0-15,3 2 2 16,-3-4-5-16,5-2-8 16,-1-9-19-16,11-10-9 15,9-11-19-15,-15 0-10 16</inkml:trace>
  <inkml:trace contextRef="#ctx0" brushRef="#br0" timeOffset="20173.2541">22549 1163 126 0,'-45'-40'93'15,"30"40"-55"-15,10 0 35 16,1 0-28-16,4 0-33 15,0 3-8-15,-4 31-2 16,-7 21 9-16,7 10 3 16,4 3-5-16,0 3-2 15,0 2 0-15,0-6-5 16,0-4-1-16,0-6-1 0,0-8-24 16,0-8-28-16,0-8-32 15,0-33-48-15</inkml:trace>
  <inkml:trace contextRef="#ctx0" brushRef="#br0" timeOffset="20346.6644">22373 1716 43 0,'0'-21'166'0,"0"10"-131"16,0-2 11-16,36 0-3 15,12-5-22-15,3 2-11 16,-2 0-9-16,3 5-1 0,-1 0-9 15,-6 4-47-15,-34 7-41 16,-2-3-87-16</inkml:trace>
  <inkml:trace contextRef="#ctx0" brushRef="#br0" timeOffset="20499.3745">22868 1603 66 0,'5'44'86'0,"-5"-5"-71"16,0 4 35-16,0 2 3 15,4-7-26-15,-4-6-18 16,9-1-2-16,-3-13-7 16,3-2-3-16,-9-16-37 15,4 0-75-15</inkml:trace>
  <inkml:trace contextRef="#ctx0" brushRef="#br0" timeOffset="20925.3641">23160 1400 107 0,'4'0'124'0,"5"0"-101"15,0-16 23-15,6-6-1 0,-3-9-39 16,8-3-4-16,-1-2 0 15,-2-7-1-15,2-8-1 16,-10-10 0-16,-5-7-2 16,-4-7-2-16,0-2 0 15,0 12-3-15,0 17 6 16,-17 24 1-16,6 14 0 16,3 10 3-16,-1 11-3 15,5 42-7-15,-7 17 7 16,3 14 0-16,3-1 7 15,1 0 7-15,-7-10 9 16,7-8 5-16,4-7-4 16,0-6-9-16,0-10-8 15,0 1-4-15,9-5-3 16,19-8 0-16,10-6-12 16,-1-2-10-16,-1-11-24 0,11-2-22 15,-34-9-33-15</inkml:trace>
  <inkml:trace contextRef="#ctx0" brushRef="#br0" timeOffset="21254.632">23645 1467 235 0,'-4'-11'51'0,"-29"11"-50"15,1 0 50-15,0 0-10 16,4 0-29-16,-4 20-10 0,-2 4 14 15,12 2-3-15,7 3-6 16,7-5-7-16,8 3 0 16,0-3-2-16,0 1-2 15,0-1-5-15,12 2-3 16,27 2 2-16,-2-1-2 16,-5 1 6-16,-4-7 5 15,-16-2 1-15,-7-5-1 16,-5-6 1-16,0 0 1 15,0-2 0-15,0-1-1 16,-5-5-2-16,-16 0-5 16,-7 0-16-16,5-5-33 15,14-9-49-15,3-5 12 16</inkml:trace>
  <inkml:trace contextRef="#ctx0" brushRef="#br0" timeOffset="21628.7596">23621 1576 139 0,'0'24'40'0,"0"9"-38"15,0-1 38-15,0-2 3 16,0 0-23-16,11-5 0 16,2-6 4-16,-5-10-12 15,7-3-5-15,-2-6-1 0,2 0-6 16,7 0 0-1,6-26-4-15,4-10-5 0,-4-4-1 16,-9 2 0-16,-4 8-1 16,-6 6 3-1,-9 13 8-15,0 11 9 0,0 0 22 16,0 0 0-16,0 0-10 16,0 2-12-16,0 20-7 15,0 8-2-15,0 2 0 16,0 1-2-16,0-3 1 15,0-4-6-15,0-3-23 16,4-6-20 0,4-10-13-16,-3-1 4 0,1-6-1 15,-6 0-11-15,0 0 10 16</inkml:trace>
  <inkml:trace contextRef="#ctx0" brushRef="#br0" timeOffset="22003.0503">23982 1852 24 0,'23'45'25'0,"5"5"9"16,0 8 32-16,-15-4-50 15,2-5 27-15,-11-9-9 16,0-13-16-16,-4-8 12 16,0-11-2-16,0-8-5 15,0 0 4-15,0 0-4 16,0-19-7-16,-12-13-11 16,-12-11 3-16,-4-8-7 15,4-7 0-15,3-7-1 16,2-5-2-16,14 2-5 0,5 0 4 15,0 13-5-15,0 9 0 16,18 13 1-16,14 12 2 16,-4 7 1-16,-5 10 2 15,-3 4 0-15,3 0 2 16,3 0 0-16,-3 4 1 16,5 18 0-16,-8 7 2 15,-12 8 0-15,-8-2 4 16,0-2-2-16,0 2 0 15,0-8-1-15,-8-3-2 16,-12-5-2-16,3-8-8 16,2-5-18-16,2-6-19 15,7 0-31-15,6 0-29 16</inkml:trace>
  <inkml:trace contextRef="#ctx0" brushRef="#br0" timeOffset="22583.3535">24125 729 49 0,'0'-9'157'0,"0"5"-149"16,0 2 32-16,0-5 4 16,0 5-36-16,9-3 1 15,14 0 23-15,5 4-10 16,-8 1-9-16,-3 0-5 16,6 0-6-16,-8 0-2 15,3 0 0-15,-3 0 1 16,-3 11 0-16,-1 4-1 15,-11 9 0-15,0 11 4 16,0 4 0-16,0 4-2 16,0 9-1-16,0 2-1 15,4 6 1-15,9 3-1 16,2 0 0-16,2 4 1 0,-1 1-1 16,1 3 0-16,2-4 1 15,5-4-1-15,-7-7 0 16,-7-4 0-16,-1-12 0 15,-9-4 1-15,0-5-1 16,0-7 0-16,0-5 1 16,0-1 0-16,0 1 6 15,-24 4 8-15,-16-2-5 16,-8 1-3-16,-1-3 2 16,2-2 6-16,6-12-9 15,-2 3-6-15,7-8-1 16,-1 2-16-16,-5 1-29 15,29-3-26-15,-2 0-100 16</inkml:trace>
  <inkml:trace contextRef="#ctx0" brushRef="#br0" timeOffset="23816.8068">1607 4261 24 0,'47'7'122'0,"-15"-7"-109"15,11-6 13-15,-9-25 11 16,1 0-8-16,-8-5-16 16,1 0-8-16,-13 2-3 15,-6-1-1-15,-9 2 0 16,0-2-1-16,0 5 0 16,-17 5 1-16,-22 6-1 15,3 8-2-15,6 11 2 0,2 0 9 16,0 0-9-1,2 22-4-15,7 22 4 0,10 1 9 16,7 8 0-16,2-2 5 16,0-4-2-16,0-8-3 15,0-8-6-15,19-7 0 16,11-7 1-16,7-6-4 16,4-9-4-16,-5-2-11 15,11 0-8-15,1-11-3 16,12-24-17-16,-41 11-48 15</inkml:trace>
  <inkml:trace contextRef="#ctx0" brushRef="#br0" timeOffset="24119.5044">2366 4168 28 0,'47'58'20'16,"-32"-16"23"-1,-15-18-5-15,4-11-13 0,-4-7 10 16,0-6-4-16,0 0 7 15,0 0-1-15,0 0 0 16,0-19-10-16,0-11-18 16,0-6-9-16,0-3 1 15,0-5-1-15,18 0 0 16,18 10-1-16,3 6-2 16,-5 8 2-16,-6 16 0 15,-11 4-2-15,2 0 0 16,-8 0-3-16,6 19 3 0,-8 17 2 15,4-1-1 1,-5 5 1-16,1 0-15 0,10 1-29 16,-12-27-54-16,1-6-76 15</inkml:trace>
  <inkml:trace contextRef="#ctx0" brushRef="#br0" timeOffset="24724.744">3434 4368 133 0,'28'0'67'0,"-13"-8"-57"16,2-28 37-16,2 2-14 0,1-2-25 15,-5 4-7-15,-13 4-1 16,4 7 1-16,-6 5-1 15,0 2 0-15,0 3-3 16,-6 3-4-16,-24 8-2 16,2 0 6-16,-6 0 3 15,6 4-3-15,0 25 0 16,4 7 3-16,11 2 4 16,7 5 10-16,6-3-1 15,0-1 1-15,0-15 5 16,0-3-2-16,15-9-2 15,9-8-5-15,-5-2-1 0,9-2-3 16,4 0-1-16,-4 0 0 16,4 0 0-16,0-24-5 15,5-11-6-15,6-11-12 16,-11-4-3-16,2-9-8 16,-15-4-12-16,-8-4-1 15,-11-5 12-15,0-5 12 16,0-2 10-16,-41 9 8 15,-2 15 8-15,13 21 26 16,11 18 11-16,13 12 8 16,6 4-22-1,0 0-9-15,0 0-5 0,0 17-16 0,0 26-1 16,6 15 19 0,22 3 3-16,2 6-7 0,-4-2-6 15,2-4-4-15,-7-4-3 16,5 0-2-16,-3-2-9 15,12 0-36-15,1-2-16 16,-23-43-7-16,2-7-90 16</inkml:trace>
  <inkml:trace contextRef="#ctx0" brushRef="#br0" timeOffset="25402.1171">4661 4000 99 0,'-13'-33'127'0,"-6"24"-108"15,10 9 35-15,-6 0 1 16,4 0-37-16,-6 7-11 16,4 30-6-16,-6 8 1 15,4 11-2-15,7 3 4 16,8-2 0-16,0-4 3 15,0-6 1-15,4-9-3 16,28-9-5-16,15-9 0 16,-2-10-4-16,2-10-3 0,7 0 0 15,-9 0-5 1,2-28 1-16,-8-7-3 0,-5-10-16 16,-8 2 6-16,-5-5 10 15,-10 1 1-15,-11 4 12 16,0 6 1-16,0 6 3 15,0 14 14-15,0 14 11 16,0 3 2-16,0 0-18 16,0 15-12-16,0 21-8 15,0 6 8-15,9 8 1 16,14-10-1-16,1-11 0 16,-5-6 4-16,-2-12-1 15,-12-9-3-15,1-2 1 0,-2 0 6 16,5 0-2-1,10-19-2-15,-2-18-3 0,11-5 0 16,7-8-5-16,-8 1-1 16,1-2-8-16,-8 16-1 15,-10 16 10-15,-10 14 5 16,0 5 2-16,0 0 11 16,0 0-2-16,0 5-8 15,11 17-3-15,-2 8 9 16,-1 5 6-16,9-4-6 15,-8 5-4-15,10-7-2 16,1-3-3-16,5-7-1 16,3-2-1-16,-6-4-14 15,12-5-23-15,-4-5-16 0,11-3-7 16,-22 0-28-16,-4 0-49 16</inkml:trace>
  <inkml:trace contextRef="#ctx0" brushRef="#br0" timeOffset="25805.8302">5710 3950 168 0,'-9'-3'34'16,"-10"3"26"-16,6 0 24 15,-2 0-53-15,2 14-23 16,-6 25 0-16,-5 3 1 16,7 10-2-16,6-3 2 15,7-5 0-15,4-7-3 16,0-7-1-16,0-5-4 0,19-8-1 15,-1-10-3 1,1-2-1 0,4-5-2-16,5 0-5 0,4-5-1 0,11-26-10 15,-6-11 4-15,1 1 6 16,-10-2 8-16,-17 6 3 16,-5 18 1-16,-6 7 1 15,0 12 16-15,0 0 11 16,0 0-8-16,0 5-18 15,0 21-2-15,0 14 0 16,0 0 0-16,0 1 1 16,0-6 2-16,0-8-1 0,0-5-2 15,13-9-1 1,9-7-2-16,6-6-14 0,4 0-12 16,6 0-8-16,3-33 2 15,-26 14-87-15,-6-5 0 16</inkml:trace>
  <inkml:trace contextRef="#ctx0" brushRef="#br0" timeOffset="26059.3201">5926 3413 172 0,'0'0'56'16,"0"0"-16"-16,0 19-25 15,0 24-8-15,0 23 31 16,18 8 3-16,-8 7-12 15,-1 6 6-15,8 5-1 0,-11-2-2 16,7-8-3 0,-4-2-14-16,-3-14-6 0,16-13-3 15,-7-9-6-15,4-15 0 16,-10-6-3-16,4-12-13 16,-11-9-17-16,2-2-20 15,5 0-25-15,-5 0-26 16,-4-22-76-16</inkml:trace>
  <inkml:trace contextRef="#ctx0" brushRef="#br0" timeOffset="27565.7478">7325 3771 75 0,'0'-10'70'0,"0"4"-40"0,0 1 23 16,0-1 2 0,0 6-21-16,0-4-6 0,0 4 6 15,0 0 0-15,0 0-13 16,0 0-4-16,0 0-10 16,0 4-7-16,-11 15-5 15,-13 14-2-15,-8 7 4 16,0 5-1-16,9-3 3 15,5-7-1-15,12-4-1 16,6-5 0-16,0-4-2 16,0-5 2-16,15-3-3 15,13-7 2-15,-5-1-1 16,1-4-3-16,6-2-4 16,9 0-12-16,4 0-11 15,6-11-12-15,-6-19-18 16,-32 14-24-16,-11 0-30 15</inkml:trace>
  <inkml:trace contextRef="#ctx0" brushRef="#br0" timeOffset="27840.9553">7492 3847 14 0,'0'-22'76'15,"0"22"-34"-15,0 0-4 16,0 0-14-16,0 11-24 16,0 19 1-16,0 10-1 15,9-4 0-15,10-6 10 16,2-2 2-16,1-11 0 15,1-2 1-15,5-5-4 16,-2-6-1-16,-4-4-3 16,-10 0-1-16,3 0-1 0,-6 0 0 15,-5-7 2-15,-4-17 3 16,0-2-4-16,0-2 0 16,0 1-2-16,0-1-2 15,-13 3 0-15,-25 6 3 16,1-1-3-16,7 10-14 15,5 10-18-15,16 0-17 16,9 0-27-16</inkml:trace>
  <inkml:trace contextRef="#ctx0" brushRef="#br0" timeOffset="28173.0512">7878 4015 79 0,'15'17'23'16,"-15"-17"15"-16,4 0 31 16,-4 0-19-16,0-9-11 15,0-12-7-15,0-9-18 16,0-8-5-16,0-3 1 16,0 3-4-16,0 3-6 15,0 4-1-15,5 5 1 16,23 7-2-16,-7 8 1 15,5 6 1-15,-5 5 0 16,-1 0-1-16,3 0 1 16,-1 24 0-16,3 9 0 0,-5 5 1 15,-5 1-1-15,0-4 0 16,2 0-4-16,6-2-24 16,10-13-33-16,-16-16 7 15,-7-4-87-15</inkml:trace>
  <inkml:trace contextRef="#ctx0" brushRef="#br0" timeOffset="28613.9152">8993 3570 110 0,'-19'-3'166'0,"19"3"-161"0,0 0 7 16,0 28 21-16,0 13-13 16,13 2-8-16,15-3 5 15,-2-4 2-15,-5-6-9 16,7-8-2-16,-11-9 0 16,2-6-5-16,1-4 0 15,-12-3-3-15,1 0 0 16,2 0-2-16,4-3-2 15,-5-25-1-15,10-13-4 16,-1-2 8-16,-19-3 1 16,4 10 2-16,-4 11 2 0,0 14 14 15,0 9 4-15,0 2 1 16,0 0-2-16,0 0-9 16,0 0-12-16,0 6-6 15,9 19-7-15,14 6 4 16,10 8 4-16,3 1-10 15,3-5-24-15,1-5-12 16,8-11-2-16,1-12-43 16,-34-7 2-16,-2 0-13 15</inkml:trace>
  <inkml:trace contextRef="#ctx0" brushRef="#br0" timeOffset="28970.5393">9693 3752 12 0,'19'0'75'0,"-10"0"-65"0,1 3 13 15,1 13 14-15,-5-2 2 16,-3-10-6-16,-3 1-1 16,0-5 4-16,0 0-7 15,0 0-1-15,0 0-8 16,0 0 2-16,0 0 1 16,0-20-6-16,0-8-11 15,0-7-6-15,0 0-2 16,0-1-1-16,12 11-4 15,1 2 6-15,-2 12-2 16,6 11 0-16,-15 0 1 16,7 0 0-16,2 0 2 0,6 0 0 15,2 0 0-15,5 11 1 16,-3 8 3-16,-2-4 2 16,1 3 0-16,-7-3-1 15,2-1-3-15,2 0-1 16,6-1-1-16,5-4-12 15,9-3-31-15,-22-6-58 16,4 0-43-16</inkml:trace>
  <inkml:trace contextRef="#ctx0" brushRef="#br0" timeOffset="29423.1683">10990 3498 182 0,'-10'0'87'0,"10"0"-87"16,0 0-1-16,38 18 1 16,3 20 4-16,2 5 0 15,-11-2-2-15,-15-6 8 16,-2-5 0-16,-11-11-3 15,1-8 2-15,-5-8-5 16,0-3 1-16,0 0 0 0,0 0 12 16,0 0 16-16,0-25-1 15,0-10-21-15,0-3-10 16,0-5 1-16,0 2-2 16,0 3 0-16,0 11-1 15,4 11 0-15,5 10 1 16,-3 6 4-16,3 0 2 15,4 0-5-15,14 22 2 16,6 11-2-16,1 1 3 16,2 5-2-16,-8-1-2 15,4 0 0-15,-4-6-4 16,-6-5-13-16,1-11-12 16,-3-7-9-16,3-9-31 0,-18 0-35 15,-5 0 6-15</inkml:trace>
  <inkml:trace contextRef="#ctx0" brushRef="#br0" timeOffset="29732.3656">11642 3500 84 0,'9'-11'142'0,"-5"11"-141"16,3 9 10-16,1 24 63 16,-3 9-46-16,3 4-19 15,-1-6 6-15,-5-2 1 16,-2-7-6-16,6-19-4 15,-6-2-5-15,4-10-1 0,1 0-1 16,-5 0-9 0,4 0-13-16,-4 0 0 0,0-25 17 15,0-7 2-15,0-15-3 16,-13-4 7-16,-15-3 2 16,5 5 8-16,10 8 19 15,2 11 0-15,11 10 0 16,-4 5-14-16,4 0-15 15,0 2-1-15,0 0-10 16,0 2-25-16,15 11-32 16,-2 0-73-16</inkml:trace>
  <inkml:trace contextRef="#ctx0" brushRef="#br0" timeOffset="29826.9086">11642 3500 166 0</inkml:trace>
  <inkml:trace contextRef="#ctx0" brushRef="#br0" timeOffset="30324.8261">11642 3500 166 0,'198'86'9'0,"-175"-57"8"0,1-8 47 0,4 2-25 0,0 0-18 15,-5-9 7-15,-1-7-6 16,-7-1-1-16,-7-6-4 16,-3 0-2-16,-5 0-1 15,0 0 1-15,4 0-1 16,2-6-5-16,7-15 8 15,2-4-5-15,-2-6-10 16,-9-5-2-16,-4-6-2 0,0-1-12 16,0 5-10-16,0 15-12 15,0 8-3-15,0 15-2 16,28 0-32-16,4 3 8 16,16 21 15-16,3-5 33 15,5-2 17-15,-9-9 3 16,-13-8 22-16,-10 0-9 15,-16 0 9-15,-3 0 20 16,-5 0 11-16,0 0-6 16,0-8-14-16,0-3-26 15,0-1-8-15,0 8-2 16,0 4 2-16,0 0 2 16,0 0 1-16,-9 13-5 0,-14 12-1 15,-7 9-4 1,4 10 5-16,4 1 0 0,14-6 4 15,1-7 1-15,7-7 3 16,0-9 0-16,0-4-3 16,0-4-1-16,26-5-4 15,11-3 0-15,10 0 2 16,9 0 0-16,6 0 1 16,2-25-3-16,-4-4-12 15,0-9-24-15,-4-5-18 16,-11-4-15-16,-39 27 4 15,-6 2-117-15</inkml:trace>
  <inkml:trace contextRef="#ctx0" brushRef="#br0" timeOffset="30521.1351">12668 2921 60 0,'-22'-43'183'0,"22"43"-141"15,0 0-25-15,0 28-1 16,0 31-3-16,0 23 9 15,0 10-6-15,9 3 8 16,8 1-8-16,-6-13-10 16,-7-7-5-16,-4-6-1 15,0-10-24-15,0-8-19 16,0-12-38-16,-9-40-24 16</inkml:trace>
  <inkml:trace contextRef="#ctx0" brushRef="#br0" timeOffset="31975.9641">13751 3283 94 0,'0'-19'137'0,"0"6"-111"16,-39 4 30-16,-2 1-6 15,5 8-22-15,-1 0-7 16,-5 0-9-16,5 11-12 16,1 32-4-16,8 14-1 15,8 11 3-15,12-8-1 0,8-11 3 16,0-15 1 0,0-13-1-16,6-14-1 0,16-7 1 15,-5 0-1-15,6 0 1 16,10-19 2-16,3-24 0 15,7-10-2 1,8-5-3-16,-10-8-4 0,-4 0-4 16,-9 3-2-16,-13-5 2 15,-11-1 2 1,-4 7 3-16,0 13 6 0,0 22 0 16,0 19 2-16,0 8 4 15,0 0-6-15,-9 22-2 0,9 32-7 16,0 13 7-1,0 12 2-15,0-5 1 0,0-9-1 16,0-6 11-16,0-15 0 16,9-12 3-16,8-10-3 15,2-11-3-15,1-8-4 16,3-3-2-16,5 0-2 16,9 0 0-16,8-20-4 15,6-12-15-15,3-10 2 16,-16 3-8-16,-5 4 6 15,-14 10-22-15,-15 13 14 16,-4 12 12-16,0 0 15 16,0 9 3-16,-19 27 6 15,-5 6 1-15,11 11 22 16,9-9-8-16,4-10 1 0,0-9 7 16,0-9 1-16,0-5-14 15,24-10-8-15,21 4-10 16,19-5-1-16,35 0-6 15,21-9-14-15,32-26-31 16,-92 12-58-16,-4-1-145 16</inkml:trace>
  <inkml:trace contextRef="#ctx0" brushRef="#br0" timeOffset="32207.9954">15263 3143 246 0,'-39'0'36'0,"35"0"30"0,0 0-3 16,-1 0-45-16,1 23-13 15,0 9 13-15,-3 10-5 16,7-5-6-16,0 5-2 16,0-5-5-16,0-3-3 15,28-3-12-15,15-8-24 16,9-16-11-16,8-7-19 15,4 0-3-15,-40-7-25 16</inkml:trace>
  <inkml:trace contextRef="#ctx0" brushRef="#br0" timeOffset="32485.9919">15587 3234 138 0,'0'-14'60'0,"-7"14"-17"16,-21 18-3-16,7 19-9 15,10 4-22-15,11-4 3 16,0-10 2-16,0-7-1 15,0-9-3-15,0-9-3 16,0-2 1-16,11 0-2 16,-2 0-1-16,-1 0 2 15,7 0 0-15,-6-16 1 16,-5 2-3-16,-4-5 1 16,0 0-3-16,0-3 2 15,0-2-2-15,-9-3-2 0,-23 2-1 16,9 5-2-1,-1 4-6-15,20 12-10 0,4 4-10 16,0 0-22-16,0 0-40 16,0 0-37-16</inkml:trace>
  <inkml:trace contextRef="#ctx0" brushRef="#br0" timeOffset="32765.2839">15587 3234 30 0,'161'122'127'16,"-161"-122"-101"-16,0 0 41 15,4 0 17 1,-4 0-34-16,0 0-11 16,0-6-6-16,0-10-9 0,0-6-11 15,0-5-13-15,8 0-1 16,12 7-1-16,3-1-2 0,1 9 1 16,-3 5 0-16,-1 5-1 15,-1 2-6-15,-6 0-1 16,10 0 5-16,5 21 3 15,-4 7 1-15,-3 4 2 16,-1 0 0-16,-1-4-6 16,-6-4-8-16,6-5-14 15,9-10-25-15,-24-9-80 16,9 0-63-16</inkml:trace>
  <inkml:trace contextRef="#ctx0" brushRef="#br0" timeOffset="33047.7309">16224 2585 165 0,'-97'-95'83'0,"46"76"-40"16,19 12 52-16,14 7-49 16,3 0-32-16,7 14-14 15,-3 34-4-15,7 19-1 16,4 15 5-16,0 12 11 15,0 7-2-15,0 2 2 16,0 0 3-16,19-7-8 16,3-13-5-16,3-8 0 15,-8-15-1-15,3-11-14 16,-3-13-20-16,-9-13-17 16,-1-16-10-16,-7-7-34 0,0 0-3 15,0 0 23-15</inkml:trace>
  <inkml:trace contextRef="#ctx0" brushRef="#br0" timeOffset="33385.983">16099 3337 97 0,'-4'-25'104'16,"4"22"-45"-16,0-5 1 15,0 1-32-15,21-8-19 16,35-4 3-16,15-1 0 16,2 0-2-16,-4 5-2 15,-3 3-8-15,-10 6-1 0,-11 6-3 16,-9 0-10-1,-8 0 7-15,0 20-3 0,-9 4 3 16,-10 0 5-16,-5-4 2 16,-4-10 2-16,0-4 3 15,0-3 4-15,0-3 0 16,0 0 1-16,0 0 0 16,0 0 9-16,0-9 11 15,0-18-14-15,-13-4-10 16,-10-9 6-16,4 1-11 15,6-3-1-15,8 6 0 16,5 7-2-16,0 2-3 16,0 2-22-16,18 9-17 15,20 2-12-15,-21 14-70 0,-2 0-75 16</inkml:trace>
  <inkml:trace contextRef="#ctx0" brushRef="#br0" timeOffset="33819.4154">17112 3039 202 0,'0'-6'27'15,"0"-18"6"-15,0 4 35 16,-24 2-26-16,7 6-16 16,-7 8 5-16,5 4-12 15,6 0 0-15,-6 0-7 16,6 10-12-16,-6 26 0 0,-1 10-7 31,12 6 4-31,-1-3 2 0,9-6 1 16,0-7-2-1,0-12-2-15,0-11-7 0,0-8-3 0,0-2-1 16,9-3 0-16,-5 0 4 16,15 0-4-16,5-21 7 15,4-10-10-15,8-6 12 16,-8-3 2-16,0 12 2 15,-15 6 2-15,-13 13 2 16,0 7 21-16,0 2 17 16,0 0 10-16,0 0-38 0,0 9-12 15,4 15-6 1,16 3 5-16,3 5 1 0,-6-4 0 16,-2-7-1-16,2-2-25 15,-2-8-25-15,3-9-11 16,-18-2-48-16,6 0-1 15</inkml:trace>
  <inkml:trace contextRef="#ctx0" brushRef="#br0" timeOffset="33896.4545">17112 3039 42 0</inkml:trace>
  <inkml:trace contextRef="#ctx0" brushRef="#br0" timeOffset="34181.0395">17112 3039 42 0,'244'-41'107'0,"-244"41"-98"0,0 35 31 0,0 8 10 16,0 9-31-16,0-3-15 15,0-9 11-15,0-6-8 0,0-19 3 16,0-6 3-16,0-9-1 16,4 0-5-16,7 0 12 15,-7-3-14-15,5-22-4 16,0-11 2-16,6-1-2 16,8 0-1-16,-1-6 0 15,12 14-3-15,-13 5 2 16,-6 10-1-16,-6 12 2 15,-9 2 2-15,0 0 3 16,4 0 7-16,7 2-9 16,2 18-2-16,11 7 6 15,-7 3-6-15,-2 3 1 0,4-2-2 16,-6-3-5-16,6-1-18 16,3-3-29-16,1-7-45 15,-18-15 31-15,-5-2-72 16</inkml:trace>
  <inkml:trace contextRef="#ctx0" brushRef="#br0" timeOffset="34601.701">17768 2935 67 0,'-24'-18'155'0,"24"14"-149"0,0 1 50 15,0 3 3 1,0 0-53-16,0-1-5 0,28 1-1 16,15 0 10-16,-2 0-5 15,-9 0-2-15,5 0-3 16,-10 15 0-16,-3 5-2 16,-9 4-1-16,-15 3-3 15,0 8 3-15,0 0 3 16,0 1 4-16,-28 0 2 15,-4-5 4-15,8 3 5 16,5-7 6-16,6-5-2 16,7-4-3-16,6-4-1 0,0-3-6 15,0-6-1 1,0 1-5-16,0-3-2 0,0-2-1 16,19-1-1-16,13 0-1 15,15 0-11-15,14 0-21 16,3 0-19-16,9-18-24 15,-50 4-66-15,-3 3-8 16</inkml:trace>
  <inkml:trace contextRef="#ctx0" brushRef="#br0" timeOffset="34954.7814">18351 2962 127 0,'0'-53'43'0,"0"33"1"15,0 9 39-15,-4 11-16 16,-20 0-27-16,5 0-28 15,-4 6-2-15,1 31-10 0,-1 15 0 16,-5 8 0-16,8 0 6 16,8-5-1-16,1-12-1 15,11-14-1-15,0-9-3 16,0-9-4-16,0-11-4 16,0 0-4-16,6 0-4 15,11 0 2-15,3-11 0 16,3-18-3-16,-1-2 9 15,1-6-7-15,-3 7-7 16,-3 4-2-16,-11 13 16 16,-2 9 8-16,-4 4 24 15,0 0 11-15,0 0-20 0,0 24-11 16,9 10 1-16,6 0 11 16,2 6-9-16,11-2-6 15,4-1-1-15,0-2-1 16,1 3-3-16,-27-32-78 15,-2-4-41-15</inkml:trace>
  <inkml:trace contextRef="#ctx0" brushRef="#br0" timeOffset="35874.4843">19128 3299 143 0,'0'6'16'16,"0"-6"-9"-16,4-8 36 15,24-25-6-15,4-4-26 0,-4-3-8 16,-9 3 10-16,-6-4 12 16,-4 0-9-16,-9-2-9 15,0 5-7-15,0 8-4 16,-17 14 0-16,-11 10 3 15,0 6 1-15,-4 3 2 16,0 37 1-16,4 18 0 16,0 0 9-16,8 7 5 15,16-8-2-15,4-7 7 16,0-8-4-16,0-10-1 16,13-11-6-16,21-11 0 15,-1-4-6-15,-1-6-3 16,0 0-1-16,9 0-1 15,2-19-6-15,-3-20-20 0,7-11 5 16,-2-3-8-16,-2-13-9 16,-10-5-7-16,-16-7 2 15,-7-10 7-15,-10 3 19 16,0 0 5-16,0 22 8 16,-15 25 4-16,7 22 21 15,-1 16 27-15,3 0-2 16,2 19-32-16,-5 28-7 15,9 19-1-15,0 15 18 16,0 4-10 0,0 3 1-16,28-6-2 0,4-2 1 15,4-16-4-15,7-19-6 16,-6-12-4-16,-1-15 0 0,1-12-4 16,-5-6-6-16,7 0-8 15,-3-28-2-15,0-18 2 16,-3-11-12-16,-5-9-36 15,-13 7-8-15,-15 8-10 16,0 19 26-16,0 18 58 16,-11 14 24-16,-17 0 50 15,-4 14-38-15,0 18 15 16,4 5 4-16,4 2-13 16,7 0-2-16,13-10-5 15,4-1-11-15,0-6-6 16,0-4-7-16,0 3-7 0,32-4-3 15,4-3-1-15,11-3-7 16,-6-7-15-16,15-4-14 16,0 0-14-1,-33 0-44-15,-5-4-61 0</inkml:trace>
  <inkml:trace contextRef="#ctx0" brushRef="#br0" timeOffset="36310.4759">20269 2951 120 0,'-37'-34'65'16,"5"34"5"-16,4 0 5 16,0 4-41-16,1 26-19 0,-6 14-2 15,6 0 6 1,9-4-3-16,-1-2-4 0,4-12-5 16,11-3-6-16,4-4-1 15,0-8-4-15,0 0-10 16,0-2-10-16,15-5-10 15,21 5 10-15,5 2 7 16,6 4-1-16,5 18 3 16,8 11 9-16,8 7-4 15,-3 15 7-15,-1-2 2 16,-21 7 2-16,-11-7-1 16,-23-1 3-16,-9-9-2 15,0-9 8-15,-17-8 12 16,-26-7-1-16,-9-14 3 15,3-7-13-15,2-9-5 0,2 0 12 16,2-9-1-16,2-22-12 16,-6-6 1-16,6-5-5 15,5-3-1-15,8 4-4 16,17 7 0-16,11-3-8 16,0-3-7-16,28 0-15 15,28-8-26-15,-24 28-29 16,-4-2-34-16</inkml:trace>
  <inkml:trace contextRef="#ctx0" brushRef="#br0" timeOffset="36573.5825">20524 3137 128 0,'24'-9'13'16,"-24"9"-10"-16,0 22 5 0,4 13 22 16,0-3-20-16,-4 2-1 15,0-8 13-15,0-9 6 16,0-3 6-16,0-13 0 15,0-1-5-15,0 0-3 16,0 0 6-16,0-1 1 16,0-28-10-16,0-3-15 15,0-13-8-15,0-15 1 16,0-6-1-16,0-4 0 16,0 9-13-16,0 18-16 15,9 17-11-15,23 15-8 16,-17 11-64-16,-2 0-67 15</inkml:trace>
  <inkml:trace contextRef="#ctx0" brushRef="#br0" timeOffset="37059.6616">20944 2987 137 0,'0'-28'5'16,"0"4"-5"-16,0 6 60 15,0 7-24-15,-12 7-7 16,-16 4-6-16,0 0 1 16,-4 18-13-16,0 21-6 0,4 14-4 15,0 3 7-15,13-5-2 16,6-2 0-16,9-10 6 16,0-6 2-16,0-15-11 15,0-4-1-15,17-11-2 16,7-3-1-16,4 0-1 15,0 0-3-15,8-17-12 16,-4-14-1-16,7-9-3 16,-3-10-18-16,-8-8-11 15,0-12 12-15,-15-6-10 16,-13-5 11-16,0-9 22 16,0 5 13-16,-9 15 4 15,-14 24 36-15,6 24 26 0,2 20 19 16,6 2-16-1,5 0-24-15,4 19-27 0,0 24-5 16,0 17 3-16,0 6-4 16,0-3-2-16,0 1-2 15,0-7-1-15,21-9-5 16,14-7 0-16,-3-12-10 16,4-5-18-16,1-7-22 15,-1-11-11-15,-25-6-18 16,2 0-32-16</inkml:trace>
  <inkml:trace contextRef="#ctx0" brushRef="#br0" timeOffset="37361.6277">21341 2873 117 0,'0'-3'96'16,"0"3"-87"-16,0 14 20 16,-13 26 19-16,-2 4-17 15,3 2-15-15,3-3 6 16,9 1-1-16,0-8-8 15,0-7-6-15,0-4-3 16,21-11-2-16,7-8-2 16,0-6 0-16,4 0-2 15,-4 0-1-15,4-13-6 16,-4-19 4-16,0-9 2 16,-9-8-1-16,-6 0 0 15,-13 0 3-15,0 6 1 16,0 5-2-16,-40 11-5 0,-16 14-5 15,-4 13-21 1,0 0-6-16,0 16-28 0,36 6-25 16,-4 0-28-16</inkml:trace>
  <inkml:trace contextRef="#ctx0" brushRef="#br0" timeOffset="37899.9521">20168 2955 87 0,'13'-6'89'16,"-13"2"-64"-16,0 4 6 16,0 0 13-16,0 0-23 15,0 0-14-15,0 6-7 16,4 30 3-16,3 13 10 15,-3 6 8-15,0-3-7 16,-4 3-5-16,5-8-4 0,-5-7-5 16,4-4 0-1,0-10-4-15,3-9-22 0,5-11-28 16,-7-6-33-16,-1 0-10 16</inkml:trace>
  <inkml:trace contextRef="#ctx0" brushRef="#br0" timeOffset="38118.2088">20548 2631 170 0,'4'-32'114'0,"-4"26"-68"15,4 6 14-15,-4-3-17 16,0 1-37-16,0 2-3 0,0 0-3 15,0-3 0-15,0 3-16 16,0 0-19-16,0 0-28 16,0 0-59-16,-15 0-3 15</inkml:trace>
  <inkml:trace contextRef="#ctx0" brushRef="#br0" timeOffset="39737.42">1626 5888 113 0,'0'0'19'0,"11"0"19"16,-5 0 32-16,-4-20-35 0,7 0-5 15,-9 0 0-15,8 4-5 16,-5-3-8-16,-3 2-3 16,6 1-3-16,-6 3-1 15,0-1-3-15,0 1-3 16,0 8-1-16,0-2 0 15,0 6-3-15,0 1 0 16,0 0 0-16,0 0-6 16,0 0 2-16,0 0-5 0,0 0 2 15,0 11 0-15,0 4 3 16,0 3 4-16,0 0-1 16,0-6-1-16,0 6 1 15,0 1 0-15,0 1 1 16,2 3 0-16,11 1 0 15,2-5 1-15,-6-6-1 16,1-1-1-16,-1-6 0 16,-3 0 1-16,-6 0 0 15,3-2 0-15,-3-4 0 16,0 0 0-16,4 0 0 16,0 0-1-16,7 2-4 15,2 3 4-15,2 1 1 16,-2-4 2-16,-5 4-2 15,3-6 1-15,-7 0-1 16,0 3 0-16,3-3 0 0,1 3 0 16,1-3 0-16,2 3 0 15,2-3 0-15,-5 0 2 16,1 0 0-16,2 0-2 16,-3 0 0-16,7 0 1 15,4 0 1-15,-8 0 0 16,6 0-2-16,-6 0-1 15,-5 0-5-15,7 0-8 16,-6-9-17-16,6-5-7 16,-13 3-13-16,0-1-53 0</inkml:trace>
  <inkml:trace contextRef="#ctx0" brushRef="#br0" timeOffset="40554.9314">1720 5868 50 0,'0'0'27'16,"0"0"10"-16,0 0-1 16,0 0-2-16,0 0-1 15,0 0 1-15,0 0 2 16,0 0-11-16,0 0-7 16,0 0-3-16,0 0-7 15,0 0-5-15,0-10-3 16,0 0 1-16,0-6 0 0,0 5-1 15,0-7-1-15,7 0 0 16,-7-1 0-16,2 2 0 16,4-1-3-16,-6 5 1 15,0-1 1-15,0 3-1 16,0 5 2-16,0 1 0 16,0 5 0-16,0-3-2 15,0 3-1-15,0 0-1 16,0 0 2-16,0 0-1 15,0 0 2-15,-6 0 1 16,4 0 1-16,2 0 1 16,-7 0 2-16,1 0 1 0,6 0-1 15,-7 0-3-15,-1 0-2 16,1 14-1-16,1 8-14 16,6 5-24-16,0 1-18 15,0-19-15-15,0-7-42 16</inkml:trace>
  <inkml:trace contextRef="#ctx0" brushRef="#br0" timeOffset="40899.2218">1973 5231 101 0,'0'-11'71'16,"0"11"-29"-16,0 0-6 16,0 0-10-16,0 31-18 15,0 17-7-15,7 19 18 16,14 10 7-16,7-2-7 15,7-1-3-15,1-7-4 16,-6 3-10-16,4-6-1 0,-8-2 0 16,2-9-1-1,0-8-7-15,4-13-25 0,13-10-33 16,4-8-8-16,-31-14-30 16</inkml:trace>
  <inkml:trace contextRef="#ctx0" brushRef="#br0" timeOffset="41268.008">2945 5595 125 0,'-11'-6'64'0,"11"6"-38"16,0 0 2-16,0 17-26 15,35 27 1-15,5 4 17 16,8 1-12-16,3-6 3 16,-10-12-3-16,2-9-3 15,-13-7-2-15,-11-11-2 16,-4 0 1-16,-13-4 2 16,-2 0 7-16,9 0 8 15,-9 0 0-15,2-5-7 16,4-25 4-16,3-16-1 15,4-6-10-15,-5-2-4 16,-1 8-1-16,-5 8-1 16,-2 4-10-16,4 7-5 15,11-3-8-15,13 9-23 0,-19 21-41 16,8 0-48-16</inkml:trace>
  <inkml:trace contextRef="#ctx0" brushRef="#br0" timeOffset="41649.5096">3782 5612 46 0,'25'7'99'16,"-25"-7"-53"-16,0-3 11 15,0-21-21-15,0-3-29 16,0 4-1-16,0 5 2 16,0 8 2-16,0 7-5 15,-13 3 2-15,7 0-3 16,0 0-4-16,-3 19-7 15,9 29-4-15,0 14-2 0,0 6 3 16,0-6-3-16,0-11 11 16,21-17-2-16,3-9-7 15,4-14-2-15,-9-10 7 16,-10-1-4-16,-1 0 10 16,1 0 1-16,-9-4 12 15,0-22-1-15,0 2-1 16,0-4-4-16,0-3 0 15,0 1-2-15,0-1 6 16,0-3-3-16,0 5 2 16,0 0 1-16,0 0-8 15,0 10-3-15,0 2-6 0,0 8-29 16,30-1-23-16,-13 10-37 16</inkml:trace>
  <inkml:trace contextRef="#ctx0" brushRef="#br0" timeOffset="42129.0512">4442 5503 115 0,'0'-11'30'16,"0"-1"8"-16,0 7 7 16,-11-1-25-16,-10 6-4 15,6 0 1-15,-4 0-13 16,-7 28-4-16,9 17-3 0,4 10-1 15,4 3 3-15,9-6 1 16,0-12 1-16,0-11 4 16,0-12-5-16,0-7-1 15,2-6-2-15,7-4 0 16,8 0-3-16,-6 0 0 16,6-11 4-16,-2-25 2 15,9-13 0-15,-5-7 0 16,-6-10-5-16,2-5-6 15,-15-7-9-15,0-1 1 16,0-2 5-16,0 8 11 16,-11 16 3-16,0 24 12 0,-6 20 31 15,9 13 1-15,8 0-20 16,-2 0-12-16,2 24-12 16,0 27 1-16,0 21-1 15,0 11 1-15,15-5 2 16,8 2 0-16,5-11-1 15,4-2-1-15,-4-8 1 16,6-10-2-16,11-6-14 16,7-10-41-16,8-14-8 15,-30-19-26-15,-13 0-28 16</inkml:trace>
  <inkml:trace contextRef="#ctx0" brushRef="#br0" timeOffset="42468.3885">4950 5500 141 0,'-32'0'14'0,"13"0"25"16,0 0 5-16,10 18-26 15,1 16-16-15,5 9 8 16,3 1-1-16,0-1-2 16,0-7 0-16,0-10-1 15,0-10-5-15,0-13-1 16,0-3-3-16,0 0 3 15,11 0 0-15,0 0 0 16,8-27 3-16,3-11-3 16,-3-9-1-16,2 4-6 15,-14 11 2-15,-3 14 3 0,-4 12 2 16,0 6 1 0,0 0 5-16,0 0-6 0,4 26-13 15,11 12 7-15,11 3 5 16,-11-5-12-16,9-9-20 15,4-11-12-15,-20-16-31 16,3 0-23-16</inkml:trace>
  <inkml:trace contextRef="#ctx0" brushRef="#br0" timeOffset="43556.4505">5309 5500 132 0,'-37'0'10'15,"18"0"3"-15,10 23 24 0,3 12-24 16,6 7-10-16,0 8 5 16,0-4-4-16,0-3 0 15,0-12 6-15,0-8-3 16,6-13-7-16,3-6 1 16,-5-4 1-16,11 0 4 15,4-8 1-15,9-28 3 16,0-12-1-16,2-16-8 15,-8-3-1-15,1-6-8 16,-12-3 0-16,-11-1 1 16,0-1 3-16,0 7 4 0,-39 15 0 15,12 18 9-15,9 21 23 16,8 14-11-16,1 3-3 16,9 0-14-16,-2 0-4 15,2 29-6-15,0 24 3 16,0 12 2-16,0 9 0 15,0-2 2-15,21-4-1 16,5-1 0-16,-2-12 0 16,4-3 0-16,12-14-1 15,-3-17-2-15,1-6-16 16,14-15-21-16,-1 0 10 16,-1 0-8-16,3-17 8 0,-16-15-8 15,-9-4 23 1,-9 1-15-16,-17 9 30 0,-2 3 5 15,0 11 21-15,0 5-2 16,-2 7 10-16,-13 0 6 16,2 0-4-16,5 0-22 15,-3 0-5-15,4 8 1 16,5 10 4-16,-4 12 1 16,6 10 2-16,0 3-9 15,0-2-2-15,0-4-4 16,0-7-2-16,0-12 0 15,8-6-2-15,20-6-2 16,9-5-3-16,8-1-3 16,4 0-1-16,13 0-9 15,-4 0-1-15,2 0 1 0,-15 0-16 16,-8 0 1-16,-11 0 19 16,-18 0 11-16,-8 0 5 15,0 0 35-15,0 0 21 16,0-7-7-16,-6-17-15 15,-7-6-12-15,-2-5-8 16,-2-10-9-16,6-2-5 16,11 0-3-16,0 5-5 15,0 9-19-15,15 10-25 16,24 15-13-16,6 8-4 16,2 0-1-16,-7 0 32 15,-12 5 21-15,-13 11 17 0,-12 4 14 16,-3 3 36-16,0 1 4 15,0 7-16-15,0 7-13 16,0 5-7-16,0-2-8 16,0-2-4-16,0-8 1 15,0-5 5-15,19-12-4 16,-4-6-5-16,4-5 3 16,0-3 8-16,-4 0-7 15,9 0 0-15,4-9 0 16,0-13-1-16,-2-8-6 15,-16 3 0-15,-1 1-2 16,-9 1 2-16,0 2 0 16,0 3 3-16,0-4 3 0,-32 1 6 15,0 3-3-15,4 7-6 16,-5 6-3-16,18 7-9 16,-4 0-12-16,13 0-27 15,6 0-37-15,0 0-94 16</inkml:trace>
  <inkml:trace contextRef="#ctx0" brushRef="#br0" timeOffset="44043.7434">7822 5185 166 0,'-12'0'44'0,"12"6"-41"15,0 30 26-15,0 6-16 16,12 8-4-16,31-3 13 15,-2-1-3-15,-4-5-3 16,-1-4-9-16,-8-13 1 16,-2-4 0-16,-14-13-5 15,-5-1 0-15,-5-6 0 0,-2 0 2 16,0 0 6-16,0 0-1 16,0 0 9-16,0 0 2 15,0-5 4-15,0-14 7 16,0-12-8-16,0-12-8 15,-13-6-4-15,-2 3-7 16,13 2-4-16,2 8-1 16,0 7-2-16,0 2-8 15,0 5-17-15,2-1-17 16,32 11-13-16,-3 4-3 16,5 3-17-16,-19 5-21 15,-6 0-48-15</inkml:trace>
  <inkml:trace contextRef="#ctx0" brushRef="#br0" timeOffset="44477.096">8414 5148 132 0,'0'0'44'0,"-8"0"23"15,-7 0 1-15,6 2-36 16,-4 7-12-16,-2 9-5 15,2 12-15-15,-6 8-2 16,4 7 2-16,11-1 0 16,4-9 0-16,0-4 2 0,0-15-2 15,0-6-1-15,0-7-2 16,0-3-1-16,4 0-3 16,11 0 0-16,4-3 5 15,3-18-4-15,6-6 0 16,0-6-6-16,-9-2-5 15,-2 2 2-15,-6 9 4 16,-7 13 11-16,-4 9 0 16,0 2 17-16,0 0 9 15,0 0-18-15,0 25-6 16,0 15-2-16,0 3 0 16,0-3 1-16,0-2-1 15,0-8 0-15,11-8 0 16,2-10-2-16,-5-9-1 0,1-3 1 15,17 0-19-15,2-15-20 16,-20-7 13-16,11-5-76 16</inkml:trace>
  <inkml:trace contextRef="#ctx0" brushRef="#br0" timeOffset="44716.6112">8747 4581 232 0,'-4'-31'17'0,"4"31"6"16,0 0 15-16,0 38-34 15,0 22 5-15,0 10 17 0,4 4-3 16,-4 4-7-16,4 1-7 16,5 0-4-16,-3 2-3 15,-2-5-2-15,5-8-1 16,10-13-17-16,-6-15-14 15,15-16-24-15,-17-24-40 16,-3 0-43-16</inkml:trace>
  <inkml:trace contextRef="#ctx0" brushRef="#br0" timeOffset="45041.2561">9054 5182 137 0,'0'0'54'0,"-5"34"-53"16,-3 8 49-16,1 8-19 15,3-8-26-15,4-4 14 16,0-2 5-16,0-11-2 16,0-7-8-16,0-7-7 15,11-9 2-15,6-2-3 16,4 0-5-16,7 0-1 16,4 0 0-16,-8-13-3 15,4-8-2-15,-11-3-3 16,-8-4 3-16,-3 0 5 15,-6 3 1-15,0-6 2 16,0 4-2-16,-13 6 3 16,-15 1 2-16,-2 9-2 0,4 7-4 15,7-1-2-15,17 5-5 16,-4 0-14-16,6 0-23 16,0 0-41-16,0 0-53 15</inkml:trace>
  <inkml:trace contextRef="#ctx0" brushRef="#br0" timeOffset="45327.6565">9603 5492 60 0,'8'35'83'15,"-8"-32"-65"-15,0-3 52 16,0 0 8-16,7 0-33 15,-7 0-7-15,0-16 4 16,0-8-20-16,0-7-18 16,0 1 0-16,0 1-4 15,0-7 0-15,0 4-1 16,0-1 0-16,19 8-1 16,11 2-1-16,-4 3-9 15,2 7-20-15,-7-1-11 16,-4 2-14-16,-13 12-28 15,-4-1-77-15</inkml:trace>
  <inkml:trace contextRef="#ctx0" brushRef="#br0" timeOffset="47177.8558">11269 5000 103 0,'-34'-5'78'0,"25"5"-64"16,5-3 40-16,4 3 1 16,0 0-32-16,0 0-12 15,0 0 0-15,-9 0 6 16,-6 0-8-16,-4 0-9 15,-2 11-1-15,10 11-2 16,2 3-2-16,9 5 2 16,0-4 0-16,0 7-1 15,9-4-2-15,23 5 4 16,15-5 1-16,-2-2 1 0,2-2-2 16,-10-9 2-1,-9 1 0-15,-9-3 0 0,-10-7 0 16,-9-1 0-16,0-4 0 15,0 3 5-15,0 3 10 16,-5 3-2-16,-27 0-9 16,-11-3 8-16,3-2-4 15,-3-3-6-15,-2-3-2 16,4 0 0-16,2 0-16 16,18-3-15-16,14-25-23 15,7 16-29-15,0-5-87 16</inkml:trace>
  <inkml:trace contextRef="#ctx0" brushRef="#br0" timeOffset="47568.354">11518 5207 136 0,'21'2'16'0,"-16"-2"14"15,5 0 20-15,8 0-23 16,1-13-18-16,4-10 5 15,1-2-10-15,-11 3-4 16,-2 2-2-16,-9 1-5 16,-2 6 3-16,0 1 2 15,0 4 1-15,0 8-2 16,0 0 0-16,0 0 3 16,-13 0 0-16,-4 16 0 0,-7 18 0 15,1 6 6 1,-1 7 5-16,5 0-3 0,10-5 7 15,5-6 5-15,4-11-3 16,0-5-4-16,0-3-1 16,0-7-1-16,8 2 2 15,25-7-5-15,5 1-1 16,7-6-4-16,2 0 0 16,9 0-3-16,4 0 0 15,13-3-23-15,11-14-29 16,-56 9-50-16,4 0-32 15</inkml:trace>
  <inkml:trace contextRef="#ctx0" brushRef="#br0" timeOffset="48001.356">13056 5069 118 0,'19'1'45'15,"-6"-1"-33"-15,6 0 35 16,1-1-4-16,1-21-13 16,7-2-12-16,-13-7 4 15,4 5 0-15,-6-4-13 0,-9 2 4 16,-4-3-11-16,0 8 2 15,0-2 1-15,-12 9 1 16,-27 6-6-16,11 10-2 16,-8 0 2-16,8 0 0 15,0 13-4-15,0 18-1 16,6 10 5-16,7-4 1 16,11 0 1-16,4-4 6 15,0 0-2-15,0-7-1 16,0-4-3-16,0-5 0 15,24-4-2-15,8 1-5 16,0-8-8-16,5-2-14 16,-5-4-15-16,0 0-17 0,-17 0-19 15,-11-6-58-15</inkml:trace>
  <inkml:trace contextRef="#ctx0" brushRef="#br0" timeOffset="48087.9179">13056 5069 51 0</inkml:trace>
  <inkml:trace contextRef="#ctx0" brushRef="#br0" timeOffset="48357.8167">13056 5069 51 0,'255'-81'25'0,"-242"81"-2"0,6 0 8 0,5 21-21 16,4 8 4-16,-5 3 3 16,-8-7 13-16,-13-3-18 15,3-9 16-15,-5-4 1 16,0-9-6-16,0 0-2 16,0 0-5-16,4 0-3 0,-4 0 7 15,0-15-1-15,0-11-4 16,0-3-15-16,0-6 0 15,0 1 0-15,6 3-1 16,7 4-1-16,7 10 1 16,-8 6 0-16,-7 11 1 15,-1 0 1-15,9 0 8 16,-11 0-6-16,17 7-2 16,3 14 4-16,-3-1-2 15,9 5-1-15,-9-3-2 16,-2-3-2-16,-2 0-4 15,7-5-16-15,2-1-7 16,8-11-52-16,-22-2-43 16,-1 0-19-16</inkml:trace>
  <inkml:trace contextRef="#ctx0" brushRef="#br0" timeOffset="49045.5566">14175 4857 85 0,'0'-17'97'16,"0"16"-81"-16,0 1 40 15,0 0-1-15,0 0-29 16,0 0-3-16,-4 0 1 0,0 0 1 16,-7 5-10-1,-2 21-12-15,-2 12-3 0,7 5 8 16,3 4-2-16,5-7-1 15,0-2 2-15,0-5 0 16,0-12-5-16,0-1 2 16,9-9-3-16,10-11-1 15,1 0-2-15,-3 0-1 16,11 0-1-16,-1 0 1 16,10-31 0-16,6-9-1 15,2-14-4-15,-7-6-3 16,3 1 6-16,-13-1 2 15,-4 7-4-15,-9 15 6 16,-9 20 1-16,1 15 2 16,-3 3 4-16,-4 0 5 0,4 6-11 15,5 21-1-15,6 8-2 16,6 4 3-16,-2-3 0 16,5-7 0-16,0-4 0 15,-11-9 1-15,6-4-2 16,-15-9 1-16,5-3-2 15,-5 0 2-15,-4 0-2 16,0 0-11-16,4 0 0 16,11-15 6-16,9-18-3 15,-1-4-6-15,3-5 4 16,-2 9 6-16,-5 8 3 16,-10 17 3-16,-5 8 0 0,-4 0 11 15,0 0 8 1,0 0-14-16,0 0 0 0,11 16-3 15,6 10 6-15,2-1 3 16,0 5-8-16,3 4 0 16,-3-7 0-16,5 4-3 15,-7-8 0-15,9 4-3 16,-5-5-25-16,13-9-12 16,-3-5 25-16,-23-8-120 15,3 0-3-15</inkml:trace>
  <inkml:trace contextRef="#ctx0" brushRef="#br0" timeOffset="49509.0042">15160 4839 15 0,'0'15'172'0,"0"-12"-164"16,0-3 18-16,0 0 26 15,0 0-27-15,0 0-16 0,4 0 14 16,11-11-4-16,2-8-7 15,-6-5-5-15,2 1-7 16,-13 3 0-16,0-2-3 16,0 8-6-16,0 2-2 15,0 10 7-15,-17 2-2 16,-7 0 6-16,1 2 0 16,-1 34 3-16,11 10 1 15,9 4 3-15,4-2 2 16,0-2 7-16,0-4-1 15,8-10 1-15,20-8-8 16,-4-6-1-16,4-7-7 16,0-6-6-16,4-5-20 0,-4 0-26 15,-20 0-31-15,-3-9-44 16</inkml:trace>
  <inkml:trace contextRef="#ctx0" brushRef="#br0" timeOffset="49637.8256">15160 4839 137 0</inkml:trace>
  <inkml:trace contextRef="#ctx0" brushRef="#br0" timeOffset="49877.533">15160 4839 137 0,'227'0'42'0,"-218"0"-36"0,6 8 52 0,-2 26-14 0,2-4-24 0,-7 1 0 0,-3-7-7 16,-1-9-2-16,0-8 1 16,3-3-4-16,-7-4 2 15,4 0 2-15,-4 0 9 16,0-11-6-16,0-15-8 0,4-15-3 15,9-8-4-15,11-6-1 16,4 5-4-16,8 8 2 16,-8 12-2-16,-5 16 3 15,-14 13 1-15,2 1 1 16,-11 0 3-16,6 0 0 16,5 15-3-16,6 18 2 15,2 6 5-15,5-5-4 16,-5 1-2-16,-6-5-1 15,2-8 0-15,-2-8-4 16,-2-9-5-16,-3-5-18 0,5 0-18 16,2 0-41-1,-11 0 21-15,5-12-51 0</inkml:trace>
  <inkml:trace contextRef="#ctx0" brushRef="#br0" timeOffset="50108.6951">15915 4275 228 0,'4'-29'104'0,"0"29"-101"15,9 0 4-15,2 16-1 16,9 30-3-16,4 17 11 16,-11 11 1-16,2 8-5 15,-4 1 3-15,-6 1-6 0,-5-5-2 16,9-8-5-16,6-13 0 15,-6-9-1-15,-2-19-12 16,-7-13-34-16,-4-17-30 16,0 0-72-16</inkml:trace>
  <inkml:trace contextRef="#ctx0" brushRef="#br0" timeOffset="50484.461">15936 4631 191 0,'-4'-31'88'16,"4"27"-84"-16,0 1 24 16,0 3 1-16,19-1-29 0,26 1 8 15,3 0 10-15,12 0 2 16,0 0-3-16,-5 0-10 16,-3 0-6-16,-11 0-1 15,-9 0-6-15,0 4-18 16,-4 15-6-16,-5 8 3 15,-3 4 17-15,-12 0 6 16,-3-1 3-16,-5-4 1 16,0-1 0-16,0-11 1 15,0-3 4-15,0-5 3 16,0-6 4-16,0 0 7 16,0 0 5-16,0 0 4 0,0-12-19 15,-13-12-3-15,-2-5-6 16,6-4-7-16,9-5 0 15,0 4-10-15,0-2-13 16,24 7-23-16,21 6-26 16,-26 21-25-16</inkml:trace>
  <inkml:trace contextRef="#ctx0" brushRef="#br0" timeOffset="50941.0139">16768 4523 192 0,'0'-3'53'15,"0"1"-14"-15,0-4 28 16,0 6-29 0,0 0-15-16,-12 0-8 0,-3 0-10 15,-7 22-5-15,-6 18 0 0,5 12 2 16,-1 6 2-16,7-2-2 16,6-4 3-16,3-10-2 15,8-6-1-15,0-11-1 16,0-12-1-16,0-4 0 15,0-6-1-15,0-3 0 16,8 0-2-16,7 0-3 16,2-3 0-16,7-25-5 15,0-7-3-15,-1-3 8 16,-6 0-1-16,-2-9-2 16,-6 7 0-16,-5-1 4 15,-4 14 3-15,0 14 2 0,4 7 3 16,-4 6 8-16,7 0 6 15,-7 0 1-15,4 0-7 16,5 3-9-16,-1 21 4 16,3 12 7-16,-2-4-2 15,-5 3-7-15,0 1-2 16,1-10-1-16,5 1-1 16,7-4-2-16,11-1-21 15,-4-2-31-15,4-6 10 16,-20-14-107-16,-8 0-41 15</inkml:trace>
  <inkml:trace contextRef="#ctx0" brushRef="#br0" timeOffset="51211.4835">17140 4921 167 0,'8'0'24'16,"11"0"16"-16,5 0 33 15,8-19-8-15,-4 6-15 16,-11 1 1-16,-6 12-20 15,-7 0 6-15,-4 0 1 16,0 0-35-16,0 0-2 16,0 0 3-16,0 0-2 15,0 0-1-15,0 0-1 16,0 0 2-16,0 0-2 16,0 0 0-16,0 0-9 0,0 0-13 15,0 0-10 1,0 0-8-16,0 18-9 0,-4-5-16 15,-2-13-25-15,-7 0 79 16</inkml:trace>
  <inkml:trace contextRef="#ctx0" brushRef="#br0" timeOffset="58215.0947">18499 6240 275 0,'-19'-18'2'15,"19"13"27"-15,0 1 18 16,0 2-25-16,0 2-8 16,0 0 8-16,0 0 4 15,0 0-4-15,0 0 32 16,0 0-47-16,0 0 1 0,0 0 2 15,0 0-8 1,0 0 0-16,0 0-2 0,0 0-2 16,0 0-1-16,0 0-1 15,0 8-3-15,0 27 1 16,0 18 6-16,0 17 2 16,0 13-2-16,9 20 0 15,6 16 1-15,-2 14 1 16,6 21-2-16,4 13 1 15,5 18-1-15,9 16 2 16,19 17-2-16,4 8 1 16,13 17 4-16,6 24 0 15,5 2 2-15,-7-3-1 0,-6 1-3 16,-7-26 7-16,-8-11-3 16,-7-9-1-16,-2-21 3 15,-15-29-6-15,-4-25 1 16,-4-31-1-16,-16-27 1 15,1-16-3-15,2-21 1 16,-7-8-2-16,0-13 0 16,5-1-1-16,-9-11 1 15,6-5 0-15,-6-8 0 16,0-5 1-16,0 0-1 16,0 0 0-16,0 0-4 15,0 0-9-15,0 0-6 16,0 0-4-16,0 0-6 15,0 0-24-15,0-7-23 0,0-4-75 16</inkml:trace>
  <inkml:trace contextRef="#ctx0" brushRef="#br0" timeOffset="59225.7267">16275 10598 177 0,'0'4'43'0,"0"-4"-6"16,0 0 6 0,0 0-18-16,0 0-9 0,0 0-1 15,0 0-8-15,32 0-1 16,24-17 12-16,32-8-4 15,17-1-4-15,35-10 2 16,35-2 4-16,25 1-11 16,29-1-4-16,40 0-1 15,42-3 0-15,30-3 0 16,25-4 1-16,12-2-2 16,1 0 2-16,-3-4 0 15,8 7-1-15,13 4 0 16,-5 7 1-16,-8 11-1 15,-24 9-1-15,-40 8 1 0,-43 1 0 16,-42-1 0-16,-44-3 0 16,-38 2 0-16,-38-2 0 15,-31 6 1-15,-20-1-1 16,-19 4 0-16,-6-1 1 16,-11 0-1-16,-7 0 2 15,3-3 5-15,0 4-1 16,3-3 0-16,-9 2 1 15,1-1-3-15,0 3-2 16,-10 1-1-16,-5 0 1 16,0 0 1-16,-4 0 3 15,0 0 0-15,0 0-3 0,0 0 0 16,0 0-2-16,0-3 0 16,0 3 0-16,0-3 0 15,0 3-1-15,0 0 0 16,0-5-10-16,0-1-8 15,-8-6-6-15,-52-2-47 16,28 6-14-16,-16 5-63 16</inkml:trace>
  <inkml:trace contextRef="#ctx0" brushRef="#br0" timeOffset="61535.8603">17712 10067 93 0,'-13'11'77'16,"13"-11"-45"-16,0 0 19 15,0 0-18-15,18 0-17 16,24 0 6-16,3-4-1 16,16-5-7-16,9-2-1 15,7-2 8-15,16-4-2 0,5-6-4 16,3-1-3 0,-4-1-8-16,1 1-1 0,-5-3-2 15,-5 4 0-15,-1-8 1 16,-14 1-2-16,2-1 1 15,-10-2 1-15,-5 3 0 16,-9-3 0-16,-10 0 0 16,-9 1 2-16,-8 1 4 15,-7 2 5-15,2-6-5 16,-4-1 2-16,2-4-3 16,-1-4-3-16,1 1-2 15,2-1-1-15,-6 1-1 16,6 0 2-16,-10-4-2 0,1-1 1 15,-5 0 1-15,-5-8-1 16,0 3-1-16,0-8 0 16,0 0 0-16,0-4 0 15,0 1 0-15,0 5 0 16,0 7-1-16,0 6 0 16,0 3 1-16,-11 3 0 15,-2-5 0-15,5 6-2 16,-3-3 0-16,2-1 0 15,9-3 2-15,-4-3 0 16,4-3-2-16,0 2 1 16,0-3-2-16,0 7 3 0,-4 3 0 15,4 3 0 1,-5 1 0-16,5 4-1 0,0-1 1 16,0 1 0-16,0-2 0 15,0-8 0-15,0 5 0 16,0 0-1-16,0 2 1 15,0-2-1-15,0 6 1 16,0 1 0-16,0 0 0 16,5 1 1-16,3 0-1 15,-3-4 0-15,-5 4 0 16,4 1 0-16,-4 2 1 16,6-1-1-16,-1 4-1 15,-1-1 1-15,4 3 1 16,1-4-1-16,2-1 0 15,2 4 1-15,6-6 0 0,-2 2 0 16,-2 0 0-16,4-2-1 16,-10 9 3-16,4 1-3 15,-2-1 1-15,-3 3 1 16,1 2-2-16,1 2 1 16,-1 5 1-16,-5 0-1 15,5 1 0-15,-3 8 2 16,-6-5 0-16,5 3-2 15,-5 3 0-15,0 0-1 16,4 0-1-16,0-2 0 16,5-2-1-16,6-1-1 15,-7 2 3-15,12-1-1 0,-7 1 0 16,-5 0 1-16,7 0-1 16,-2 3-1-16,6 0 0 15,5 0 0-15,8 0 0 16,0 0 0-16,5 13 2 15,1 4-1-15,-6-4 1 16,-10 4-2-16,2 4 1 16,-1 3 0-16,1 6 1 15,4 6 0-15,-7 6 1 16,7 0 0-16,-4 5 1 16,-1-2-1-16,1 2 0 15,-7 4-1-15,-2 2 2 16,2-4-1-16,-2 5 0 0,-2 0 0 15,2-4-1-15,-2 2 1 16,2-4 0-16,-2 2-1 16,2-1 0-16,-2 0 0 15,2-1 1-15,-3-4 0 16,3-7 0-16,-6 1-1 16,0 1 0-16,-1-1 1 15,-1 1 0-15,6-3-1 16,-5 0 0-16,7 2 2 15,-6 2-2-15,6 2 1 16,-7 0-1-16,12 1 0 16,-8 0 2-16,3-6-2 0,-6-2 0 15,4 1 0-15,2-2 0 16,2 6 0-16,2-1 1 16,5 3-1-16,-7 0 0 15,11 2 0-15,0 3 0 16,4-7 0-16,-4-2 0 15,4 3-1-15,0-8 1 16,3 2 1-16,-7-3 0 16,-3-1-1-16,3-2 0 15,-4-5 1-15,4 1-1 16,-5 0 0-16,5-3 0 16,-11-5 1-16,3 3-1 15,-1-1 0-15,-6 0 0 16,2-2 0-16,2-6 0 15,-6 0 0-15,1 1 0 0,1 1 0 16,7 1 0-16,-1 3-2 16,9-1 2-16,0-2-1 15,-7 2 2-15,11-1-1 16,3 3 1-16,-3-2-1 16,4 0 1-16,1-1-1 15,-9-3 0-15,12 1 0 16,-1 1 0-16,2 4 0 15,10-5 1-15,1-1 0 16,-3-1-1-16,11-2 0 16,0-1 1-16,11 0 1 15,-2-6 1-15,3 4 0 0,8-3-1 16,-1 0 1-16,9-3-1 16,4 0 1-16,13 0 0 15,11 0-1-15,11 0 1 16,2 0-1-16,-5 0 0 15,-17-9 0-15,-19-4 0 16,-28 5-1-16,-28-1 0 16,-19 4-1-16,-13 3 0 15,0-3-8-15,0-1-11 16,0-5-16-16,-28 0-42 16,-8 3-31-16,-5 0 2 15</inkml:trace>
  <inkml:trace contextRef="#ctx0" brushRef="#br0" timeOffset="63658.6009">19628 6852 53 0,'0'-4'37'16,"4"1"0"-16,-4 3-11 16,0 0-8-16,0 0-6 15,0 0-2-15,0-1 2 16,0-3 3-16,0 4 7 0,0 0 4 15,0 0-2-15,0 0-3 16,0 0-6-16,0 0-9 16,0 0-4-16,0 0 0 15,0 0-2-15,0 0-2 16,0 0 1-16,0 5-1 16,0 15 2-16,0 12 2 15,0 12 2-15,8 7-1 16,7 9 1-16,-6 5 4 15,4 4-1-15,2 1 0 16,-7-2-1-16,1 5 8 16,10 3-9-16,1 3 4 0,-3 6-4 15,11 1 11-15,-5 1-9 16,5-4-6-16,0 1 2 16,-4-1-1-16,-3-8 0 15,-6-4-1-15,-6-1-1 16,1-1 1-16,-1-1-1 15,-5-5 1 1,5 3 1-16,-5-3-2 0,3-2 0 16,-3 0 0-16,4-7 0 15,-8-1 1-15,5-3-1 16,-5-4 0-16,4-2 0 16,-4-2 0-16,6 0 0 15,-1 5 0-15,-5-2 0 16,0 9 0-16,4 0 0 15,-4 0 1-15,0-1-1 0,0-5 0 16,0-3 0-16,0-9 0 16,0-3 0-16,0 1 0 15,0-8 0-15,0-1 0 16,-4-1 0-16,-7-3 1 16,7 3-1-16,-5 0 1 15,1 5-1-15,1-8 0 16,7 2 0-16,-8-4 0 15,8 7 0-15,0-2 0 16,-5 4 0-16,5 5 0 16,0 1 0-16,0 1 0 15,0 1 2-15,0 0-1 0,0-2-1 16,0-1 2-16,0-3 5 16,0-9-4-16,0-4-3 15,0-4 0-15,0-4 0 16,0 1 0-16,0-1 0 15,0-1 1-15,0 0-1 16,0-5 1-16,0 2-1 16,0-5 1-16,0 0 0 15,0 0 1-15,0 0-1 16,0 0-1-16,0 0-1 16,0 0 1-16,5 0-2 15,-1 0 1-15,-4 0 0 16,4 0 0-16,-4 0 1 15,0 0 0-15,7-5 2 16,1-8 3-16,-4-2-1 0,5 7-4 16,-3 6 0-16,-6 2 0 15,0 0-1-15,0 0-1 16,0 0-2-16,0 0-1 16,0 0-1-16,0 0 3 15,0 0 1-15,0 0 2 16,0 0 5-16,0 0 2 15,0-3 1-15,0-12-1 16,0-6-5-16,-10-5-1 16,10-4-1-16,0-9-1 0,0 2-1 15,4 2-2-15,43 2 1 16,5 5 1-16,-3 7 1 16,-6 4-1-16,-11 9 0 15,-19 4 0-15,-7 4-2 16,-6 0-3-16,0 0-4 15,0 12-3-15,0 13 8 16,0 0 2-16,-10-1 4 16,-22 2 0-16,-1-3 2 15,1-4-2-15,9-6 1 16,10-7 0-16,8-6 2 16,-1 0 5-16,6 0 1 15,0 0 8-15,0 0-4 0,0 0-11 16,0 0-2-1,0 0-1-15,0 0 0 0,0 0 0 16,0 0-1-16,0 0 1 16,0 0-1-16,0 0 0 15,0 0-3-15,0 3-4 16,0 6 5-16,0 0 1 16,0 1 0-16,0 0-1 15,-4-2 1-15,-5-1 2 16,5-3 1-16,4-4 0 15,0 0 3-15,0 0 2 16,0 0 2-16,0-23 10 16,0-4-17-16,-4-2-5 15,4 5 4-15,0 9-24 0,0 6-7 16,0 9-19-16,0 0-33 16,0 0-53-16</inkml:trace>
  <inkml:trace contextRef="#ctx0" brushRef="#br0" timeOffset="64679.163">19891 10834 73 0,'33'-26'195'0,"-33"23"-161"0,4 3 20 15,-4 0-16 1,0 0-31-16,0 0-3 0,0 0-4 16,0 0-3-16,0 14-3 15,0 23 6-15,0 19 8 16,0 9-4-16,0 4-3 15,0 4 1-15,-19-1-2 16,1-13 0-16,-1-12 0 16,10-15 0-16,3-16 0 15,6-7-1-15,0-9-2 16,0 0 3-16,0 0 3 16,0 0 16-16,0-18 0 15,0-11-2-15,11-14-12 16,21-10-4-16,9-10-1 15,10-8 0-15,1 1 0 0,3 1 0 16,-5 10 0-16,-3 14 0 16,-19 14 0-16,-11 14 1 15,-2 12-1-15,-11 2 1 16,-4 3 2-16,0 0-2 16,5 0-1-16,-5 0-1 15,4 0-5-15,-4 8 0 16,0 19 6-16,4 14 6 15,-4 9-2-15,0 6 1 16,0 12-4-16,0 5 1 16,-26 6 0-16,-8 0-1 15,6 2 1-15,2 0-1 0,-1-2-1 16,-1 2 0-16,0-7 0 16,4-1 1-16,1-7-1 15,5-15 0-15,-1-8 1 16,0-11-1-16,6-7 0 15,4-8 1-15,-1-1 1 16,1-6 1-16,1-2 5 16,-3 0 2-16,7-1-2 15,-1-6-2-15,5 2-1 16,-4 0-2-16,0-3 0 16,-1 2 0-16,5-2 1 15,-6 0 2-15,6 0 1 16,0 0-1-16,0 0-4 0,0 0 0 15,0 0-2-15,0 0 1 16,0 0 1-16,0 0-2 16,0 0 1-16,0 0-1 15,0 0-2-15,0 0-5 16,0 0-6-16,0 0-9 16,0 0-14-16,0 0-23 15,0 0-9-15,0-8-43 16</inkml:trace>
  <inkml:trace contextRef="#ctx0" brushRef="#br0" timeOffset="83692.3858">18420 9027 14 0,'-4'-23'205'0,"-5"21"-181"16,9-8 2-16,0 4 31 15,0 0-20-15,0-3-14 16,0 0-3-16,0 7 6 15,0-2 4-15,0 3-8 16,0 1-2-16,0 0-10 16,0 0-2-16,0 0-2 15,0 0-3-15,0 0-2 0,0 7 0 16,4 17 1-16,14 12 2 16,9 16 1-16,6 18-1 15,-1 15-1-15,6 15-2 16,3 19 0-16,-9 12 1 15,1 9 0-15,-10 1-2 16,1-6 1-16,-1-8 0 16,-1-16 1-16,1-13 3 15,1-12 1-15,4-5 0 16,-5-10-2-16,5-8 2 16,-6-12 0-16,1-14-3 15,-8-18 1-15,-6-2-1 0,0-6 1 16,-9-9 2-16,4 2 1 15,-4-2 0-15,0-2-1 16,0 0-3-16,0 0-1 16,0 0 0-16,0 0 2 15,0 0-3-15,0 0 0 16,0 0-1-16,0 0-2 16,0 0-10-16,0-11-10 15,0-18-13-15,0-16-22 16,0 19-51-16,0-4-63 15</inkml:trace>
  <inkml:trace contextRef="#ctx0" brushRef="#br0" timeOffset="84577.8605">21461 8690 113 0,'0'-4'42'0,"0"-1"10"16,0-1 23-16,0 6-13 16,0 0-18-16,0 0 1 15,0 0-5-15,0 0-8 16,0 0-6-16,0 20-5 16,0 19-8-16,0 28-3 15,11 26 4-15,21 28 1 16,13 8-7-16,3 18 0 15,7 8-1-15,-3 4-5 16,-3 11 1-16,7-6-3 0,8-7 1 16,3-18 0-16,-14-27 1 15,-6-28-2-15,-19-34 1 16,-10-22-1-16,-8-13-1 16,-1-12 0-16,-9-3-6 15,0 0-34-15,0-31-7 16,-19-17 1-16,-7 12-38 15,-2 3-51-15</inkml:trace>
  <inkml:trace contextRef="#ctx0" brushRef="#br0" timeOffset="85867.7024">18272 11401 10 0,'36'14'122'0,"-25"-14"-73"15,-2 4 1-15,-1-4 10 16,-3 0-19-16,5 0-15 15,-1 0-3-15,4-11 5 16,-2-19 3-16,-3-8-8 16,-4-13-12-16,-4-12-5 0,0-2-3 15,0-7-3-15,0 3-4 16,0-3-8-16,-40 3-4 16,-16 3-1-16,-8 4 4 15,-1 12 0-15,14 14 4 16,19 17 3-16,12 13 6 15,16 6 0-15,4 0 0 16,0 0 0-16,0 25-1 16,0 23 1-16,0 8 0 15,32 16 5-15,5 4 11 16,1 3 0-16,-1 5-1 16,-1-6 0-16,1-5-3 15,5-7-1-15,-5-16-7 0,-1-5-3 16,1-16-1-16,6-2-1 15,-11-10-14-15,0-6-17 16,0-3-18-16,-8-8-37 16,-24 0-37-16,0 0-53 15</inkml:trace>
  <inkml:trace contextRef="#ctx0" brushRef="#br0" timeOffset="86414.6581">18665 11266 198 0,'0'6'89'15,"0"-6"-75"-15,0 2 29 16,0 7-9-16,0 11-21 16,15 9-6-16,8 9 15 15,-6 0-1-15,7 0-12 16,-5-8-2-16,-6-2-4 15,0-10-3-15,2-11-2 16,-11-4-15-16,1-3-13 16,-5 0-12-16,4-6-21 15,-4-27 26-15,0-14 5 16,0-2 8-16,0 3 11 16,0 11 13-16,0 11 0 0,0 15 13 15,0 6 18 1,6 3 2-16,3 0-11 0,8 3-7 15,7 21 12-15,-1 5-5 16,1 0-13-16,-7-10-4 16,-2-6-3-16,-11-7 4 15,-4-6-1-15,0 0-3 16,0 0 0-16,0 0-2 16,0 0 12-16,0-11-6 15,0-15-3-15,0-6 0 16,5 1 1-16,-1 5-3 15,7 13-1-15,-3 13 0 0,1 0-3 16,10 0-5-16,5 22 4 16,3 15-3-16,10 1 0 15,4 4-16-15,2-11-5 16,-7-7 23-16,-4-12-65 16,-28-12-4-16,1 0-41 15</inkml:trace>
  <inkml:trace contextRef="#ctx0" brushRef="#br0" timeOffset="86632.466">19124 10933 35 0,'-67'-79'75'0,"50"63"-37"16,13 12 17-16,4 4 13 0,0 0-27 16,0 20-22-1,0 24-9-15,36 12 17 0,11 12-3 16,-2 3-9-16,2 5-8 15,-2-3-3-15,-8-1-2 16,-3-10-2-16,-8-13-11 16,-2-12-17-16,-5-12-19 15,-19-25-50-15,0 0-41 16</inkml:trace>
  <inkml:trace contextRef="#ctx0" brushRef="#br0" timeOffset="86815.0083">19119 11242 99 0,'-10'-20'183'0,"10"6"-145"16,0-6-4-16,36-2 39 15,15-3-35-15,1 3-29 16,8-4-7-16,9 2-1 16,6 0-1-16,2-6-34 15,11-3-24-15,-60 18-38 16,-5 2-86-16</inkml:trace>
  <inkml:trace contextRef="#ctx0" brushRef="#br0" timeOffset="87509.3485">21725 10341 172 0,'-13'-18'135'16,"9"12"-110"-16,0 6 18 16,4 0 19-16,0 0-34 15,0 0-22-15,0 3-5 16,28 28 13-16,12 18 5 16,16 17-3-16,4 10-8 15,-4 3-2-15,-7 0-5 16,-2-1 0-16,-1-4-1 15,-12-9 0-15,2-11-5 16,-8-14-12-16,-4-16-5 0,-7-13-16 16,-2-11-20-16,-2 0-19 15,-13 0-38-15,0-18-14 16</inkml:trace>
  <inkml:trace contextRef="#ctx0" brushRef="#br0" timeOffset="87899.5474">22401 10672 216 0,'0'0'38'0,"-19"0"-13"16,1 0 24-16,-1 5-26 16,10 7-15-16,1 0-2 15,1 7 3-15,-1-1-4 0,4 4 4 16,4-1 1-16,0-2 0 15,0 4-6-15,0-5-2 16,4 0-2-16,24-1-2 16,13-7-1-16,-3 2 0 15,-1-5 0-15,-10 0 1 16,-7-2-1-16,-12 1 3 16,1 1-2-16,-9 1 2 15,0 2 2-15,0-1 5 16,0 1-2-16,0 5 5 15,-17-5-6-15,-18-5-4 16,-1 2 0-16,4-7-13 16,4 0-5-16,15 0-6 0,2-7-12 15,11-13-12-15,0-11-23 16,0 18-3-16,0-3-12 16</inkml:trace>
  <inkml:trace contextRef="#ctx0" brushRef="#br0" timeOffset="88506.914">22437 10724 63 0,'15'-9'81'0,"-10"9"-41"16,7 0 8-16,12 29 5 15,4 5-18-15,4 1-19 16,0-3-3-16,0-1-1 16,-4-12-5-16,0-6 0 15,-8-4-3-15,-8-9-3 0,3 0-1 16,-6-2-3-16,0-33-2 15,-3-7-3-15,-2-8-7 16,1 6-13-16,-1 11 6 16,0 12 15-16,0 17 7 15,3 4 15-15,-3 0 18 16,0 22-1-16,5 14-6 16,6 1-2-16,-2-2-14 15,2-6-4-15,-6-9-5 16,-1-9-1-16,3-11-10 15,-3 0-23-15,1 0-27 16,0-24 12-16,1-9 4 0,-1 0 21 16,6 9 6-16,-2 11 8 15,6 9 8-15,2 4 1 16,12 0 0-16,5 19 15 16,-6 17 2-16,1 5-8 15,-10-3-2-15,-10 0 1 16,-9-7 6-16,-4-8 3 15,0-9 4-15,0-14 7 16,0 0 0-16,0-3-4 16,0-38-21-16,-17-7-3 15,6-7 0-15,11 1 0 16,0 2-6-16,0 10 2 16,0 9 3-16,28 8 0 0,0 14 1 15,0 11 11-15,-4 0-3 16,4 26 4-16,-9 21 2 15,-11 10-3-15,-8 0-4 16,0 3 0-16,0 2-7 16,-47-5-14-16,-13-4-19 15,28-41-19-15,-19-6-65 16</inkml:trace>
  <inkml:trace contextRef="#ctx0" brushRef="#br0" timeOffset="91521.0345">18763 9690 61 0,'0'-24'58'0,"0"24"-58"15,0 0 0-15,0 5 17 0,17 21 12 16,16 16-18-16,-6 5 5 16,10 6 5-16,1 4-7 15,-1-5 2-15,-5-9-2 16,0-10 3-16,-8-13-2 16,-7-10-7-16,-2-10-8 15,-6 0-6-15,-5-3 6 16,7-35 15-16,-11-16 7 15,0-17-15-15,0-10-4 16,0-3-3-16,0-3-5 16,-15 16-1-16,-9 17-3 15,15 22 4-15,1 24 1 16,8 8 0-16,0 1-11 16,0 48-16-16,0 17 28 0,23 18 2 15,10 5-4-15,-1-2 4 16,0-11 1-16,-4-13 0 15,-5-12 2-15,-1-21 7 16,-3-12 0 0,1-14 3-16,-8-4-7 0,-7 0-3 15,-1-38 16-15,-4-18 7 16,0-11-12-16,0-14-9 16,0-11-2-16,0 0-2 15,-4 5 0-15,-18 14-1 16,7 16-9-16,2 21-13 15,7 21 13-15,2 11 7 16,4 4-1-16,0 13-20 0,0 41 13 16,27 15 11-16,16 17 0 15,-2 10 3-15,6-1-1 16,-2-3 1-16,7-13-3 16,-7-17 9-16,-2-16-2 15,-11-18-2-15,-4-15 0 16,-11-13-5-16,-6 0-8 15,-3-10 8-15,-8-37 9 16,0-19 2-16,0-17-4 16,0-18-4-16,0-19-3 15,-36-9-4-15,-7-18 3 16,-17-9 1-16,11 3 0 16,1 17-1-16,25 35 2 0,14 42-2 15,5 41 1 1,4 18-5-16,0 18-12 0,0 56-3 15,13 21 19-15,25 25 1 16,-5 4-2-16,3-3 2 16,0 0 0-16,-3-16 0 15,-1-13 0-15,-9-26 0 16,1-29 1-16,-5-26 0 16,-2-11-1-16,3-27-15 15,-7-38 15-15,-3-22 2 16,-5-13-2-16,-5-8-2 15,0-15-8-15,-15-13 0 16,-26-9-5-16,-6-12 14 0,2 4-2 16,2 6-1-16,11 17-2 15,8 24-6-15,20 32 8 16,4 28 4-16,0 24 0 16,0 22 3-16,0 0 1 15,0 8-4-15,0 48-10 16,23 22 10-16,5 30 0 15,4 28-6-15,-8 22-1 16,8 21-6-16,0 11-9 16,0-6 10-16,5-14 12 15,-5-19 4-15,2-28 20 16,-1-30 9-16,-12-27-17 16,-2-34-5-16,1-27-8 15,-7-5-1-15,2-29 3 0,-7-39 25 16,-4-31-13-16,-4-27-3 15,0-19-4-15,0-23-4 16,-19-24-2-16,-26-18-4 16,-6-10 5-16,-5 8-3 15,19 20 1-15,9 24-3 16,11 44 0-16,11 33-2 16,2 32-14-16,4 33 4 15,0 15 9-15,0 11-8 16,0 5-17-16,0 41 17 15,0 22 11-15,0 24 0 16,0 19 0-16,15 13 2 0,12 11 3 16,6 13-2-1,3 0 6-15,1 0-5 0,-5-14-2 16,0-17-1-16,0-24 0 16,-4-35-1-16,-4-30 0 15,-9-22 0-15,-3-6 0 16,-3-34 0-16,2-47 9 15,-7-33 5-15,-4-30-10 16,0-27-4-16,0-17-10 16,-43-10-15-16,-17-5-10 15,0 18 21-15,11 33 14 16,10 50 1-16,22 43 4 16,8 36 2-16,3 23 0 0,6 0 4 15,0 52-9-15,0 23 2 16,0 24-1-16,32 22 0 15,2 17-3-15,3 20 1 16,4 7 0-16,-5 5-1 16,7 8 1-16,2-12 2 15,2-10-1-15,9-17 4 16,4-29 5-16,0-27 9 16,0-21-10-16,-8-25-10 15,-7-19 0-15,-9-16-2 16,-2-2-3-16,-16-27 5 15,-3-40 14-15,-7-29-5 16,-8-28-3-16,0-22-5 16,0-8-1-16,0 6 0 0,-15 24 0 15,7 30-1-15,3 40 1 16,1 34-24-16,4 20 0 16,0 11 12-16,0 52-17 15,0 22 29-15,17 23 1 16,3 16-1-16,3 5 4 15,5-7-1-15,-4-13 9 16,3-23 3-16,-5-22 3 16,1-21 6-16,-3-21-11 15,-12-22-10-15,5 0-3 16,2-17 0-16,5-36 4 16,-8-16 7-16,1-18-7 15,2-14-4-15,5 3-5 0,-3 19-5 16,-2 31-1-16,-7 31 5 15,-3 17-10-15,-1 24-10 16,0 55 3-16,-4 30 17 16,0 20 6-16,0-3-17 15,0-10 17-15,0-18 13 16,11-22 3-16,2-23 4 16,-2-27-3-16,-3-19-10 15,1-7-7-15,-1-18 0 16,7-36 11-16,5-11 4 15,7-14-11-15,-1-7-4 16,13 1-9-16,6 1-1 0,-9 13 3 16,3 23 6-16,-7 26 1 15,-8 22-1-15,-3 27-23 16,-2 44 16-16,1 21 7 16,-7 5 1-16,2 7 0 15,-7-8 1-15,1-19 7 16,-1-14 11-16,3-25-3 15,-7-24-1-15,5-14-15 16,6 0 2-16,-6-38-2 16,14-20 13-16,1-12-13 15,-3-6-2-15,18 11-5 16,-11 10 3-16,-3 23 2 16,-1 18 2-16,-9 14 0 0,-2 0-11 15,6 45 11 1,-6 16 15-16,6 12-7 0,-6 6-2 15,2 0-4-15,-2-14 0 16,-2-8 11-16,-3-19-6 16,-3-19-4-16,-5-10-3 15,0-9-10-15,0 0-26 16,0 0-54-16,0 0-29 16</inkml:trace>
  <inkml:trace contextRef="#ctx0" brushRef="#br0" timeOffset="92540.9732">19585 7845 70 0,'-18'-60'24'0,"3"11"-17"16,11 0 30-16,4-5-12 16,0-3-13-16,0 6 3 15,0-1 3-15,0 16 6 16,0 15-16-16,0 13-3 16,0 8 6-16,0 0 14 15,-4 0-24-15,-24 13-1 16,-8 23-6-16,8 7 3 0,0 3 2 15,8 5-1 1,8-6 1-16,7-8 1 16,-1-4 1-16,6-20 3 0,0-7-2 15,0-6-2-15,0 0-7 16,0-19 3-16,28-20 4 16,0-7 5-16,0 2-2 15,-1 4-2-15,1 16-1 16,-4 14 0-16,-1 10-2 15,-1 0-3-15,10 34-2 16,-8 25 7-16,4 18 7 16,-13 8-6-16,-3 0-1 15,-3 0 0-15,2-8 0 16,2-10 1-16,2-17 2 0,2-19 15 16,2-17-3-16,13-14-15 15,9 0 2-15,6-49-2 16,5-14 0-16,-3-9 0 15,-6 5-22-15,-7 12 9 16,-8 24 13-16,-19 21 1 16,-5 10 0-16,3 8-1 15,-3 43 0-15,4 21 14 16,-8 16-5-16,0 13-9 16,0 6 2-16,0 3-2 15,9 1 1-15,6-8 0 16,9-10 19-16,8-12 3 15,9-16-7-15,14-13 3 0,5-20-9 16,9-20-10-16,6-12-4 16,-2 0 4-16,-2-8-4 15,-11-14 2-15,-19 8 1 16,-14 11 0-16,-7 3-5 16,-3 22-15-16,-2 37 1 15,-2 22 20-15,2 17 1 16,-11-5 1-16,5-6-1 15,-1-8 7-15,-1-5 4 16,-7-5 0-16,0-7-1 16,4-9 0-16,0-24-5 15,-4-14-6-15,5-15-3 0,-5 0-25 16,4-33-21 0,0-31 8-16,-4 25-34 0,0-11-61 15</inkml:trace>
  <inkml:trace contextRef="#ctx0" brushRef="#br0" timeOffset="93074.3501">20865 6634 43 0,'0'-35'97'16,"0"22"-72"-16,0-1 18 16,0 9 14-16,0 1-23 15,-4 2-8-15,4 2 7 16,-4 0-4-16,-1 0-3 0,-3 0-3 16,-7 15 4-16,-13 25-19 15,-9 17-5-15,-14 23-1 16,-22 19 0-16,-11 4-1 15,-4 0 0-15,-8-6-1 16,21-9 0-16,10-15 0 16,25-17-1-16,12-18 1 15,13-19-2-15,15-11-10 16,0-8-10-16,0 0-7 16,0 0-4-16,0 0-7 15,0 0-4-15,0-2-11 16,0-17 15-16,0 2-20 15,0 1-19-15</inkml:trace>
  <inkml:trace contextRef="#ctx0" brushRef="#br0" timeOffset="93402.7025">20125 7162 101 0,'0'-11'64'0,"0"11"-12"16,-4 0 4-16,4 0-26 15,-4 2-7-15,-5 29-5 16,5 11-6-16,-1 14-4 16,-1 2 3-16,6-1 6 15,0-3-5-15,0-11 3 0,0-4-4 16,0-12-4 0,0-11-3-16,0-9-3 0,0-3 0 15,0-4-1-15,0 0 0 16,28 0 0-16,10 0 5 15,12 0 4-15,14 0-1 16,7-19 1-16,-2-3-2 16,-5 3-4-16,-8 2-3 15,-9-2-4-15,-6 1-23 16,2-1-24-16,-39 11-25 16,-4-1-69-16</inkml:trace>
  <inkml:trace contextRef="#ctx0" brushRef="#br0" timeOffset="95062.1194">20749 5388 29 0,'-4'-10'81'0,"0"10"-48"16,-1 0 17-16,1 0 2 16,-4 0-27-16,1 0-6 15,-6 8-6-15,-6 17-3 0,-9 10-8 16,-4 11 2 0,-5 10 8-16,-3 4-7 0,-3-5 4 15,-2-7 3-15,13-15 1 16,4-11-3-16,13-12-3 15,15-7-3-15,-5-3-2 16,5 0 2-16,-8 0-3 16,-7-10-1-16,-2-17-10 15,-7-4 2-15,9-4 3 16,6-1 1-16,9 4-1 16,0 6 1-16,0 2 3 15,0 1-1-15,0 11 1 16,20 3 1-16,1 6 3 15,3 3-3-15,4 0-3 16,19 27 3-16,9 19 4 0,8 7 12 16,0-1-4-16,-4 3-2 15,-4-9 2-15,-11-5 0 16,-2-10-9-16,-6-1-2 16,-1-5-1-16,-4-7-13 15,2-2-24-15,-8-14-31 16,-19-2-56-16</inkml:trace>
  <inkml:trace contextRef="#ctx0" brushRef="#br0" timeOffset="95451.082">21185 5615 91 0,'15'0'84'0,"6"29"-76"15,3 6 16-15,-1 1 13 16,1-7-19-16,-11-3-8 16,-5-3 5-16,-1-9-2 15,-7-6-7-15,0-5-3 16,0-3 1-16,0 0 0 16,0 0-4-16,0-8 0 15,0-21 3-15,0-3 0 16,0-6-3-16,0 3 1 15,0 5 2-15,0 10 3 0,8 2 0 16,5 10 1 0,7 5-2-16,-1 3 1 0,-2 0-5 15,7 3 0-15,-1 34-1 16,1 5 7-16,-3 10 1 16,-1-7-8-16,-8-6-5 15,8-11-13-15,-5-16-5 16,-2-5-20-16,6-7-34 15,-19 0-29-15</inkml:trace>
  <inkml:trace contextRef="#ctx0" brushRef="#br0" timeOffset="95678.8689">21657 5558 123 0,'8'0'23'16,"11"26"15"-16,1 16 6 15,-7-5-14-15,6 4-6 16,-10-6-6-16,-1-4 2 16,-4-5-2-16,3-7-6 15,-3-6-4-15,-4-9-6 16,0 1-2-16,0-5-13 16,0 0-23-16,0 0-33 15,0-6-8-15,0-13-12 16</inkml:trace>
  <inkml:trace contextRef="#ctx0" brushRef="#br0" timeOffset="95819.9889">21704 5453 97 0,'0'-18'60'16,"0"18"-52"-16,0 0 11 16,0 0-14-16,4 2-5 15,28 30-14-15,0 7-28 16,-23-23-11-16,-5 2-27 15</inkml:trace>
  <inkml:trace contextRef="#ctx0" brushRef="#br0" timeOffset="96140.8568">22040 5696 43 0,'5'0'57'0,"-1"2"-4"16,7 7-8-16,2 4-19 15,10 3 8-15,5 5-3 16,4 1-13-16,0-1-9 15,1 2 11-15,-5-8-11 16,-5-4-7-16,-10-2 14 16,-2-9-14-16,-11 0 1 15,4 0 0-15,-4 0 4 16,0 0 8-16,0-4 4 16,0-18 3-16,0-10-3 15,0-8-10-15,0-9-4 16,0-3-2-16,-11-1-2 15,-6 6-1-15,2 12-3 0,2 14-7 16,3 10-5-16,10 9-7 16,0 2-10-16,0 0-15 15,0 0-34-15,0 7-18 16,0 10 4-16</inkml:trace>
  <inkml:trace contextRef="#ctx0" brushRef="#br0" timeOffset="96644.437">22448 5684 14 0,'21'9'52'0,"7"-6"-8"0,-13-3-10 16,3 0-2-16,-3 0-8 16,-7 0 0-16,-8 0 9 15,0-14-9-15,0-3-5 0,0-2-8 16,0 1-6-16,0-2 3 16,0 4-2-16,-4 6-4 15,-20 10-2-15,7 0-2 16,-7 0 2-16,5 15-2 15,11 21 0-15,3 7 0 16,5 1 2-16,0-4 0 16,0-7 6-16,0-5-1 15,28-12 2-15,0-10-7 16,-6-6 1-16,12 0 1 16,-13 0-1-16,3-11 0 15,-1-14-1-15,-5-12-4 16,1-2-15-16,0-5-2 0,-2-6-29 15,-10-11 0 1,-7-1-5-16,0-12 4 0,0-5-5 16,-39-2 35-16,-6 8 7 15,-2 14 14-15,15 20 31 16,8 23 35-16,20 13-1 16,4 3-2-16,0 0-7 15,0 0-31-15,0 25-17 16,0 13 14-16,32 7-1 15,5 10-3-15,-3 0-1 16,-2 1-7-16,-4-1-8 16,-7 1-2-1,-1 3 0-15,-12-4-20 0,-8 6-23 16,0-46-42-16,0 2-61 16</inkml:trace>
  <inkml:trace contextRef="#ctx0" brushRef="#br0" timeOffset="97551.3553">20584 6320 148 0,'-4'-44'21'0,"-15"22"5"16,-5 5 39-16,7 8-21 15,2 5-24-15,2 4 2 0,2 0-2 16,-10 8-20 0,1 36-3-16,8 12 3 0,-3 13 0 15,15-1-2-15,0-12 1 16,0-12 0-16,0-14 1 15,19-13-1-15,13-12-3 16,-4-5-4-16,8 0 2 16,1-16 6-16,-5-28 3 15,0-4-3-15,-8-10-4 16,-9-2-10-16,-11-3-5 16,-4-4 0-16,0-5-4 15,0 0 6-15,-4 7-4 16,-24 20 8-16,4 17 13 15,11 20 5-15,3 8 13 16,5 0-14-16,5 29-4 0,0 20 0 16,0 19 8-16,33 4-1 15,10-3 9-15,2-6-1 16,10-6-1-16,-7-12-2 16,5-8-1-16,-1-10 1 15,3-11-8-15,-3-10-3 16,-7-6 1-16,-2 0 3 15,-11 0 2-15,-4-19-3 16,-11-4-3-16,-2-4-1 16,-6-4-11-16,-9-5-7 15,0-2-5-15,0 0-2 16,0 5-2-16,-33 14 13 0,10 13 14 16,-5 6 0-16,4 0 13 15,7 28-3-15,2 10-1 16,11 3 7-16,4-1 5 15,0-3-1-15,0 0-3 16,0-10 0-16,19-5-8 16,9-10-2-16,9-1-7 15,-5-5 0-15,4 0-2 16,3-4-2-16,2 1-7 16,6-3-16-16,2 0-32 15,-25 0-43-15,-1 0-47 16</inkml:trace>
  <inkml:trace contextRef="#ctx0" brushRef="#br0" timeOffset="98053.3325">21865 6320 20 0,'-37'-6'211'0,"22"6"-186"16,7 0 30-16,3 0 3 15,1 0-40-15,0 6-14 16,-7 31 1-16,2 9 8 16,5 3 4-16,4-3-5 15,0-2-7-15,0-10-5 0,9-5-1 16,38-9-7 0,-2-8-18-16,6-12-16 0,-6 0 15 15,-6 0-5-15,-3-12 4 16,-8-12 2-16,-4-2-5 15,-11-1 0-15,-5 7 1 16,-1 5 22-16,-7 15 8 16,0 0 3-16,0 0 12 15,0 23 9-15,8 10-14 16,5 3 9-16,2-11 8 16,-2-7-1-16,2-11 1 15,-11-7-3-15,1 0-11 16,-5 0-5-16,0 0 8 15,0 0-4-15,0 0-1 16,0-10-3-16,0-7 1 0,0-6-2 16,0 1-5-1,-5 0-2-15,-22 3-8 0,-6 5-9 16,6 5-1-16,3 9-10 16,11 0-15-16,9 0-21 15,4 0-10-15,0 0-25 16</inkml:trace>
  <inkml:trace contextRef="#ctx0" brushRef="#br0" timeOffset="98341.3767">22364 6634 4 0,'41'17'72'0,"-41"-15"-46"0,0 0 18 16,0-2 16-16,0 0-28 15,0 0-5-15,0-4-2 16,0-24-1-16,0-3-21 15,0-8-3-15,0-1 0 16,0 10-3-16,0 2 2 16,19 9-2-16,5 7 3 15,-7 1 1-15,2 11-1 16,1 0-1-16,-7 0-6 16,6 20 3-16,-2 11 3 15,2 0 0-15,-6 7-14 16,2 4-13-16,-2-7-10 15,2-5 14-15,-15-28-39 16,0-2-31-16</inkml:trace>
  <inkml:trace contextRef="#ctx0" brushRef="#br0" timeOffset="98614.2247">22605 6107 99 0,'-88'-78'71'0,"23"53"-45"16,18 15 39-16,19 10 2 16,7 0-30-16,10 0-13 15,11 17-8-15,0 23-15 0,0 16 1 16,0 12 1 0,32 6 5-16,15 2-5 0,-2 2-1 15,3-1-1-15,-8-7-1 16,3-4-2-16,-6-9-14 15,-5-7-9 1,-4-6-9-16,-9-14-24 0,-19-30-40 16,0 0-24-16</inkml:trace>
  <inkml:trace contextRef="#ctx0" brushRef="#br0" timeOffset="98932.8764">22697 6561 12 0,'41'-33'18'0,"1"23"-1"16,-1 5 39-16,-2 5-1 0,-13 0-20 16,-3 0-14-16,1 6 1 15,-1 13-1-15,1 10 0 16,-3 1-12-16,3 1-4 16,0 2 4-16,-12-3 0 15,-1-6 1-15,-7-10 2 16,1-6-1-16,-5-8 0 15,0 0 4-15,0 0 1 16,0 0 3-16,0-22 6 16,-5-7-25-16,-27-9-2 15,-6-9-1-15,12 2 1 16,-2 2-9-16,13 4-6 0,15 9-2 16,0 10-17-1,0 9-29-15,9 4-20 0,6 7-11 16</inkml:trace>
  <inkml:trace contextRef="#ctx0" brushRef="#br0" timeOffset="99358.3433">23177 6433 36 0,'5'0'66'16,"-5"0"-43"-16,0 0 19 15,0 0-20-15,0 0-2 16,0 0 14-16,0 0 7 15,0 16-20-15,0 15-21 0,0 7 1 16,0 13 0-16,0 1-1 16,0-2 2-16,15-8-1 15,-3-13 1-15,3-15-1 16,-2-7-1-16,-2-7-6 16,2 0 0-16,2-18 2 15,-2-20 4-15,0-2-2 16,-3-4-8-16,-1 2-5 15,-5 9-1-15,-4 8 4 16,0 9 10-16,0 14 2 16,5 2 13-16,-5 0 22 15,6 0-7-15,-6 0-14 0,4 2-2 16,9 14 3 0,2 5 6-16,2 4-11 0,3 3-6 15,-8-8-3-15,8 3-1 16,-1-3-3-16,-2-9-15 15,-2-4-15-15,-2-7-24 16,-4 0-31-16,-9 0 4 16,0-7-25-16</inkml:trace>
  <inkml:trace contextRef="#ctx0" brushRef="#br0" timeOffset="99686.3172">23533 6587 139 0,'11'5'44'16,"6"19"-19"-16,2 0 28 15,-6-9-23-15,2-3-22 16,-6-6-1-16,-5-6-1 0,-4 0-6 16,5 0 2-16,-5 0 10 15,0 0-8-15,0-22-2 16,0-8-3-16,6-8 1 16,-2-3-11-16,5 0 1 15,-1 4 2-15,3 6 1 16,-2 11 3-16,-1 10 4 15,-8 10 9-15,5 0 0 16,-5 0-5-16,6 0-3 16,3 21 5-1,-1 4 5-15,1 6-7 0,6 2-1 16,-7 2-1-16,3-2-1 16,-2-4-1-16,-1-5-8 0,1-5-14 15,-3-1-25-15,-6-18-24 16,0 0-39-16</inkml:trace>
  <inkml:trace contextRef="#ctx0" brushRef="#br0" timeOffset="99810.7504">23533 6587 180 0</inkml:trace>
  <inkml:trace contextRef="#ctx0" brushRef="#br0" timeOffset="100086.839">23533 6587 180 0,'292'-192'55'0,"-283"192"-50"0,18-13 36 0,1-3-23 0,15-4 0 16,2-1 15-16,-8 6-3 15,-3 6-4-15,-12 4-18 16,-7 5-8-16,-7 0-3 16,1 0 1-16,6 7-1 15,-7 18-7-15,-8 1 5 16,0 8 4-16,0 2 1 15,0 7 0-15,0-3 3 16,-13 1-2-16,3-2 3 16,10-5 4-16,0-4 5 15,0-6 1-15,0-8-4 16,0-8-4-16,0-2-5 16,0-6-1-16,15 0 0 0,13 0 0 15,-1-10-6-15,6-14-5 16,3-10-24-16,-8-4-25 15,-24 25-40-15,-4-4-24 16</inkml:trace>
  <inkml:trace contextRef="#ctx0" brushRef="#br0" timeOffset="100499.0378">24342 6301 96 0,'0'-11'122'16,"0"11"-84"-16,0 0 17 15,0 0-13-15,0 0-23 16,0 8-11-16,0 19 3 0,0 11-1 16,0 5 0-16,-4 3 9 15,-1-4-4-15,5-3-7 16,0-9-2-16,0-10-3 16,0-10-3-16,0-6-3 15,0-4 0-15,0 0-9 16,9 0 2-16,6-25 5 15,4-9 2-15,-2-3-14 16,3-4-3-16,-3 5-4 16,-2 5 2-16,-7 9 9 15,-8 14 13-15,5 8 5 16,-5 0 20-16,0 0 6 0,0 0-9 16,6 0-1-1,3 3-2-15,4 10 4 0,14 7-7 16,-7 1-8-16,8 5-4 15,0 2-4-15,-1 3-2 16,6-8-20-16,-6-7-34 16,-5-1 0-16,-16-15-62 15,-1 0-40-15</inkml:trace>
  <inkml:trace contextRef="#ctx0" brushRef="#br0" timeOffset="100663.7173">24797 6377 348 0,'-11'-11'92'16,"11"5"-79"-1,0 0 42-15,0 2-54 0,0 0-1 16,0 2-32-16,0-1-7 16,0 3-29-16,-9 0-75 15</inkml:trace>
  <inkml:trace contextRef="#ctx0" brushRef="#br0" timeOffset="103549.4672">2036 8061 158 0,'0'0'106'15,"0"0"-97"-15,0 17 8 16,-7 26 33-16,7 20-34 15,0 18-2-15,7 11 12 16,29 3 0-16,3-3 1 16,-1-6-10-16,-3-8-9 15,-7-13-2-15,-7-8-4 16,-8-12-2-16,0-8-9 16,-5-14-27-16,-6-15-38 15,-2-8-41-15,0-2-67 16</inkml:trace>
  <inkml:trace contextRef="#ctx0" brushRef="#br0" timeOffset="103811.5656">1341 8118 126 0,'0'-32'100'15,"32"18"-95"-15,82-4 61 16,36-7 7-16,26-2-30 16,10-4-8-16,-16 6-12 0,-37 3-9 15,-26 5-11-15,-32 6-3 16,-28 8 0-16,-30 3-12 16,-17 0-34-16,0 3-34 15,-15 11-42-15,-32 4-1 16</inkml:trace>
  <inkml:trace contextRef="#ctx0" brushRef="#br0" timeOffset="103999.4746">1988 8312 135 0,'95'4'52'0,"-14"-4"4"0,16-4 19 16,-7-21-19-1,-13 5-23-15,-28 7-17 0,-23 12-12 16,-17 1-4-16,-9 0-14 16,0 7-31-16,0 6-54 15,-20 9-14-15</inkml:trace>
  <inkml:trace contextRef="#ctx0" brushRef="#br0" timeOffset="104243.7959">1596 8992 191 0,'13'0'30'0,"85"0"53"0,16 0-1 16,17-30-21-16,2 3-19 16,-13-4 1-16,-8 6-6 15,-7 9-12-15,-13-4-19 16,-17 9-5-16,-2 2-1 15,-9 0-9-15,3 0-31 16,1-2-19-16,-3 0-25 16,-57 6-15-16,3-3-55 15</inkml:trace>
  <inkml:trace contextRef="#ctx0" brushRef="#br0" timeOffset="104451.4905">2990 8583 149 0,'-2'0'54'0,"2"8"-36"0,0 24 72 16,9 15-31-16,27 10-14 15,-4 17-10-15,-4 0-12 16,-2 3-8-16,-9-5-6 16,-4-8-5-16,2-16-4 15,-2-11-8-15,-7-12-23 16,3-10-28-16,-9-14-14 15,0-1-77-15</inkml:trace>
  <inkml:trace contextRef="#ctx0" brushRef="#br0" timeOffset="104639.6309">2838 8568 282 0,'-4'-19'48'16,"4"-10"7"-16,0 3 10 15,0-2-46-15,0 6-12 16,21 9-5-16,0 8-2 16,14 5-10-16,14 0-33 15,20 20-47-15,-41 2-58 16,6 4-38-16</inkml:trace>
  <inkml:trace contextRef="#ctx0" brushRef="#br0" timeOffset="105469.2431">3653 8773 158 0,'17'-14'40'0,"-6"-25"-27"16,-3 0 31-16,1-6-28 16,-1 6-14-16,3 0 8 15,-11 4 4-15,0 6-7 16,0 1 1-16,0 4 0 15,0 2-4-15,-21 8 3 16,1 6 3-16,5 5-3 16,-4 3 0-16,8 0-7 15,-8 7-1-15,0 19 0 0,4 7 1 16,6 8 5-16,9-1 2 16,0 5 6-16,0-4 8 15,0 1-1-15,0-10-5 16,15-7-4-16,7-7-6 15,6-10 0-15,-3-2-4 16,-3-6-1-16,-7 0 0 16,4 0 0-16,-2-6-4 15,11-20-4-15,2-12-2 16,-2-5-5-16,0 0-8 16,-9 7 0-16,-6 13 7 15,0 13 10-15,-11 10 4 16,7 0-1-16,-1 0-7 0,9 27-3 15,5 10 13-15,-5 1 1 16,2-2 2-16,1-11-3 16,-12-12 3-16,-4-7-1 15,5-6 0-15,-9 0 3 16,6 0-4-16,3-10 7 16,0-26 8-16,4-6-10 15,6-3-5-15,7-1-1 16,4 3-6-16,4 6-3 15,-4 19-2-15,4 10 7 16,-14 8-1-16,-10 4-7 16,7 35-1-16,-17 5 11 0,0-1-4 15,0-7 5-15,0-15 1 16,0-9 4-16,0-12 5 16,3 0 7-16,5 0 0 15,-1 0-3-15,3-14 8 16,-1-11 0-16,4-5-14 15,4 0-3-15,9 5-3 16,-7 10-1-16,-4 9 1 16,-6 6 5-16,3 0 5 15,-5 0-6-15,8 9 7 16,6 17 8-16,-1 3-10 16,3 5-6-16,1-1-1 15,-1-3-3-15,7-1-2 16,-2-4-24-16,7-1-22 15,-7-3-8-15,-7-4-23 0,-15-15-16 16,-6-2-81-16</inkml:trace>
  <inkml:trace contextRef="#ctx0" brushRef="#br0" timeOffset="105905.4139">4777 8749 124 0,'13'74'41'15,"6"-4"-5"-15,-11-3 11 16,10-3-11-16,-1-3-19 16,-6-13 2-16,-3-12 6 15,-8-15-14-15,0-10 5 0,0-11-7 16,0 0 0-16,0 0 0 16,0 0 16-16,0-28 8 15,0-26-31-15,0-21-1 16,-19-23-1-16,0-22 0 15,3-4 0-15,14 5-10 16,2 15-6-16,0 23-3 16,2 22 13-16,35 21 3 15,-1 13 3-15,3 14 5 16,-5 11 3-16,-6 0 2 16,-8 0 1-16,3 25 0 15,-4 13-5-15,-6 8-3 16,-8 6-1-16,-5-2-2 0,0 1 2 15,0-1-1 1,-5-6 0-16,-14-6-1 0,2-8-1 16,6-9-4-16,3-4-15 15,8-10-21-15,0-7-14 16,0 0-38-16,0-4 93 16,0-24-122-16</inkml:trace>
  <inkml:trace contextRef="#ctx0" brushRef="#br0" timeOffset="106430.4883">5011 7758 203 0,'0'-52'136'0,"0"52"-124"16,0 0 27-16,0 19 11 16,8 38-49-16,11 27 13 15,1 21 9-15,-7 5-8 16,2-2-6-16,-3-2-1 15,3-17 0-15,5-7-8 16,12-11 0-16,-6-17-12 16,19-11-10-16,4-17-14 15,3-11-6-15,-5-15-7 16,-4 0 10-16,6-15-11 16,-2-22 13-16,0-12-3 15,-4 2 10-15,-15 5 30 0,-19 12 0 16,-9 17 24-16,0 13 8 15,0 0 15-15,0 0-13 16,0 19-27-16,0 7-1 16,0 0 8-16,19-5 8 15,7-6-6-15,2-3-1 16,-1-6-3-16,1-5 0 16,7-1 0-16,-5 0-3 15,-5 0 1-15,3 0-1 16,-6-1-1-16,-9-17-1 15,0-4-2-15,-13 0-1 16,0-4-2-16,0 2 1 16,-46 0 4-16,-11-1-5 0,-18 1 13 15,-18 3-15-15,5 0 0 16,-2 13-10-16,-11 4-10 16,20 4-13-16,-16 6-35 15,63 10-32-15,4 2-37 16</inkml:trace>
  <inkml:trace contextRef="#ctx0" brushRef="#br0" timeOffset="106987.0031">2001 9540 194 0,'-55'28'28'16,"55"-25"25"-16,0-3 12 15,0 0-40-15,0 0-1 16,0 0-8-16,0 0-1 15,42 0-1-15,36 0 4 16,46-8 11-16,37-17-2 16,30-2 6-16,58-8-12 15,40-3-3-15,48-3-3 0,28-2-6 16,-9-5-5-16,-24 11-2 16,-32 7-1-16,-32 5-1 15,-34 9 2-15,-39 1 1 16,-44 1-3-16,-46 3 1 15,-39 0-1-15,-21 3 0 16,-17-1 2-16,-11 4 0 16,-8-4 1-16,-9 5 2 15,2-1-1-15,4 3-1 16,-4 2-2-16,3-4 0 16,-5 4-1-16,0 0 0 0,6 0-1 15,-6 0-6 1,0 0-1-16,0 0-2 15,0 0-7-15,0 0-9 0,0-2-15 16,0-9-21-16,0 0-26 16,0 0-61-16</inkml:trace>
  <inkml:trace contextRef="#ctx0" brushRef="#br0" timeOffset="107417.052">6495 8316 219 0,'-45'0'88'0,"45"0"-79"0,0 0 64 15,0-6-41-15,0-1-32 16,25 2 13-16,-5-2 3 15,3 7-7-15,1 0 0 16,2 0-4-16,-16 0-4 16,1 0-1-16,-4 0-6 15,-7 10-14-15,0 5 10 16,0 3-1-16,0-6 3 16,0-4 7-16,0-8 1 15,0 0 4-15,-7 0 6 16,1 0 4-16,6 0 5 0,0 0 4 15,0-4-7-15,0-12-16 16,0-4 0-16,0-3-4 16,6 8 3-16,7 4 1 15,-9 8-4-15,5 3-23 16,10 0-18-16,5 0-10 16,-16 0-21-16,-3 17-68 15</inkml:trace>
  <inkml:trace contextRef="#ctx0" brushRef="#br0" timeOffset="107722.7122">6662 8887 214 0,'-11'0'47'16,"11"-3"-10"-16,0-36 6 15,24-4-18-15,19 3-9 16,4 12 4-16,-2 7 1 15,-6 10-2-15,-9 9-4 16,-2 2-10-16,-11 0-5 16,-7 0-2-16,8 19-3 15,-18 4 2-15,0-1 3 16,0 1 1-16,0-8-1 16,0-3 2-16,0-3 0 15,0-6 3-15,-11-3 0 0,4 4-1 16,-3-4-4-1,-10 0-12-15,-7 2-49 0,12-2-44 16,2 6-96-16</inkml:trace>
  <inkml:trace contextRef="#ctx0" brushRef="#br0" timeOffset="108313.2538">2653 10368 77 0,'-21'-3'150'16,"21"1"-95"-16,0-5-7 15,0-4 2-15,58-3-33 16,30-6 15-16,45-2 8 16,13-1-1-16,17-5-8 0,-9 4-4 15,-8 5-13 1,-32 5-12-16,-22 7-2 0,-17 3-17 16,-26 4-26-16,-8 0-17 15,-26 0-27-15,-15 0-53 16,0 0-69-16</inkml:trace>
  <inkml:trace contextRef="#ctx0" brushRef="#br0" timeOffset="108566.7556">3149 10357 240 0,'-11'35'43'0,"11"-4"-19"16,11 17 42-16,25 12-42 16,1 7-17-16,-3 5 0 15,-12 2 0-15,-3 5-5 16,-4 3 0-16,-9 5-2 16,1 1 0-16,-7-5-8 15,6-6-19-15,-6-3-19 16,0-63-24-16,0-2-44 15</inkml:trace>
  <inkml:trace contextRef="#ctx0" brushRef="#br0" timeOffset="108815.362">2709 11358 162 0,'0'-26'48'0,"0"10"20"15,43-8 19-15,26-4-26 16,36-5-8-16,13-2 5 16,10 5-18-16,3 5-18 15,-17 3-13-15,-3 7-8 16,-5 4-1-16,3 3 0 0,-15-3-13 16,3 2-20-1,-18 0-13-15,-10-2-18 16,-63 4-24-16,-6 0-63 0</inkml:trace>
  <inkml:trace contextRef="#ctx0" brushRef="#br0" timeOffset="109228.8469">3966 10724 165 0,'-17'-3'77'0,"17"3"-50"15,0 0 23-15,4 32-30 16,37 15-5-16,2 7-8 16,-11 4-2-16,-4-3-2 0,-9-4-3 15,-10-13 2-15,-5-17-1 16,-4-13 0-16,0-8 0 16,6 0 1-16,-3 0 2 15,-3-5-3-15,0-26 14 16,6-9-9-16,-4-12-6 15,15 0 0-15,5 1-1 16,12 5-1-16,-4 7 1 16,4 19 1-16,-16 6 5 15,1 11 5-15,-17 3 3 16,15 0-13-16,-6 0 3 16,15 30 0-16,2 5 5 15,-7 9-5-15,0 1-3 0,-1 2-6 16,3-3-8-1,-6-12-22-15,7-7-3 0,-5-14-12 16,-14-11-32-16,-1 0-52 16</inkml:trace>
  <inkml:trace contextRef="#ctx0" brushRef="#br0" timeOffset="109458.8251">4725 10214 152 0,'-13'-37'209'0,"13"37"-191"16,0 0-9-16,0 29 7 15,13 23-15-15,24 13 14 0,10 11-6 16,-4 5 2-16,-7 11-6 16,-8 6-2-16,-15 5-3 15,-7-8 0-15,-6-6-22 16,0-11-27-16,0-12-8 15,0-57-55-15,-25-9-71 16</inkml:trace>
  <inkml:trace contextRef="#ctx0" brushRef="#br0" timeOffset="110248.7971">4558 10834 128 0,'0'-21'61'0,"56"21"-43"15,23 0 62 1,18-8-14-16,1 0-23 0,-3-5-3 16,-7-2-11-16,-7 6-16 15,-23-6-11-15,-11 9-1 16,-19 2-1-16,-13 1-1 16,-15 3-10-16,0 0-3 15,0 0 1-15,0 0-2 16,0 0-6-16,-34 0 2 15,-7 7 1-15,5 21 5 16,-7 10 10-16,10 5 0 16,18 7 3-16,7-4 4 0,8-5 1 15,0-8 1 1,0-13 5-16,32-6-3 0,7-14-8 16,8 0-2-16,-2 0-1 15,2-17-1-15,-8-9-5 16,-3-6-9-16,-12 3-4 15,-9 14-4-15,-2 8 7 16,2 7 7-16,10 0-21 16,-5 7 11-16,8 14 22 15,-5 2 1-15,-8-8 2 16,-11-6 8-16,-4-6 19 16,0-3 11-16,0 0 5 0,0 0-1 15,0 0 7-15,0-12-10 16,0-14-15-16,0-7-22 15,0-7-5-15,0-8 0 16,0 0-2-16,0-4 0 16,33 3-4-16,14 10-6 15,9 5-11-15,-11 9-5 16,2 12-19-16,-9 6 3 16,-18 7 2-16,-1 0 7 15,-2 0 23-15,0 7 12 16,-4 24 10-16,9 0 11 15,6 8-4-15,-1-5-3 16,6-3 0-16,5-4-1 16,-10-8 3-16,-6-8 12 15,-3-6-11-15,-11-5-6 0,-8 0 5 16,0 0 1 0,5 0 3-16,-5 0-3 0,6-10-5 15,-2-15-1-15,1-4-6 16,-5-9-3-16,0-9-2 15,0-8-10-15,0-2-14 16,-15 3-18-16,2 9-16 16,13 9-12-16,0 34-22 15,0 2-47-15</inkml:trace>
  <inkml:trace contextRef="#ctx0" brushRef="#br0" timeOffset="110667.3898">6623 10435 107 0,'0'0'172'16,"-40"0"-166"-16,12 0 50 15,6 0-15-15,1 0-20 16,-1 0-4-16,7 0-3 16,-10 14-10-16,-3 28-4 15,9 7-2-15,8 5 2 16,4-8 5-16,7-11 0 15,0-10 0-15,0-12-1 16,0-5-3-16,0-8-1 16,15 0-3-16,-6 0-3 0,10 0-1 15,3 0 4 1,-5 0 2-16,6-10-2 0,1-1 2 16,-11 1-1-16,6 9 1 15,-10 1 1-15,4 0-3 16,-3 0-3-16,14 1 6 15,4 22 1-15,4 8 1 16,0-2-2-16,5 3 0 16,1 7-7-16,-1-10-4 15,-3-7-12-15,-6-9 21 16,-7-9-44-16,3-4 22 16,4-7-40-16,-24-14-2 0,5-7-29 15</inkml:trace>
  <inkml:trace contextRef="#ctx0" brushRef="#br0" timeOffset="110898.9944">6879 9724 185 0,'-11'-19'117'0,"11"38"-116"15,0 53 20-15,0 17 39 16,9 8-38-16,21-5-14 15,4 8 12-15,-6-3-4 16,0-3-10-16,0-4-5 16,-7-7-1-16,7-19-15 0,-2-13-24 15,12-10-16-15,3-15-23 16,-26-26-29-16,4 0 55 16</inkml:trace>
  <inkml:trace contextRef="#ctx0" brushRef="#br0" timeOffset="111215.1883">7310 10653 149 0,'0'33'42'16,"0"1"-40"-16,0-9 31 15,0-1-9-15,0-5-14 16,4-4 21-16,24-6-11 0,11-8-6 16,-9-1 4-1,4 0 0-15,-4 0-7 0,-2 0-1 16,0-19 0-16,-3-6-4 15,-5 0-1-15,-5-8-4 16,-2-3-1-16,-11 1-2 16,-2-1 2-16,0 5 1 15,-2 6 2-15,-46 4-3 16,-5 10-5-16,-3 4-2 16,2 7 4-16,7 0 2 15,11 15-7-15,4 13 0 16,8 5-9-16,15-5-12 15,9-1-23-15,0-21-28 16,0-6-24-16</inkml:trace>
  <inkml:trace contextRef="#ctx0" brushRef="#br0" timeOffset="111552.2747">7739 10455 218 0,'-73'38'27'0,"39"-4"-27"16,14-9 37-16,20-4-22 15,0 4-15-15,28 0 3 16,26-2-2-16,1-5 0 16,-1-1-1-16,-2-2 1 0,-5 2 0 15,-9-6-1-15,-16 0 1 16,-7-7 0-16,-13 6-1 15,-2 1 1-15,0-2 6 16,0 8 10-16,-36-3 0 16,-14-1-2-16,-12 1-3 15,13-7-2-15,-7 0-9 16,0-4-1-16,5-3-6 16,8 0-16-16,-2 0-21 15,45 0-36-15,0-6-47 16</inkml:trace>
  <inkml:trace contextRef="#ctx0" brushRef="#br0" timeOffset="112302.6475">9090 10374 172 0,'-41'-6'44'16,"22"6"-40"-16,10 0 55 15,-10 0-11-15,2 8-27 16,-9 31-8-16,-2 12-5 0,7 10 2 16,6-3 3-1,6-6 2-15,9-8 1 0,0-12-3 16,0-10-4-16,0-12-7 15,28-6 0-15,4-4-1 16,7 0 0-16,6-17 1 16,11-26-2-16,4-14 0 15,2-12-7-15,-4-9-1 16,-2-7-1-16,-16-4-8 16,-7-8 1-16,-14-6 4 15,-19-4 2-15,0 15-1 16,-4 25 5-16,-31 31 6 15,14 23 2-15,2 13 18 16,10 13-8-16,-2 37-12 16,11 23-2-16,0 8 2 0,20 11 7 15,35-2 0 1,5-9 3-16,9-7 1 0,-5-14-2 16,3-17-2-16,4-16-4 15,-9-16-1-15,2-11-2 16,0 0-3-16,7-20-2 15,4-23-9-15,-6-11-8 16,-7-3-6-16,-19-1-1 16,-15 7-24-16,-13 13 19 15,-15 11 34-15,0 17 5 16,0 10 20-16,-6 0 8 16,-18 16-8-16,-13 27-17 0,7 9-1 15,-4 7 10 1,13-1 2-16,12-9 7 0,9-11 1 15,0-13-6-15,2 4-9 16,45-10-4-16,9-6 2 16,13-7 9-16,-1-6-13 15,3 0-2-15,-6 0-4 16,-10-11-4-16,-12-14-12 16,-15-2-21-16,-19-1-26 15,-9 16-30-15,0 3-71 16</inkml:trace>
  <inkml:trace contextRef="#ctx0" brushRef="#br0" timeOffset="113292.5326">3835 11772 182 0,'-47'0'13'16,"11"0"40"-16,-1 18 2 16,3 10-30-16,6 4-7 15,0 6 8-15,0 6 0 16,9 8 3-16,2 4-7 16,4 2-7-16,2 7-6 0,11-7-2 15,0-9-4 1,0-8-3-16,0-8-2 0,32-11-10 15,5-7-15-15,10-15-16 16,4 0-8 0,5-11 7-16,-7-28-3 0,5-10-4 15,-17 0-16-15,-10 5 21 16,-12 12 24-16,-4 10 22 16,-11 16 9-16,0 6 33 15,0 0 18-15,0 15-6 16,0 18-29-16,4 7-13 15,16 6 22-15,8-1-1 16,4-5-16-16,4-7 3 16,7-9 1-16,-2-12-10 15,-5-4 2-15,-8-8 2 0,-2 0-1 16,-9 0-3-16,-4-15-4 16,4-10 1-16,-6-5-2 15,-11-6-5-15,0 2-1 16,0-5-6-16,0-1-6 15,-47-7 2-15,-11 4-3 16,-17 5-1-16,-5 11 4 16,25 11 0-16,7 12 6 15,33 4 0-15,9 0-1 16,6 0-11-16,0 4-24 16,13 28-40-16,10-10-6 15,-3-1-24-15</inkml:trace>
  <inkml:trace contextRef="#ctx0" brushRef="#br0" timeOffset="113644.1524">4350 12361 42 0,'56'24'47'15,"-48"-19"-33"-15,-3-5 41 16,1 0 2-16,-6 0-13 16,0 0 3-16,0-3-7 15,6-22-15-15,-6-12-4 16,7-10-4-16,1-4-5 15,7 1-7-15,5 2-4 0,-3 11-1 16,0 12 0 0,-6 12-1-16,-7 10-1 0,3 3-2 15,-3 0-1-15,9 0 1 16,6 20 4-16,2 5 14 16,7 6-6-1,-2 8-3-15,2 8-1 0,-11 3-2 16,2 4 0-16,1-9-1 15,-1-2-1 1,-8-6-2-16,8-9-11 16,-2-14-10-16,9-10-16 0,2-4-21 15,2 0-15-15,11-33 34 16,-26 8-12-16,4-5-60 16</inkml:trace>
  <inkml:trace contextRef="#ctx0" brushRef="#br0" timeOffset="113953.1069">5330 11511 113 0,'-39'-90'58'15,"-23"58"-21"-15,2 1 43 16,9 9-27-16,4 4-25 16,6 10 4-16,9 5 5 15,4 3-11-15,4 0-8 16,13 0-7-16,-6 15-5 15,7 28-4-15,3 18-2 16,7 21 2-16,0 13 1 16,0 6 1-16,0 4-1 15,15 0 1-15,19-7-2 0,7-7-1 16,-6-10 0-16,1-10-2 16,-4-15-8-16,0-8-16 15,-12-13-18-15,-5-4-19 16,-11-9-35-16,-4-22-29 15,0 0-11-15</inkml:trace>
  <inkml:trace contextRef="#ctx0" brushRef="#br0" timeOffset="114310.6322">4978 12423 183 0,'0'-20'25'15,"20"-2"12"-15,44-7 32 0,11-6-22 16,4 3-12-16,-4 2-7 15,-10 11-19-15,-9 4-6 16,-1 13-3-16,1 2-2 16,-13 0-2-16,0 11 0 15,-11 19 0-15,-8-1-7 16,-16 1 6-16,-3-1 3 16,-5-11 1-16,0-8 0 15,0-1 0-15,0-9 1 16,0 0 4-16,0 0 10 15,0 0 4-15,-24-15-8 16,-8-11-2-16,-9-5 2 16,2-5-7-16,7 0 5 0,9 1-8 15,18 3-6-15,5 2-2 16,0-4-20-16,24 9-13 16,32-4-3-16,4 10-12 15,13 6-26-15,-35 13-18 16,-10 0-5-16</inkml:trace>
  <inkml:trace contextRef="#ctx0" brushRef="#br0" timeOffset="114708.345">6111 12085 177 0,'0'18'46'0,"0"-13"-12"16,-26 1 30-16,-8-1-37 15,12 1-15-15,1 4 1 0,-5 7-2 16,7 9-7-16,10 13-3 15,1 4 3-15,8 5 1 16,0-6 2-16,0-7-5 16,17-10-1-16,11-12 0 15,8-7-1-15,-17-6 1 16,5 0 1-16,0-4 4 16,-11-22 0-16,6-11 0 15,-6-6-5-15,-3 2-1 16,-1-1-6-16,-5 6-1 15,-4 10 5-15,0 9 1 16,0 12 1-16,0 5 10 16,0 0 14-16,0 0-7 15,0 0-7-15,0 16-10 16,0 9-5-16,9 9 3 0,19 8 1 16,6-3-1-16,3 5-13 15,1-9 7-15,-1-8-17 16,-1-12-19-16,11-15-15 15,-34 0-45-15,2-6-28 16</inkml:trace>
  <inkml:trace contextRef="#ctx0" brushRef="#br0" timeOffset="115069.2799">6578 12189 93 0,'0'-1'115'0,"0"1"-100"0,18 0 27 16,-3 25-1-16,8 8-33 15,-4-2-6-15,-1-6 7 16,-8-2-4-16,-1-7 4 16,-9-9 5-16,0-5 2 15,0-2-3-15,4 0-1 16,1 0 2-16,-1-31-3 16,2-11-10-16,11-16-1 15,3-2-2-15,3 4-2 16,5 7 0-16,-2 15 0 15,-7 18 2-15,-4 12 2 16,-10 4 7-16,-5 0 0 16,6 0-6-16,-4 12-1 0,7 18 8 15,10 4-1 1,0 4-3-16,5 2-2 0,-5 1-2 16,-8-3-6-16,8-5-13 15,-10-7-15-15,8-5-9 16,-15-21-41-16,-2 0-51 15</inkml:trace>
  <inkml:trace contextRef="#ctx0" brushRef="#br0" timeOffset="115428.7762">7027 12144 179 0,'0'-9'8'0,"0"-1"16"15,45-5 24-15,10-3-5 16,3-1-14-16,-2 0-2 16,0 0 4-16,-15 4-8 15,-5 10-6-15,-12 2-9 16,-11 3-8-16,-7 0-1 16,-2 3 1-16,-4 24 0 15,0 9 2-15,0 5 0 16,0 3-2-16,0-1 2 15,0-3-1-15,-10-1 8 0,1-7 4 16,9-5-8-16,0-5-4 16,0-7-1-1,0-2-3-15,0-4-12 0,28-1-11 16,8-8-15-16,12 0-1 16,-3 0 23-16,2-30-57 15,2-13 22-15,-30 18-47 16</inkml:trace>
  <inkml:trace contextRef="#ctx0" brushRef="#br0" timeOffset="115811.5873">7831 11945 174 0,'0'-31'36'16,"-28"31"46"-16,7 0-5 16,1 0-47-16,1 18-13 15,6 12-10-15,9 10-3 0,0 9 6 16,4-2 2-16,0-1 1 15,0-8-5 1,0-12-4-16,0-7 2 0,0-8-4 16,4-8-2-16,4-3 0 15,-3 0 0-15,-1 0-4 16,11-5-4-16,-2-20 7 16,6-4-5-16,5-7-17 15,-7-2 2-15,-2 8 3 16,-2 8-2-16,-7 15 12 15,-1 7 8-15,-5 0 1 16,0 0 2-16,0 5-1 16,15 17-2-16,2 5 7 0,6 8 3 15,10 1 2-15,-1 1-6 16,-4-2 7-16,-1-4-11 16,-5-8-2-16,-1-1-18 15,-10-13-25-15,-11-9-72 16,0 0-101-16</inkml:trace>
  <inkml:trace contextRef="#ctx0" brushRef="#br0" timeOffset="123234.6656">7503 10957 9 0,'109'0'16'15,"13"21"7"-15,14 27-23 0,7 11 0 16,16 14-8-1,0 9-2-15,-9 7 4 0,-11 3-6 16,-25 3 2-16,-37-5 8 16,-77-66 2-16</inkml:trace>
  <inkml:trace contextRef="#ctx0" brushRef="#br0" timeOffset="123498.8554">9251 11766 8 0,'0'0'32'16,"0"-2"2"-16,-15-8-7 15,-22 3-8-15,5 4-7 16,0 3-7-16,4 0-5 15,11 0-2-15,4 28-3 16,5 4-5-16,8 6-10 16,0-3-16-16,0-2-4 15,0-26 16-15</inkml:trace>
  <inkml:trace contextRef="#ctx0" brushRef="#br0" timeOffset="123873.0648">8985 11893 27 0,'-11'-22'75'0,"7"9"-50"16,4-3 24-16,-4 2 1 15,4 4-6-15,0 6 1 16,0 4-6-16,0 0-11 16,0 0-14-16,0 4-14 0,0 31-8 15,0 16 8-15,8 23 1 16,20 8 3-16,-4 7 1 16,-1 6-5-16,-1-1 0 15,-7-3-6-15,-2-7-13 16,2-13 0-16,-11-16 0 15,4-18-3-15,-1-14-13 16,-5-16-20-16,2-7-1 16,-4-7 12-16,0-22-1 15,0-7-33-15</inkml:trace>
  <inkml:trace contextRef="#ctx0" brushRef="#br0" timeOffset="124178.8091">9135 11801 26 0,'0'-124'84'0,"0"75"-33"0,32 8 9 16,9 11 5-16,-7 13-27 16,11 13-26-16,7 4-12 15,12 0-2-15,11 32 2 16,0 14 0-16,0 8 2 16,-17 2 3-16,-13 4-3 15,-17-5 0-15,-24-1-1 16,-4 3 0-16,0-3 3 15,-40-4-2-15,-16-8 0 16,0-11-2-16,-10-9 2 0,-5-8 1 16,-4-9 0-1,-2-5-3-15,6 0 0 0,9-5-19 16,6-20-6-16,19-3-17 16,18 3-4-16,19 0-9 15,0 10-8-15,9 7-40 16</inkml:trace>
  <inkml:trace contextRef="#ctx0" brushRef="#br0" timeOffset="124644.5294">9950 11753 141 0,'0'-25'11'15,"0"1"14"-15,0 2 20 16,0 1-18-16,0 1-3 0,0 9 6 15,0 5-2-15,0 6-2 16,0 0-6-16,0 0-13 16,-11 17-7-16,-6 28-4 15,2 8 4-15,7 9 0 16,3-5 0-16,5-8 0 16,0-11-1-16,0-10 1 15,9-13-3-15,14-7 2 16,1-8-6-16,-11 0 0 15,6 0 5-15,1 0 2 16,-3-23 0-16,-2-13 2 16,2-5-2-16,-9-2-1 0,-1 2 1 15,-7 7-1 1,0 10 1-16,0 14 2 0,0 10 15 16,0 0 11-16,0 0-1 15,0 0-8-15,0 14-19 16,0 17-7-16,0 8 7 15,0 3 0-15,0 0 0 16,21-6-2-16,7-3-2 16,11-8-13-16,4-2-15 15,-5-12-8-15,1-6-27 16,-3-5-13-16,-31 0-24 16</inkml:trace>
  <inkml:trace contextRef="#ctx0" brushRef="#br0" timeOffset="124892.6826">10375 11993 24 0,'0'0'90'16,"-5"0"-69"-16,-10 0 42 15,11 0-14-15,-4 0 7 16,-7-7-12-16,6-9-5 16,-2-6-12-16,-2-6-8 15,9-6-7-15,4-7-7 16,0-4-3-16,0-8 0 15,32 5-2-15,11 11 0 16,7 7 0-16,-3 10-2 16,-7 5-16-16,3 10-16 15,-6 3-7-15,6 2-17 0,-11 0-29 16,-32 0-22-16</inkml:trace>
  <inkml:trace contextRef="#ctx0" brushRef="#br0" timeOffset="125515.3464">11022 11790 149 0,'0'-32'79'15,"0"2"-50"-15,0 1 33 16,0 7-27-16,0 2-18 15,-19 9-6-15,-4 3 10 16,5 8-1-16,-5 0-6 16,-9 0-8-16,-7 23-6 0,-6 26-5 15,6 19 3-15,5 0-1 16,21 0-5-16,5-9 6 16,8-17 2-16,0-12-2 15,0-13 0-15,2-14-6 16,24-3 1-16,-5 0-1 15,7 0 8-15,-7-28 8 16,11-9-3-16,-4-10 0 16,0-4-4-16,0 2-1 15,-4 0-1-15,-5 11 0 16,-6 11 1-16,-9 12 0 16,-4 13 1-16,0 2 4 0,0 0 8 15,0 0-13-15,0 6-3 16,15 19-5-1,7 6 8-15,12 5 2 0,2 2 0 16,1 3-2-16,10-12-15 16,2-7-17-16,-1-8-16 15,-3-14-20-15,-35 0-1 16,-1 0-32-16</inkml:trace>
  <inkml:trace contextRef="#ctx0" brushRef="#br0" timeOffset="125760.942">11692 10893 299 0,'0'-45'56'16,"0"45"-22"-16,0 0 8 16,0 11-42-16,0 42 1 15,6 20-1-15,-2 22 13 16,-4 7-9-16,5 2-1 15,-1 5 0-15,2 2-2 16,-3-3-1-16,7-2-10 16,7-6-32-16,11-10-20 15,15-19 8-15,-26-68-52 16,5-3 9-16</inkml:trace>
  <inkml:trace contextRef="#ctx0" brushRef="#br0" timeOffset="126189.2405">12243 11600 179 0,'-60'-40'31'15,"8"40"17"-15,12 0 5 16,3 0-32-16,9 14-17 16,5 24 2-16,8 7-3 15,6 8 2-15,1 6 1 16,8-8-4-16,0-4 1 15,0-10-1-15,0-13 0 16,0-4-2-16,0-12 0 16,12-5-2-16,3-3-4 0,-2 0-1 15,15 0 4-15,-4-22-1 16,-1-16 3-16,5-15-1 16,-11-3 0-16,-2-4-2 15,-6 12 1-15,-9 15 0 16,0 20 3-16,0 13 14 15,0 0 12-15,0 0-7 16,0 0-7-16,0 19-8 16,0 14-3-16,4 9 4 15,16 8 2-15,3-5-4 16,5 1-1-16,4 0-2 16,0-1 0-16,1-7-17 0,3-1-24 15,-4-7-30-15,-17-30-31 16,-6 0-41-16</inkml:trace>
  <inkml:trace contextRef="#ctx0" brushRef="#br0" timeOffset="126754.2406">12901 11753 143 0,'0'0'136'16,"0"0"-129"-16,3 19 0 15,14 21 10-15,2 4-9 16,0-1-2-16,1-3-2 0,-8-4 2 16,-12-9 5-1,0-14 1-15,0-8 1 0,0-5 2 16,0 0-2-16,5 0 1 16,3 0-1-16,-8-24 4 15,0-19-16-15,0-11-1 16,11-9 0-16,13 7-1 15,8 4-3-15,0 12-1 16,-8 13 1-16,3 15 4 16,-5 4-3-16,1 8 1 15,1 0-2-15,0 0-1 16,8 21 2-16,-4 15 3 16,0 1 0-16,-7 6 1 15,-10-7-1-15,0-8-2 0,-9-9 1 16,-2-10-1-16,4-9 2 15,2 0 1-15,-1 0 0 16,-1-6 0-16,9-27 2 16,10-14-3-16,3-4-6 15,8 4 5-15,-1 2-5 16,-10 16 4-16,1 13 2 16,-16 7 0-16,-3 9 3 15,-1 0-3-15,2 0-3 16,-1 13 1-16,8 19 2 15,6 8 6-15,-2-2-4 16,2 2-2-16,1-6-12 16,-3-4-22-16,6-8-20 15,1-2-25-15,-20-20-30 16</inkml:trace>
  <inkml:trace contextRef="#ctx0" brushRef="#br0" timeOffset="127150.1399">14049 11800 123 0,'11'7'56'16,"6"-7"-28"-16,-7 0 30 16,14-6-28-16,8-20 3 0,-4-2-7 15,0-3-16 1,-11 6-6-16,-10 0-1 0,-7 2-1 15,0 1 0-15,0 4 1 16,0 0 0-16,-24 1 0 16,-4 6-2-16,5 4 1 15,-1 7 3-15,5 0-3 16,-18 12-2-16,18 22-1 16,-9 8-2-16,7 6 3 15,8-4 0-15,2 4 3 16,7-8 0-16,4-2-3 15,0-6 0-15,0-8-3 16,36-8-11-16,16-5-17 0,8-11-12 16,15 0 11-16,13-7-5 15,12-29-12-15,1-7 32 16,-66 18-54-16,-8 1-12 16</inkml:trace>
  <inkml:trace contextRef="#ctx0" brushRef="#br0" timeOffset="127580.4446">14748 11596 4 0,'32'-67'83'0,"-32"38"-7"15,-32 5-22-15,-13 6-9 16,2 17-1-16,7 1-10 16,-1 1-17-16,1 41-11 15,8 15 0-15,4 10 3 16,9 7-2-16,11-8-1 16,4-12 5-16,0-14-3 15,0-15-2-15,0-12-6 0,11-10 0 16,4-3 2-16,-2 0-1 15,8-3 3-15,7-29 10 16,4-14-12-16,15-14-2 16,-6-10-10-16,2-10-13 15,-11-10-1-15,-15-13 3 16,-6-19-6-16,-11-10 2 16,0 5-3-16,0 20 8 15,-19 39 20-15,-5 36 8 16,7 24 37-16,6 8-2 15,3 0-8-15,8 22-23 16,0 30-11-16,0 26 8 16,0 20-1-16,0 2 1 0,0 5 2 15,4-7 2 1,15-5-4-16,5-9-7 0,4-9-1 16,4-8-1-16,0-17-11 15,4-16-24-15,5-20-8 16,2-14-37-16,2 0-7 15,-34-25-15-15</inkml:trace>
  <inkml:trace contextRef="#ctx0" brushRef="#br0" timeOffset="127779.3724">15239 11536 58 0,'5'0'68'0,"-5"38"-52"0,0 16 38 15,0 4-19-15,0-5-8 16,0 2-3-16,0-4-4 15,0 0-8-15,0-5-3 16,0-10-2-16,0-12-7 16,8-11 0-16,-4-10-14 15,3-3-23-15,-7 0-13 16,8-25 16-16,-8-4-19 16,0-9-69-16</inkml:trace>
  <inkml:trace contextRef="#ctx0" brushRef="#br0" timeOffset="128125.2118">15239 11408 84 0,'0'-13'17'0,"0"13"11"0,0 0 9 16,5 0-7-16,7 8-9 16,-1 3-14-16,-7 0 9 15,-4-2-5-15,0-3 5 16,0-3 3-16,0 0 1 15,0-3 0-15,0 0 1 16,0 0 5-16,0-6-7 16,-8-9-8-16,-3-7 1 15,11 0-9-15,0-1-3 16,0 5-3-16,0 3 2 16,0 8 0-16,0 5-2 15,0 2 3-15,0 0-1 0,0 0 0 16,0 0-1-16,0 0-3 15,0 0-8-15,0 7-12 16,0 12 16-16,0 9-7 16,0-1-35-16,0-21-31 15,0 5-22-15</inkml:trace>
  <inkml:trace contextRef="#ctx0" brushRef="#br0" timeOffset="128679.0288">15715 11500 211 0,'-32'0'40'16,"13"0"25"-16,10 0-8 15,7 0-39-15,-4 0-6 16,-1 0 1-16,3 0 0 15,-5 0-12-15,-6 8-1 16,3 16-1-16,-8 18-6 16,-1 8 3-16,6 8 4 15,2-1-4-15,2-7 1 16,11-8 0-16,0-9 1 16,0-11-1-16,0-6-4 0,7-11-1 15,6-5 1-15,6 0-2 16,-2 0 0-16,11 0 3 15,4-24 6-15,7-14 0 16,-3-11-4-16,5-6-11 16,2-6-4-16,-7 2-11 15,-4 6-5-15,-12 10 29 16,-7 16 6-16,-13 10 12 16,0 12 25-16,0 5-2 15,0 0 5-15,0 0-11 16,0 0-15-16,0 8-13 15,0 24-1-15,0 14 0 16,4 10 7-16,11 3 4 16,-11-8 2-16,5-7-7 15,-1-7-2-15,-1-12-3 0,-3-6 0 16,0-8-1-16,1-5-13 16,-1-5-18-16,-4 3-16 15,0-4-42-15,0 0-53 16</inkml:trace>
  <inkml:trace contextRef="#ctx0" brushRef="#br0" timeOffset="136627.725">4957 13297 163 0,'-15'10'52'0,"15"-2"-45"15,0 12 8-15,0 10-4 16,0 11 1-16,8 10 10 16,20 10-4-16,0 11-5 15,0 3 0-15,0 1-1 16,-4-4-3-16,-12-5-3 15,-1-5-3-15,-7-6-1 16,1-8-2-16,-1-4-1 16,0-13-12-16,-4-7-18 0,0-24-28 15,0 0-39-15</inkml:trace>
  <inkml:trace contextRef="#ctx0" brushRef="#br0" timeOffset="136941.5887">4191 13386 90 0,'0'-21'117'0,"0"-3"-87"15,28-3 19-15,39-8 12 16,16 3-38-16,14 3-9 16,4-4 21-16,10 0-18 15,7 6-3-15,-6 0-9 16,-1 9-4-16,-17 2-1 16,1 9 0-16,-9 6-7 15,-13 1-19-15,-7 0-29 16,-60 0-37-16,-6 8-39 15</inkml:trace>
  <inkml:trace contextRef="#ctx0" brushRef="#br0" timeOffset="137309.4874">5888 13168 210 0,'0'-19'45'16,"-26"13"-7"-16,5 6 11 15,-14 0-20-15,5 0-11 16,-8 0 1-16,-7 16-13 16,-7 27-6-16,5 19-1 0,6 15 0 15,13 3 1-15,13 5 1 16,15-12 1-16,0-11-1 15,0-5 3-15,37-16-3 16,19-5-1-16,-1-9-1 16,1-9-1-16,0-2 0 15,8 2 2-15,0-11 0 16,12 1-3-16,1-8-32 16,17 0 12-16,-6-13-41 15,-2-34-18-15,-60 21 2 16,-14-5-28-16</inkml:trace>
  <inkml:trace contextRef="#ctx0" brushRef="#br0" timeOffset="137630.6138">6551 13143 104 0,'-24'-31'122'16,"24"31"-78"-16,0 0 7 15,0 0-12-15,0 11-30 16,0 34-8-16,0 16 0 15,0 12 4-15,0 6-2 16,0-3-2-16,0 0 0 16,0-6 0-16,15-10-1 15,11-6 3-15,-5-12-1 16,1-7-1-16,10-5-1 16,-4-12 2-16,10-6-1 15,-1-9 4-15,3 1-3 0,23-4 4 16,12 0 0-16,0 0 13 15,8-14-9-15,-3-9-10 16,-16-2 0-16,7-9-10 16,-2-3-31-16,1-4-43 15,-50 21-22-15,-3 5-54 16</inkml:trace>
  <inkml:trace contextRef="#ctx0" brushRef="#br0" timeOffset="137950.5954">7458 13291 10 0,'-28'-8'193'0,"28"4"-164"15,0 0 23-15,0-4-12 16,0-1-21-16,6 4-6 16,24 3 13-16,-2 2-12 15,-8 0-14-15,-3 0 0 16,0 0 0-16,-15 4-4 15,4 10-1-15,-6-5 2 16,0-4 1-16,0-5 2 16,0 0 3-16,0 0 4 15,0 0 8-15,0 0 0 16,0-4 6-16,0-6-15 16,0-6-3-16,0 3-3 0,0 6-11 15,0-3-16-15,0 10-26 16,7 0-54-16,8 0-36 15</inkml:trace>
  <inkml:trace contextRef="#ctx0" brushRef="#br0" timeOffset="138222.862">7647 13744 157 0,'-7'2'70'15,"7"-2"-50"-15,0-15 10 0,15-13-1 16,24 7-16 0,-7 4-1-16,-4 9 0 0,-5 5-5 15,-5 3-6-15,-3 0-1 16,-11 0 0-16,-4 0 3 16,0 0-1-16,0 0 0 15,0 13 1-15,0 7 2 16,0 6-5-16,-19-4-2 15,-5 8-13-15,-4-1-18 16,15-24-38-16,0-5-69 16</inkml:trace>
  <inkml:trace contextRef="#ctx0" brushRef="#br0" timeOffset="138711.9803">10375 13112 122 0,'4'-3'92'15,"0"3"-52"-15,5 0 33 16,-9 0-22-16,0 0-20 15,0 0-2-15,0 0-3 16,0 9-5-16,0 22-11 16,-13 28-8-16,-30 12 1 15,-13 15-2-15,-8 8-1 16,-9-4 0-16,4 2-1 16,9-7-3-16,5-12-4 0,18-11-4 15,9-21-9-15,13-15-5 16,15-15-14-16,0-11-13 15,0 0-32-15,0 0-13 16</inkml:trace>
  <inkml:trace contextRef="#ctx0" brushRef="#br0" timeOffset="139003.92">9748 13166 201 0,'0'-11'52'16,"0"11"-27"-16,67 42 24 15,29 22 9-15,27 12-33 16,-3 6-2-16,-6-9-7 16,10-5-5-16,-17-7-8 15,0-15 0-15,-4 4 1 16,-6-9-1-16,-20-5-3 15,-13-6 0-15,-4-9-8 16,-17-5-23-16,-6-5 5 16,-9-3-16-16,-20-8-62 15,-8 0-22-15,0 0-10 16</inkml:trace>
  <inkml:trace contextRef="#ctx0" brushRef="#br0" timeOffset="139423.5295">9049 12887 137 0,'-36'-4'116'15,"36"0"-94"-15,0-5 36 16,0-2-22-16,30-1-19 16,34-11 17-16,24-2 2 15,28-1-7-15,28-7 0 16,23-1 0-16,-2-2-7 15,2-2-4-15,-19 5-7 16,-19 7-10-16,-22 6 0 16,-29 7-1-16,-23 5 0 15,-16 4-2-15,-26 4-21 16,-5 0-12-16,-1 0-11 16,-3 0-10-16,0 0-23 0,-4 0 79 15,0 6-141 1</inkml:trace>
  <inkml:trace contextRef="#ctx0" brushRef="#br0" timeOffset="139829.636">11638 13463 275 0,'-11'20'51'0,"11"-20"-26"15,0 0 13-15,63 0-30 16,14 0 24-16,19 0 10 16,7-2-7-16,-2-11-7 15,-4 2-14-15,-14 5-12 16,-14 0 0-16,-18 5-2 0,-19 1-4 16,-12 0-16-1,-12 0-12-15,-3 0-16 0,-5-7-7 16,0-5-8-16,0 4 63 15,0-9-106-15</inkml:trace>
  <inkml:trace contextRef="#ctx0" brushRef="#br0" timeOffset="140114.3046">12174 13101 0 0,'-19'0'204'15,"19"0"-189"-15,0 17 20 16,56 14 9-16,12-3-7 0,3-3-4 15,-4 2 2 1,-12-5-6-16,-12-4-6 0,-6 7-21 16,-9-4-1-16,-9 5 1 15,-10 0 0-15,-9 3-2 16,0 8 0-16,0-2 4 16,-24 6 0-16,-17-7-1 15,-10 2 0-15,4-1-2 16,-9 0-1-16,2 0-1 15,5 2-9-15,14-6-14 16,14-3-21-16,10-3-18 16,11-23-55-16,0-2-64 15</inkml:trace>
  <inkml:trace contextRef="#ctx0" brushRef="#br0" timeOffset="141174.2236">13172 13703 209 0,'0'0'64'15,"0"0"-19"-15,0-21-13 16,0-22-16-16,0-12-12 15,0-7 6-15,0-5 4 16,0-17 0-16,10 2 2 16,-10-8-1-16,5 3-2 15,-5 20-2-15,4 23-6 16,-4 22 5-16,0 20-3 16,0 2-2-16,4 0-5 15,11 9-2-15,17 41-6 0,9 21 6 16,19 12 2-16,-4 10-2 15,0 1-2-15,6-9-2 16,-8-11 0-16,1-15 4 16,-1-18 0-16,-11-17 1 15,-15-11-1-15,-15-10 1 16,-3-3-2-16,-10 0 3 16,0 0 15-16,0-27 3 15,0-21-5-15,5-13-6 16,-5-9-1-16,0-8-3 15,0-4-1-15,0-5-2 16,-15 7 2-16,-13 6-2 0,11 19 1 16,6 12-1-1,11 13 0-15,0 9-3 0,0 2-3 16,0 1-18-16,28 5-17 16,27 1-23-16,-27 12-54 15,9 0-104-15</inkml:trace>
  <inkml:trace contextRef="#ctx0" brushRef="#br0" timeOffset="141525.7447">14615 12473 237 0,'-47'0'22'15,"2"0"11"-15,2 48 1 16,6 11-27-16,10 15 3 16,9 10 6-16,8 11-4 15,10 5 4-15,0 3 1 16,0 2-3-16,6-11-3 15,24-11-3-15,5-12-5 16,1-12-2-16,-4-13-1 16,-4-7-1-16,-2-7-16 0,-11-7-16 15,0-4-15 1,-15-4-34-16,0-17-11 0,0 0-58 16</inkml:trace>
  <inkml:trace contextRef="#ctx0" brushRef="#br0" timeOffset="142746.6664">10975 13829 116 0,'-4'0'59'0,"4"0"-12"16,0 0 13-16,-4 0-17 15,4-4-12-15,0-1 4 16,-5-2-5-16,5 7-9 16,-4 0-1-16,4 0-10 15,0 0-4-15,0 0-6 16,0 0-5-16,0 29-3 16,0 20-8-16,4 10 11 15,20 7-5-15,-7-7-2 0,-2-13-1 16,2-4 8-1,-2-16 0-15,-6-4 3 0,0-9 1 16,-3-7-5-16,-6-4-7 16,4-2 2-16,-4 0 2 15,0 0 2-15,0-2 7 16,0-28 1-16,0-6 2 16,9-7-3-16,6 3 0 15,2-1 0-15,7 3-1 16,-1 3 1-16,-1 5-2 15,-7 10 2-15,-2 10 2 16,-7 8-1-16,-6 2 1 16,0 0 1-16,0 0-2 15,4 0 0-15,11 26 1 0,5 13-2 16,7 8 2-16,1 0-1 16,-13-2 1-16,9-1 0 15,-5-4 0-15,-6-11 0 16,2-7-1-16,-6-6-1 15,4-8-1-15,-7 0 1 16,3 1-9-16,-1-3-23 16,1-1-32-16,-9-5-24 15,0 0-26-15</inkml:trace>
  <inkml:trace contextRef="#ctx0" brushRef="#br0" timeOffset="144126.4635">15027 14217 189 0,'-4'35'46'0,"4"-35"-4"15,0 0 5-15,0 0-18 16,0-15 0-16,0-18 1 15,0-18-3-15,8-7-7 16,5-10-8-16,8-11-3 16,-3-6 0-16,-1-7-6 15,2-3-2-15,5-8 1 16,-3 0-2-16,-2 0 1 0,1 9-1 16,-7 18 0-16,-9 22 3 15,0 23-3-15,3 20 1 16,-7 11 0-16,0 0-1 15,0 0-4-15,0 6-4 16,0 30-3-16,0 25 1 16,4 14 9-16,9 7-3 15,2 5 0-15,2-6 1 16,7-7 0-16,-1-12 0 16,9-17 0-16,-8-16 0 0,-3-10 0 15,-1-13-2-15,-12-6-6 16,7 0 5-16,-6 0-2 15,6-25 8-15,-2-21 8 16,6-11-4-16,-2-11-2 16,-2-2-2-16,-6-7 2 15,-5 15 0-15,-4 18 0 16,0 18 3-16,0 20 19 16,0 6 1-16,0 0-6 15,0 0-7-15,0 8-12 16,0 33-2-16,0 13-4 15,0 17 5-15,0 5-11 16,0 1-10-16,4-5-9 0,11-2-15 16,5-9-19-1,-12-50-60-15,1-6-32 0</inkml:trace>
  <inkml:trace contextRef="#ctx0" brushRef="#br0" timeOffset="144359.7198">16044 13721 214 0,'0'25'103'0,"0"12"-87"16,0 11 16-16,0 7-10 16,-9 5-18-16,3-4-2 15,3-1-2-15,3-9 0 0,0-11-5 16,0-10-11-16,0-14-6 15,0-11-14-15,0 0-27 16,22-11-18-16,-14-14 38 16,3-4-48-16</inkml:trace>
  <inkml:trace contextRef="#ctx0" brushRef="#br0" timeOffset="144846.6544">16479 13267 50 0,'17'0'56'0,"7"0"-46"16,-1 0 45-16,9 8-8 16,5 19-15-16,-13 12-11 15,-1 1 0-15,-14 4 4 16,-9-6-6-16,0-1-1 15,0-4-3-15,0-6 0 16,0-8-7-16,-9 1 1 16,-10-13-2-16,0-2-4 15,-3-5 6-15,-6 0 0 16,-4 0-8-16,-11-30-1 16,2-8-1-16,-2-13-2 0,11-8 1 15,0-7-2-15,19 3-1 16,9 14 5-16,4 15-5 15,0 10 2-15,0 6 1 16,21 2 2-16,27 2 1 16,7 2 3-16,10-4 2 15,8 2 5-15,-3 0 5 16,-1 1 3-16,-5-3-1 16,-4 3 5-16,-8 8-5 15,-24-1-4-15,-9 5-14 16,-15 1 0-16,-4 0-3 15,0 0-29-15,0 0-39 16,0 0 13-16,0 0 6 16</inkml:trace>
  <inkml:trace contextRef="#ctx0" brushRef="#br0" timeOffset="145266.3737">17052 12477 149 0,'-33'-18'124'0,"33"6"-85"16,0-10 14-1,0 0-12-15,45-7-27 0,16-1 10 16,-6 11-6-16,-3 5-3 15,-11 5-7-15,-18 9-8 16,5 0-3-16,-13 0-2 16,-2 29-8-16,-9 9 1 15,-4 13 4-15,0 2 3 16,-17-3 4-16,-17 0 1 16,8-10 2-16,7-2 3 15,14-8-1-15,5-12 2 16,0 2-2-16,0-4-3 15,5-2 1-15,31-3-1 16,7-4 0-16,6-1 0 16,-1-4-1-16,3-2-16 0,-2 0-19 15,11 0-29-15,-45-13-49 16,-2-6-78-16</inkml:trace>
  <inkml:trace contextRef="#ctx0" brushRef="#br0" timeOffset="145521.4711">17824 12429 166 0,'0'-6'65'15,"0"6"-29"-15,0 13 14 16,0 35-26-16,0 24-1 16,-15 11 0-16,-26 16 3 0,-15 11-5 15,-4 10-11 1,-4 10-3-16,-1-2-3 0,5-7-3 15,13-11 0-15,11-27 1 16,12-17 1-16,16-26-3 16,3-14-3-16,5-11-22 15,0-9-13-15,0-6-8 16,0 0-39-16,0 0-61 16</inkml:trace>
  <inkml:trace contextRef="#ctx0" brushRef="#br0" timeOffset="146017.0547">17856 13310 238 0,'0'-8'67'0,"0"8"-21"15,0 0 10-15,4 0-43 16,5 2-13-16,2 31 0 16,1 13 7-16,3 10 5 15,-6-3-7-15,-5-5-2 16,-4-7-2-16,5-8 0 0,-5-6 0 16,0-14-1-16,0-7 0 15,6-6-1-15,-6 0-2 16,4 0-2-16,-4-6 1 15,5-27 4-15,3-7 0 16,7-12 0-16,13-2-1 16,4 0-2-16,0 10 2 15,5 14-2-15,-14 12 0 16,-10 14 1-16,2 1 2 16,2 3 6-16,7 0-5 15,8 0 2-15,0 10 2 16,1 17 1-16,-1 6-1 15,-9 5 0-15,-8 2-5 16,-15 8 0-16,0-4-10 16,0-3-5-16,0-3-7 0,0-12-11 15,0-6-23-15,0-20-28 16,0 0-40-16</inkml:trace>
  <inkml:trace contextRef="#ctx0" brushRef="#br0" timeOffset="146445.2648">18572 12509 247 0,'9'-3'37'16,"10"3"21"-16,5 0-2 15,12 0-29-15,11 17-16 16,9 23 2-16,-11 10-7 16,2 9-1-16,-14 9-1 15,-16 14 1-15,-2 10-1 16,-7 25 1-16,-8 20 0 16,0-1-3-16,0-1 1 15,0-14-3-15,-4-18 1 16,-24-8-1-16,-4-11 1 15,-9-11 0-15,3-13 0 16,5-19-1-16,6-11 1 0,9-16 1 16,8-10-2-1,5-1-3-15,1 1 1 0,4-4-1 16,-4 1-4-16,-5 2-11 16,3-3-12-16,-3 4-3 15,1-4-1-15,-3 0-29 16,7 0-11-16,-1 0-26 15</inkml:trace>
  <inkml:trace contextRef="#ctx0" brushRef="#br0" timeOffset="221642.2323">2988 14743 151 0,'0'-13'54'15,"0"7"-42"-15,0 0 11 16,0 3 11-16,0 0-9 15,0 1-4-15,0 0 4 16,0 0 1-16,0-5-5 16,0 7-9-16,0-2-1 15,0-4 3-15,0-4-1 16,0-3-8-16,0-7-4 16,0 4 2-16,-11 2 1 15,-4 3 1-15,7 6 4 16,-5 2 0-16,4-1-2 0,-2 4 0 15,1 0-2 1,-3 0-2-16,0 0-3 0,-6 0-1 16,-5 0-2-16,3 0 0 15,-7 7 0-15,13 1 3 16,2-2-1-16,2-4 1 16,11 0 1-16,0-2 0 15,0 0 0-15,0 0-1 16,0 0 1-16,0 0-1 15,0 0 3-15,0 0-3 16,0 0 0 0,0 0-8-16,0 0-8 0,0 0-8 15,0 0-16-15,0 0-11 16,0 0-37-16,0 0-48 0</inkml:trace>
  <inkml:trace contextRef="#ctx0" brushRef="#br0" timeOffset="222049.5677">2913 14656 33 0,'-15'-2'132'0,"11"-1"-99"16,4 3 1-16,0-3 12 16,-5-1-11-16,5 4-18 15,0 0-7-15,0 0 1 16,0 0 4-16,-4 0 1 15,2 0-1-15,-5 0-3 16,7 0-6-16,0 0-1 16,0 0-4-16,0 0-1 15,0 0 0-15,0 0-1 0,0 0-9 16,0 0-4-16,0 0-5 16,-6 0-16-16,2 0-35 15,-5 0-46-15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05:24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2653 1467 221 0,'0'-13'34'0,"0"7"-13"15,0-5 18-15,0 0-7 0,0 0-21 16,0 0 3 0,0 7 5-16,0-1 10 0,-8-1-2 15,-12 1-5-15,-7 0-6 16,-1 4-6-16,-2 1-10 16,-5 0 0-16,-1 0-5 15,-16 35 1-15,-3 8 0 16,-5 8 4-16,4 8-1 15,24-7 1-15,15 3-2 16,17-9-1-16,0-5-1 16,6-11 1-16,52-8-3 15,4-6 2-15,5-7-7 0,-7-4 6 16,-13-5 1-16,-13 2-8 16,-12-2-3-16,-7 0-3 15,-13 0 3-15,-2 0 1 16,0 6 2-16,-9 8-11 15,-55 8-5-15,-28 9 11 16,-18 17 3-16,-10 8 11 16,17 6 3-16,13 8 7 15,26 4 9-15,23-9 14 16,17-5-3-16,11-17-6 16,13-9-3-16,0-5-3 15,0-9-3-15,41-8 4 16,6-4-7-16,5-8-5 0,6 0-1 15,4 0-3-15,13-2-7 16,-4-23-26-16,8-8-13 16,1-10-21-16,-10-3-21 15,-59 22-21-15</inkml:trace>
  <inkml:trace contextRef="#ctx0" brushRef="#br0" timeOffset="340.4127">2668 2108 27 0,'33'-6'36'0,"-18"6"-10"15,4 31 26-15,-2 11 7 16,-4 4-17-16,0-3 3 16,0-4-42-16,-11-14 37 15,-2-15-31-15,6-4-7 16,-6-6 0-16,2 0 1 0,7 0 5 16,-5 0 7-16,11-31 10 15,-2-15-15-15,11-16-9 16,21 3 0-16,-2 4-2 15,8 21 1-15,-4 9-2 16,-19 14 0-16,-15 11-2 16,-7 0 3-16,-6 0-3 15,0 8-7-15,0 24 9 16,0 15 2-16,0 4 8 16,0 1-6-16,0-3-2 15,0-12-1-15,0-6-6 16,0-13-4-16,0-12-13 15,20-6-25-15,10 0-40 0,-13-3-10 16,9-21-7-16</inkml:trace>
  <inkml:trace contextRef="#ctx0" brushRef="#br0" timeOffset="562.5791">3541 1566 124 0,'0'-42'132'15,"0"42"-84"-15,0 0-14 16,7 13-17-16,10 34-16 16,4 24 12-16,-1 10 7 15,-5 0-15-15,-5 3-2 0,-1-5-1 16,0 0 0-16,3 2-2 16,3-5 0-16,-4-6-19 15,-2-7-24-15,-9-57-64 16,0-5-40-16</inkml:trace>
  <inkml:trace contextRef="#ctx0" brushRef="#br0" timeOffset="1015.8057">3370 2274 127 0,'-17'-25'90'15,"17"6"-65"-15,53-3-12 16,42-4 41-16,10 1-18 0,4 3-20 15,-17 3-7 1,-17 7-8-16,-15 2 0 0,-12 6-1 16,-16-1 0-16,-13 5-1 15,-10 0-2-15,-9 0-5 16,0 0-8-16,0 9-8 16,0 21 17-16,0 18 7 15,13 10 8-15,-3-3-5 16,5-5-3-16,5-11 4 15,-10-13-2-15,16-2 3 16,2-10-4-16,-7-5 1 16,7-8 9-16,-11-1-6 15,3 0 7-15,-5 0 6 16,-2-19 0-16,-5-12 0 0,-1-1-6 16,-7-9 1-16,0-5-2 15,0-1-1-15,-18 1-4 16,-29 6 4-16,-9 4 1 15,1 17-7-15,3 7-4 16,1 12-4-16,10 0-7 16,2 0-24-16,7 15-7 15,15 19-8-15,15 9-23 16,2-25-34-16,0-7-68 16</inkml:trace>
  <inkml:trace contextRef="#ctx0" brushRef="#br0" timeOffset="1346.2689">4601 2301 105 0,'8'16'52'0,"-8"-16"10"16,0 0 9-16,0 0-23 15,0 0-21-15,0-22-11 16,0-9 4-16,-15-6-12 15,3-4-3-15,12 1-3 16,0-2-2-16,0 10-2 16,10 6-1-16,31 4 1 15,11 9-1-15,-5 4 1 0,-9 9 0 16,1 0-2-16,-13 0-3 16,-7 27-3-16,0 14 2 15,-12 13 3-15,-7 5 0 16,0 1-3-16,0-2-16 15,0-13-21-15,0-10-19 16,0-35-29-16,0 0 13 16</inkml:trace>
  <inkml:trace contextRef="#ctx0" brushRef="#br0" timeOffset="2103.2601">5450 1944 132 0,'-17'-19'95'0,"-11"19"-77"16,9 0 24-16,0 0 1 15,1 11-26-15,-9 25-14 16,5 4 6-16,3 9 3 16,2 0 2-16,6-2-1 15,4-2-6-15,7-1 1 16,0-5-6-16,0-7-2 15,0-5-1-15,26-8 0 16,2-8 1-16,2-8-1 16,7-3-13-16,1 0-2 15,5-25 11-15,4-16-2 16,-17-6-3-16,7-1 3 0,-9 0 2 16,-5 2 3-16,-14 4 2 15,-5 16 2-15,-4 11 0 16,0 12 8-16,0 3 6 15,0 0 4-15,0 6-20 16,0 32 5-16,-17 9-1 16,-2 8-3-16,-1-7 1 15,16-4 3-15,0-10-5 16,4-4 0-16,0-8 0 16,0-3-3-16,0-5 0 15,28-9-2-15,19-3 0 16,9-2-7-16,1 0-12 15,19-26 14-15,-6-18-46 0,-7-10 26 16,-3-3-37-16,-22 9 18 16,-21 4 32-16,-17 14 17 15,0 7 37-15,0 10 22 16,-4 11-6-16,-9 2 0 16,7 0-18-16,6 0-23 15,0 0-12-15,0 2-5 16,0 22 2-16,0 1 1 15,15 3 1-15,13 2 0 16,0-4 1-16,4 5 3 16,-15-7 2-16,2 1-2 15,-4-4-2-15,-15-8-1 0,0 4 0 16,0-7 1 0,0 7 1-16,0-1 3 0,-34 0 11 15,-7-5-1-15,-4 3-4 16,-2-6-8-16,8-3-3 15,-1 2-1-15,7-7-18 16,3 0-14-16,22 0-42 16,1 0-77-16</inkml:trace>
  <inkml:trace contextRef="#ctx0" brushRef="#br0" timeOffset="2762.2933">7711 1929 190 0,'0'-15'36'16,"-37"15"-18"-16,-14 0 28 0,4 0-18 15,-9 26-14 1,2 2 1-16,9 9 1 0,5 0-7 15,12 4-4 1,13 3-3-16,15 1-2 0,0 2 0 16,15 1-2-16,34-4 1 15,13-6 1-15,-4-1 3 16,-4-9-3-16,-18-4 0 16,-16-4 2-16,-12-7-2 15,-8 1 1-15,0-3 2 16,0 0 8-16,-8 3 13 15,-29-3-4-15,1-6-8 16,-1 1-5-16,1-6-4 16,-3 0-3-16,3-4-23 15,14-28-13-15,16-17-18 0,6-5-16 16,0 24-43-16</inkml:trace>
  <inkml:trace contextRef="#ctx0" brushRef="#br0" timeOffset="2961.3968">8018 2039 72 0,'23'11'98'0,"-23"43"-64"15,0 13 18-15,0-6-4 16,0-1-16-16,-6-8-14 16,6-12-2-16,0-7-6 15,0-14-4-15,0-8-6 0,0-10 0 16,0 4-17-1,6-5-31-15,-2 0-41 16,3-5-17-16</inkml:trace>
  <inkml:trace contextRef="#ctx0" brushRef="#br0" timeOffset="3102.9057">8080 1914 203 0,'0'-32'78'16,"0"26"-38"-16,0-1-5 15,0-4-30-15,11 3-5 16,36 2-3-16,-30 6-43 16,2 0-99-16</inkml:trace>
  <inkml:trace contextRef="#ctx0" brushRef="#br0" timeOffset="3573.3544">9283 2098 358 0,'4'-13'21'16,"3"13"-21"-16,1 0 17 15,12 0-17-15,1 19-8 16,11 34 4-16,7 6 2 0,-7 6 2 15,-8-5-5-15,-7-15 2 16,-6-9-1-16,-3-13 2 16,-4-13-2-16,1-5 1 15,-1-5-2-15,-4 0 2 16,6-2 3-16,-1-36 8 16,3-16-6-16,7-15-2 15,7-3 0-15,6 0 0 16,6 16 0-16,-4 16-3 15,2 15 2-15,-4 10 1 16,-7 15 2-16,-6 0 2 16,5 0 5-16,1 0-1 15,9 33 0-15,2 14 1 0,-4 7 0 16,-4 3-2-16,-7-2-3 16,-6-10-3-16,-7-4-1 15,0-6-4-15,5-2-19 16,10-3-19-16,-14-29-45 15,14-1-31-15</inkml:trace>
  <inkml:trace contextRef="#ctx0" brushRef="#br0" timeOffset="3992.7831">11299 2175 48 0,'32'-51'100'0,"-19"17"-93"15,-11 1 39-15,-2 8 7 16,0 5-28-16,0 7-2 15,0 7 0-15,0 6 3 16,0 0-8-16,0 0-8 16,-2 3-10-16,-24 25-2 15,-1 15 1-15,-10 6 0 16,-1 10 1-16,7 2 1 0,-3-5 3 16,13-4 4-16,6-7-3 15,15-10 1-15,0-1-6 16,0-10-1-16,0-8 1 15,43-7 0-15,21-9-7 16,13 0-7-16,11-28-5 16,9-22-29-16,-63 21-48 15,-8-3-33-15</inkml:trace>
  <inkml:trace contextRef="#ctx0" brushRef="#br0" timeOffset="4256.2032">11767 2035 96 0,'8'-53'82'16,"-8"49"-31"-16,0 4 32 0,0 0-34 15,0 4-49-15,0 31-6 16,20 15 6-16,14 7 5 16,-4-10-2-16,2-2-2 15,-4-12 0-15,-7-3-1 16,-14-3 3-16,-3-3-2 16,-4-2 1-16,0 0-2 15,0-1 3-15,-23-5 2 16,-14 2 2-16,-6-11 4 15,-4-1 5-15,-7-6 2 16,9 0-3-16,5 0-10 16,5 0-5-16,18 0-15 15,11-12-20-15,6 4-20 0,0 0-80 16</inkml:trace>
  <inkml:trace contextRef="#ctx0" brushRef="#br0" timeOffset="4878.0995">13024 1934 214 0,'-20'-25'48'16,"-5"25"0"-16,-5 0 6 15,-5 3-34-15,-6 46-20 16,3 22-3-16,6 13 3 16,12 5 0-16,12-9 1 15,8-19-1-15,0-14 0 16,0-18 0-16,0-13 0 15,0-7 0-15,8-9 2 16,16 0-2-16,4 0-4 16,-5-25 2-16,-1-11-2 15,-1-1 3-15,-14 1 1 16,6 8 0-16,-13 14 1 0,2 10-1 16,4 4-5-16,5 0-5 15,17 41-2-15,15 22 12 16,8 21 3-16,-1 11 0 15,-3 7 2-15,-7 4 0 16,-3-5-2-16,-18-16-3 16,-14-12 3-16,-5-14-3 15,-9-7 5-15,-51-6 2 16,-19-9-1-16,1-8-4 16,-1-14 2-16,4-12 4 0,15-3-3 15,6 0-1 1,7-27-3-16,6-13-1 0,9-3-2 15,13-6-2-15,19 0-7 16,0-6-2-16,28-2-9 16,32-5-17-16,17-9-28 15,-43 46-15-15,-2 0-23 16</inkml:trace>
  <inkml:trace contextRef="#ctx0" brushRef="#br0" timeOffset="5149.0105">13339 2445 47 0,'0'10'31'0,"0"-7"15"0,0-3 15 16,0 0-11-16,0 0-1 16,0 0-3-16,0-10-13 15,0-18-20-15,0-11-5 16,0-4 4-16,0-14-7 15,0 1-5-15,0 2 0 16,4 0-7-16,37 16-5 16,8 9 1-16,-4 14-7 15,0 12-19-15,3 3-21 16,-3 0 0-16,-30 10-15 16,-3 7-19-16</inkml:trace>
  <inkml:trace contextRef="#ctx0" brushRef="#br0" timeOffset="5553.2415">13806 2108 43 0,'18'0'63'0,"-18"0"-24"16,0 0 1-16,0-10-3 16,0-3-5-16,-18-2-12 15,-1 2 8-15,-4 6 0 16,5 5-5-16,3 2-5 16,-12 0-10-16,-1 9-8 15,-9 31-2-15,1 16-1 16,8 10 0-16,-4 1 1 15,8-4 1-15,9-12-1 16,15-13 1-16,0-9-1 16,0-18-4-16,6-7 5 15,22-4 1-15,-2 0 0 16,2 0 1-16,6-29-1 0,-2-7-8 16,1-4-1-16,-12-2-3 15,3 2 3-15,-9 9 9 16,-15 13 1-16,0 8 12 15,0 10 13-15,0 0 6 16,0 0-18-16,0 7-14 16,0 29-9-16,0 10 9 15,0 6 1-15,0-5-1 16,17-7-1-16,6-12-13 16,5-5-15-16,9-16-23 15,6-7-18-15,-30 0-6 16,2 0-69-16</inkml:trace>
  <inkml:trace contextRef="#ctx0" brushRef="#br0" timeOffset="5876.1601">14068 2303 23 0,'0'0'38'0,"9"8"-26"16,-9 30 31-16,0-1-4 15,0-1-19-15,0-5-11 16,0-13 12-16,0-7 2 15,0-8 2-15,0-3 7 16,-9 0 0-16,9 0-5 16,-8-14-8-16,-3-19-12 15,-2-7-6-15,0-12 0 0,13 1-1 16,0-4 0 0,0 9-2-16,0 11 0 0,28 11-1 15,-2 13-1-15,2 9 1 16,-5 2-1-16,5 0 1 15,0 0 3-15,0 6 3 16,0 19-3-16,-5 5-6 16,5 3-11-16,-4 2-12 15,-20-23-29-15,0-4-59 16</inkml:trace>
  <inkml:trace contextRef="#ctx0" brushRef="#br0" timeOffset="6582.9856">14827 2083 26 0,'0'-57'166'15,"0"36"-149"-15,0 9 48 16,-12 12-16-16,-3 0-39 16,-9 12-10-16,2 33-3 15,-16 15-2-15,6 8 5 16,4-3 1-16,11-11 0 15,6-10-1-15,11-14 0 16,0-12 0-16,0-12-1 16,0-6 0-16,4 0 1 15,31-2-2-15,5-35-3 16,1-13-3-16,6-13-2 0,-6-9-7 16,-9-9-4-16,-8-16-5 15,-20-3 13-15,-4-9 5 16,0 9 3-16,-9 19 5 15,-23 33 12-15,13 25 39 16,6 23 1-16,9 0-24 16,4 38-28-16,0 32 0 15,0 19 0-15,0 7 8 16,0-12 6-16,17-4-3 16,11-15-5-16,10-15-4 0,3-6 0 15,4-10-2 1,5-16 0-16,-1-7 0 0,0-11-2 15,7 0-7-15,4-6-2 16,7-31-10-16,-3-9-21 16,-4-6-10-16,-19 6 9 15,-13 2 4-15,-13 11 17 16,-15 11 22-16,0 9 7 16,0 13 8-16,-20 0 29 15,-20 22-19-15,-3 22-12 16,-2 4 13-16,10 6 6 15,14-1-8-15,6-8 4 16,15-4-6-16,0-9-11 16,0-2 2-16,43 2 8 15,17-4-8-15,8-6-2 0,12-6 6 16,1-11-9-16,-1 0-3 16,-12-5 0-16,-16 0-5 15,-1 0-6-15,-19-12-19 16,-19-10-7-16,-13 8-81 15,0 1 54-15</inkml:trace>
  <inkml:trace contextRef="#ctx0" brushRef="#br0" timeOffset="7539.4807">3445 4648 23 0,'13'-25'218'0,"-13"25"-197"16,0 0 1-16,0 0 32 15,4 0-18-15,-4 0-23 16,0 0-6-16,0 0 4 16,0 6 2-16,0 35-13 15,0 20 0-15,0 30 9 16,0 18-2-16,0 7-3 15,0 5-3-15,0-1-1 0,-4-8 0 16,-9-19 1-16,2-10-1 16,-2-20 0-16,9-15 0 15,4-17-1-15,0-13-4 16,0-12-18-16,0-6-18 16,0 0-26-16,0-3-47 15,4-21-1-15</inkml:trace>
  <inkml:trace contextRef="#ctx0" brushRef="#br0" timeOffset="7826.894">3743 4685 189 0,'0'0'57'16,"0"30"-50"-16,0 49 46 16,0 19-8-16,0 16-22 15,0 6-4-15,2 5 3 16,7-7-11-16,-1-9-5 16,1-11-2-16,-1-17-4 15,-5-13 0-15,3-17-7 16,0-12-26-16,1-17-20 0,-7-22-34 15,0 0-73-15</inkml:trace>
  <inkml:trace contextRef="#ctx0" brushRef="#br0" timeOffset="8327.6751">2932 4729 159 0,'0'-125'57'0,"22"58"-16"0,33 8 6 16,8 15-25-16,1 8-16 16,0 4-5-16,3 8 5 15,6-2-2-15,8 8-2 16,7 1 0-16,0 4-2 15,-9 7 0-15,-3 1 2 16,-6 2-2-16,8 3 0 16,-8 0 0-16,10 0 1 15,-12 0-1-15,-1 8-1 16,-14 15-3-16,-5 6 1 16,-1 3-5-16,-13 11 5 15,-15 7 3-15,-1 4 1 0,-18 5-1 16,0 4 1-1,0 0 0-15,-22 1 1 0,-27-2 0 16,-11-1 4-16,-11-5 7 16,-6-1 2-16,-7-8-1 15,-4-5 1-15,0-14-1 16,11-6 2-16,6-11-1 16,22-11 1-16,6 0-9 15,24 0-3-15,10 0-4 16,9 0-22-16,0 0-35 15,0-2-11-15,0-2-55 16</inkml:trace>
  <inkml:trace contextRef="#ctx0" brushRef="#br0" timeOffset="8922.8125">5450 3950 187 0,'-64'-3'26'15,"17"3"21"-15,2 0 11 16,-3 31-36-16,10 12-9 16,-5 19-3-16,4 19 1 0,11 27 7 15,11 20-7-15,7 20 1 16,10 11 3-16,0 11-6 15,0-6-3-15,0-13 0 16,42-11 3-16,10-23-7 16,2-24-1-16,8-9-1 15,-4-17 0-15,15-21-1 16,-7-9-4-16,13-14-25 16,14-12-32-16,5-11-12 15,-68 0-33-15,5-17-24 16</inkml:trace>
  <inkml:trace contextRef="#ctx0" brushRef="#br0" timeOffset="9362.0386">7837 4182 101 0,'0'0'101'0,"0"25"-94"15,-47 29 33-15,-9 7 1 16,1 9-32-16,-5 9-8 16,-3 2 18-16,1 2-2 15,-2 0 1-15,-5-2 0 16,-6-3-5-16,-4 5-9 16,2 1 0-16,6-8-1 0,19-5-3 15,7-11 0 1,17-23 0-16,18-12-2 0,10-14-4 15,0-5-5-15,0-6-12 16,0 0-11-16,0 0-11 16,0 0-29-16,0-14-31 15</inkml:trace>
  <inkml:trace contextRef="#ctx0" brushRef="#br0" timeOffset="9789.6318">6962 4226 1 0,'0'-4'170'0,"0"4"-136"15,0 0-2-15,0 0 17 16,35 39-30-16,42 22 20 16,24 12-4-16,14 10-7 15,12 2 1-15,4 0-12 0,-13-4-6 16,-2-6-4-16,-1-7-2 15,-16-4-1-15,-7-12-2 16,-14-6-2-16,-14-10 0 16,-19-6 0-16,-13-6-18 15,-13-6-6-15,-4-1 9 16,-10-8-29-16,-5 0 2 16,0-4-24-16,0-5-48 15,0 0-26-15</inkml:trace>
  <inkml:trace contextRef="#ctx0" brushRef="#br0" timeOffset="10509.397">6630 3942 135 0,'-24'5'112'0,"24"-5"-77"16,0 0 34-16,0 0-22 15,0 0-34-15,37 0-4 16,29 0 27-16,31 0 4 16,23 0-13-16,26-5-9 15,4 2-2-15,17 0-8 16,-15-1-3-16,-14 0-4 16,-22 1 0-16,-37 3-1 15,-19 0 1-15,-26 0-1 16,-23 0 0-16,-5 0 0 0,-6-2 1 15,0 2-1-15,0-2 0 16,0-2-7-16,0 4-8 16,0-6-18-16,5 5-14 15,-5-3-26-15,0 0-40 16,0 4-130-16</inkml:trace>
  <inkml:trace contextRef="#ctx0" brushRef="#br0" timeOffset="11011.2392">8978 4296 185 0,'-32'-11'50'16,"9"11"-47"-16,-1 0 61 0,3 0-33 15,-7 0-28-15,-4 26 4 16,-7 6 4-16,-2 13-2 16,7 1-3-16,0 2 4 15,12 4 3-15,-4 2-1 16,24-2-7-16,2-1 1 16,0-2 4-16,0-4-2 15,2-8 2-15,35-5-5 16,8-5-1-16,-6-8 1 15,8-2-3-15,2-7-2 16,7-6 3-16,-5-3-3 16,-4-1 0-16,3 0-3 0,-7 0-19 15,-5-12-39-15,-38-2-51 16,0 3-140-16</inkml:trace>
  <inkml:trace contextRef="#ctx0" brushRef="#br0" timeOffset="11229.5993">8614 4615 210 0,'0'-3'27'16,"0"-9"1"-16,28 0 31 15,36-6-12-15,9-7-9 0,2 6-6 16,-6 1-14-1,-5 7-13-15,-2 10-5 0,3 1-12 16,3 0-29-16,-55 0-35 16,9 0-87-16</inkml:trace>
  <inkml:trace contextRef="#ctx0" brushRef="#br0" timeOffset="11701.2887">10336 3541 153 0,'-53'20'28'0,"5"30"-4"16,10 4 31-16,-5 6-22 15,4 3-14-15,-2 4 5 16,9 6-3-16,4 3-5 16,5 14-1-16,10 9-7 15,2 16 2-15,7 18-2 16,4 11 8-16,0 11 9 0,0-6-18 15,0 3 5 1,0-2 0-16,51 0-2 16,20-8 3-16,13-6-1 0,10-11 15 15,9-21-18-15,7-19 0 16,5-18-2-16,-3-20-6 16,-9-13 1-16,-30-9-2 15,-22-10-2-15,-19-4-20 16,-19-5-24-16,-2-1-23 15,-11-5-30-15,0 0-64 16</inkml:trace>
  <inkml:trace contextRef="#ctx0" brushRef="#br0" timeOffset="16204.6436">10746 5682 123 0,'0'2'82'15,"0"-2"-74"-15,0 0 2 16,0 0 28-16,4 0-16 16,-4 0-18-16,0 0 2 0,0 0 7 15,0 0-5 1,0 0-2-16,0 0 4 0,0 0-6 15,0 0 3-15,0 0-3 16,0 0 1-16,0 0-1 16,0 0-2-16,0 0-1 15,0 0 0-15,0 0-1 16,0 0 0-16,0 0 0 16,0 0 0-16,0 0 0 15,0 0-5-15,0 0-3 16,0 0-7-16,0 0-16 15,0 0-32-15,0 0-63 16</inkml:trace>
  <inkml:trace contextRef="#ctx0" brushRef="#br0" timeOffset="18138.5131">10814 4343 34 0,'0'-8'20'0,"0"6"-19"0,0-1 10 16,0 3-11-1,0 0-5-15,0 0-2 16,0 0-8-16,0 0-22 0</inkml:trace>
  <inkml:trace contextRef="#ctx0" brushRef="#br0" timeOffset="20049.4556">10619 5668 142 0,'0'11'49'0,"0"-11"-26"16,0 0 17-16,0 0-12 15,0 0-19-15,20-24 20 16,16-5 4-16,18-15-13 16,1-14 0-16,8-13 0 15,16-16-4-15,2-14-9 16,7-3-5-16,-4-13-1 15,-2-2 0-15,-16-7 1 16,-10-3-1-16,-9 7-1 16,-11 15 1-16,-12 26 0 0,-7 29-1 15,-12 23 0 1,1 15 1-16,-2 11 1 0,-4 3-1 16,0 0-1-16,0 0-1 15,0 6-10-15,0 31-1 16,0 18 11-16,-4 10 2 15,-15 6 3-15,-1 0-4 16,7-1 0-16,-2-5 0 16,3-7 2-16,3-10-2 15,9-12 0-15,0-12-1 16,0-15 0-16,0 2-4 16,0-10-3-16,9-1-1 15,23 0 6-15,9-1 1 16,6-33 1-16,-2-10-2 0,2-4-4 15,0-7-8-15,-10-2 2 16,-10-5-1-16,-3 0 3 16,-9 5-2-16,-9 7 2 15,-1 17 8-15,1 13 3 16,-6 9 2-16,0 11 0 16,0 0 11-16,0 0-3 15,0 0-1-15,0 0-9 16,0 16 0-16,0 19 0 15,0 19 8-15,0 9 1 16,0 6 5-16,0 6-1 16,0-2 2-16,0-3-6 0,0-12-2 15,-6-12-3-15,6-11-3 16,0-14-1-16,0-3-12 16,0-8-29-16,0-8-20 15,0-2-41-15,6 0-24 16</inkml:trace>
  <inkml:trace contextRef="#ctx0" brushRef="#br0" timeOffset="20522.2373">12251 4592 54 0,'-32'8'180'0,"32"-4"-145"15,0-4 20-15,0 0-6 16,0 0-29-16,0 0-5 15,0 0-3-15,15 0-7 16,28 0 4-16,15 0 25 16,6 0-11-16,9 0-5 0,-6 0-6 15,-3-4-5-15,-8 3-5 16,-5-2-1-16,-14 0-1 16,-13-2 0-16,-12-1 1 15,-3 0-1-15,-9 2 1 16,6 2 1-16,-6 2 1 15,5-3-3-15,-5-1-2 16,0 4-3-16,0-5 2 16,0-1-5-16,0 6-6 15,0-2-16-15,-24 2-6 16,-8 0-18-16,19 0-29 16,-6 0-75-16</inkml:trace>
  <inkml:trace contextRef="#ctx0" brushRef="#br0" timeOffset="24774.5426">13339 4187 62 0,'0'0'81'16,"0"0"-67"-16,0 0 18 15,0 0 8-15,0 0-25 16,0 0-9-16,0-4 15 15,0 3 12-15,0 1-9 16,0 0-5-16,0-5 0 16,0 5-1-16,0-1-1 15,0 1-5-15,4 0-1 0,-4-3-6 16,0 3-2-16,7 0 1 16,-7-3-3-16,2 3-1 15,2-2 0-15,11-4 0 16,9-3 0-16,8-1 0 15,4-5 0-15,5 6-1 16,-2-2 1-16,-7 2 0 16,0 4 0-16,-8 1-2 15,-3-1 2-15,-2 3 2 16,-10 0-2-16,2 2 0 16,-3 0-2-16,-8 0 0 15,5 0-1-15,10 0-3 16,-3 2-3-16,12 29 2 0,4 6 3 15,-5 10-1 1,-14 1 3-16,-5 2-1 0,-4 0-2 16,0 8 4-16,-4 2 1 15,-37 2-2-15,-14-3-7 16,-6-4 4-16,6-11-1 16,3-10 4-16,5-12 0 15,15-8 2-15,4-6 0 16,11-5 3-16,2-2 2 15,2-1-1-15,9 0 3 16,-7 0-2-16,11-12-5 16,0-11 0-16,0-1-5 15,0 2 2-15,0 0 1 16,11 5 0-16,21 2 2 16,2 2 0-16,0 10 2 0,3 3 0 15,6 0 3-15,2 0-3 16,-2 5-1-16,2 17 0 15,-2 6 1-15,-3-2 0 16,-3-1 4-16,-3-6 0 16,-6-4-3-16,-6 0-2 15,-3-5-1-15,-6-2-7 16,8 3-21-16,-21-11-45 16,0 0-77-16</inkml:trace>
  <inkml:trace contextRef="#ctx0" brushRef="#br0" timeOffset="25592.1507">14499 4296 75 0,'7'42'14'16,"-5"8"3"-16,2 1 15 0,3 3-12 16,-3 1-10-1,-4-7 0-15,0-4 4 0,0-6-2 16,0-9 1-16,-11-9 4 15,-2-7-3-15,5-8 5 16,-3-2 0-16,9 0-4 16,-13-3-3-16,-5 0 2 15,-12 0-8-15,-8-22 0 16,-3-11 11-16,-2-10-12 16,-3-3-2-16,12-9 3 15,4 0-4-15,13 7 0 16,6 5-1-16,6 11 0 0,7 0-1 15,0 1 0-15,0 5 1 16,0 2 0-16,0-6 0 16,15 10 0-16,5 2 0 15,1 2 2-15,3 3 1 16,-1 2 1-16,5 4 1 16,4-5 0-16,5 6-4 15,14 2 0-15,5 1 1 16,8 1 0-16,9-3 2 15,-2-1-3-15,2 0 1 16,-2 6-1-16,-7-6 0 16,-13 6-1-16,-10 0 1 0,-9-5 2 15,-4 5 0-15,-4-1 1 16,4 1-1-16,-7 0-2 16,3 0 0-16,-5-5 0 15,-6 3-1-15,2 0-1 16,-6 2 1-16,-5 0 0 15,7-3 0-15,-3 3 0 16,1 0-1-16,-9 0 2 16,4 0-1-16,-4 0 0 15,0 0 1-15,0 0 0 16,0 0 1-16,0 0 0 16,0 0 1-16,0 0-1 15,0 0-1-15,0 0-2 16,0 0-5-16,0 0-21 15,0 0-10-15,-28 0-8 0,15 0-45 16,-6 0-78 0</inkml:trace>
  <inkml:trace contextRef="#ctx0" brushRef="#br0" timeOffset="26378.2032">15439 4731 117 0,'4'0'101'0,"-4"0"-100"15,4 0 9-15,1 7 20 16,10 20-16-16,-3 4-2 16,-7 6 6-16,-5 0 3 15,0 4 0-15,0-3-13 16,-5-3-5-16,-18 0 4 15,-5-4-1-15,11-7-1 0,-2-5-3 16,6-6 1 0,2-4-3-16,11 2-1 0,0 2-11 15,0-10-49-15,0 3-75 16</inkml:trace>
  <inkml:trace contextRef="#ctx0" brushRef="#br0" timeOffset="27682.6684">15816 5739 115 0,'39'-52'48'15,"-3"-2"-21"-15,16-12 21 16,12-4 1-16,0-8-23 16,1-9-7-16,-1-7 4 15,0-11-7-15,-8-9-5 0,0-13-2 16,-5-14-6-16,-5-10-3 16,1 11 0-16,-15 23 0 15,-4 36-2-15,-9 38 2 16,-10 24 1-16,-5 17-1 15,-4 2 1-15,0 0-2 16,4 4-6-16,11 32-9 16,-2 13 16-16,2 7 3 15,-2-4-3-15,-9 6 2 16,1-8-1-16,1-3 0 16,-2-5-1-16,-4-11 0 15,5-12 0-15,-1-8 0 16,4-5-3-16,7-6 0 0,3 0 2 15,9 0 0 1,12-9 1-16,2-26-1 0,10-17-1 16,-1-8-1-16,5-8-6 15,-7 10-2-15,-16 5 1 16,-9 16 7-16,-14 11 3 16,-5 8 2-16,-4 13 0 15,0 5 15-15,0 0 6 16,0 0-1-16,0 0-8 15,0 0-4 1,0 0-7-16,0 23-3 16,0 21-2-16,0 15 2 0,0 5 4 0,0-2 0 15,0 0-4 1,0-4 0-16,0-5 0 0,15-9-7 16,2-11-21-16,11-11-7 15,11-11-27-15,-26-11-41 16,10 0-58-16</inkml:trace>
  <inkml:trace contextRef="#ctx0" brushRef="#br0" timeOffset="27983.4049">17944 4114 138 0,'0'-5'100'16,"0"5"-98"-16,0 0 36 0,0 0 11 15,4 23-41-15,5 18 11 16,-3 5-14-16,-6 3 6 16,0 7-7-16,0 2 0 15,0 1-3-15,0 1 0 16,0-5-1-16,-15-7-5 15,2-6-6-15,-2-14-7 16,7-6-12-16,3-8-14 16,5-14-26-16,0 0-33 15</inkml:trace>
  <inkml:trace contextRef="#ctx0" brushRef="#br0" timeOffset="28913.4851">17500 4392 130 0,'-9'0'66'16,"9"0"-53"0,0 0 14-16,17 0 1 0,44 0 1 15,9-13 8-15,8 5-4 16,1-3-7-16,-6 4-8 15,-2 0-3-15,-11 3-8 16,-5 4-7-16,-5-7 0 16,-3 2 1-16,-11-1 1 15,-8 4-2-15,-13-4-1 16,-2 4-14-16,-4 2-16 16,-3-3-15-16,-6 3-61 15,0-3-96-15</inkml:trace>
  <inkml:trace contextRef="#ctx0" brushRef="#br0" timeOffset="29470.1014">18504 4099 207 0,'0'-38'58'0,"0"14"-55"15,36-6 26-15,33 6-6 16,6 2-18-16,4 8 0 16,-6 12 8-16,-17 2 0 15,-15 0-9-15,-13 0-3 16,-13 24-1-16,-15 14-1 16,0 14-6-16,-15 4-13 15,-54 11-12-15,-10-6-27 16,-5 1-4-16,7-7 28 15,6-4 28-15,17-13 7 0,11-3 4 16,15-11 18-16,20-1-2 16,8-4-5-16,0-8 2 15,0 0 13-15,0-2 1 16,32-2-10-16,0 1-6 16,5-4 0-16,10-4 3 15,13 0-3-15,4 0-2 16,16 0-2-16,-3-15-10 15,-2-9-1-15,-2-6-28 16,-54 17-52-16,-6-2-61 16</inkml:trace>
  <inkml:trace contextRef="#ctx0" brushRef="#br0" timeOffset="29950.2895">19465 4262 130 0,'15'34'24'15,"6"-3"10"-15,3 8 16 16,-5-1-26-16,-6 3-18 16,-13-4-3-16,0 1 0 15,0-8 2-15,0-4 1 16,-9-6 1-16,-10-12-6 0,2-8 3 15,2 0 1 1,-2 0 0-16,-7-23-3 0,0-21 1 16,-8-9-1-16,4-12-1 15,-4 1 0-15,4 12 0 16,9 21-1-16,10 10 6 16,9 13 10-16,0 3-5 15,0-3-4-15,9 2-3 16,47-1 5-16,15-8 0 15,10 2 5-15,7 0 2 16,6-6 1-16,-1 5 1 16,-1-2 1-16,-4-2-6 15,-11 5-6-15,-2-2-2 16,-11 2-3-16,-16 2-1 0,-16 1-1 16,-11 9-1-16,-14-3-12 15,-7 4-15-15,0 0-18 16,0 0-19-16,0 0-51 15,0 0-29-15</inkml:trace>
  <inkml:trace contextRef="#ctx0" brushRef="#br0" timeOffset="30347.4117">20099 3481 165 0,'0'-16'53'16,"18"16"-47"-16,24 2 7 16,12 34 15-16,17 17 4 15,-2 17-11-15,-1 11-4 16,3 13 1-16,-11 15 7 15,-9 4-9-15,-14 15-3 16,-29 8-4-16,-8 5-2 16,0 5 1-16,-32-8-7 15,-28-16 1-15,-15-10 1 0,7-14-2 16,-1-14 0-16,-2-16 0 16,11-11 1-16,0-14 0 15,11-7-2-15,6-13-2 16,11-9-10-16,4-8-6 15,11-6-5-15,-3 0-10 16,16 0-30-16,4-21-60 16</inkml:trace>
  <inkml:trace contextRef="#ctx0" brushRef="#br0" timeOffset="30987.9335">21193 4023 190 0,'-8'-2'33'16,"8"2"14"-16,0 0 27 15,0-4-47-15,0 2-14 16,0 0 4-16,0-1 0 15,23 0-5-15,9 0 2 0,1 1 0 16,3 0-7-16,-4-5-4 16,7 5-2-16,-3-4-1 15,1 4 1-15,-9-3-1 16,-9 3-2-16,-10-5-4 16,-5 5-4-16,-4 2 3 15,0 0 2-15,0 0-5 16,0 0-5-16,0 0-1 15,0 0 1-15,0 0-10 16,0 0-23-16,0 0-32 16,0 0-6-16,0 0-50 15</inkml:trace>
  <inkml:trace contextRef="#ctx0" brushRef="#br0" timeOffset="31463.5014">20972 3217 142 0,'13'0'47'0,"11"3"-46"16,12 43 62-16,11 14-6 15,18 14-25-15,-9 8-1 16,-5 22-11-16,-2 17-2 15,-10 19-11-15,-7 17 4 16,-19 21 5-16,-13 14-9 16,0 1-3-16,-13 0-1 15,-51-17 0-15,-7-22-3 16,-10-16 2-16,-3-18-1 0,5-28 0 16,-1-24-1-16,12-22 0 15,12-22-4-15,4-16-11 16,16-8-5-16,4-4-21 15,-1-31-38-15,33 2-18 16,0 5-17-16</inkml:trace>
  <inkml:trace contextRef="#ctx0" brushRef="#br0" timeOffset="31890.3662">21897 3807 231 0,'15'-6'48'15,"-2"1"-20"-15,10-2 41 16,22 1-31-16,11-8-23 15,19 3 2-15,2-1-3 16,-6 2-7-16,-11 4-5 16,-15 1-2-16,-21 2-1 15,-9 3-18-15,-15 0-34 16,0 0-53-16,0 0-85 16</inkml:trace>
  <inkml:trace contextRef="#ctx0" brushRef="#br0" timeOffset="32101.3752">21873 4042 202 0,'0'4'81'0,"24"-4"-63"16,40 0 67-16,7 0-27 15,2 0-30-15,2-9-12 16,-11 4-1-16,-23 1-10 15,-13 4-5-15,-13 0-7 16,-15 0-37-16,0 0-48 16,0 0-93-16</inkml:trace>
  <inkml:trace contextRef="#ctx0" brushRef="#br0" timeOffset="32867.4628">23164 3493 136 0,'5'-42'92'0,"-5"25"-66"16,0 12 36-16,0 2-1 16,-9 3-35-16,-19 0-16 15,-10 0-10-15,-12 19-2 16,-10 25-2-16,-4 8 2 15,-3 11-1-15,18 2-1 16,6-4 2 0,15-6 2-16,15-10-3 0,13-9 2 15,0-16-1-15,0-9-2 16,0-6-2-16,24-5 4 16,12 0 1-16,20-9 0 15,0-22 1-15,4-8-2 16,0-1-2-16,-4-3-3 0,-15 0 0 15,-5 9 0-15,-17 9 3 16,-10 13 4-16,-9 8 2 16,0 4 10-16,0 0 7 15,0 0-1-15,0 18-13 16,-4 21-3-16,-29 12-2 16,-9 15 7-16,1 7 5 15,-11 3-4-15,7 0 0 16,2-7-6-16,11-13-2 15,15-9 0-15,13-14-3 16,4-8-19-16,0-11-15 16,0-7-11-16,0-7-53 0,8 0-32 15</inkml:trace>
  <inkml:trace contextRef="#ctx0" brushRef="#br0" timeOffset="33817.2442">23677 3505 171 0,'0'-5'69'0,"0"5"-21"16,0 0 19-16,0 0-47 15,0 7-19 1,-32 32 0-16,-20 16 8 0,-8 13-5 16,0 7 2-16,11 4-1 15,2 0-1-15,23-12 0 16,16-8-4-16,8-9 0 0,0-14 1 16,0-11-1-16,27-5 0 15,14-11-2-15,2-9 0 16,2 0-2-16,7 0 0 15,-1-30 2-15,-2-5 2 16,-10 4-6-16,-22-2-8 16,-8 1 1-16,-9 5-2 15,0 8 7-15,-5 8-1 16,-27 8 1-16,-13 3-2 16,2 0 3-16,3 20 2 15,-3 4-4-15,17 0-16 16,11-2-14-16,15-17-26 15,0-5-69-15</inkml:trace>
  <inkml:trace contextRef="#ctx0" brushRef="#br0" timeOffset="34088.5231">24468 3543 64 0,'0'-16'227'0,"0"16"-199"16,0 14 7-16,-27 26 33 15,-10 12-33-15,-10 12-14 0,0 4 3 16,-3 5-9-16,3 0-4 16,2-6-9-16,2-3-2 15,3-7-4-15,7-7-16 16,5-10-7-16,9-12-31 15,6-15-6-15,13-13-36 16,0 0-32-16</inkml:trace>
  <inkml:trace contextRef="#ctx0" brushRef="#br0" timeOffset="34299.6801">23917 3592 290 0,'0'-19'83'0,"0"7"-43"16,5 3 42-16,27 0-44 15,11-3-31-15,-7 8-7 16,5 4-2-16,-3 0-22 16,-1 10-41-16,-5 30-27 15,-23-20-41-15,-9 5-75 16</inkml:trace>
  <inkml:trace contextRef="#ctx0" brushRef="#br0" timeOffset="34466.5501">24426 4189 177 0,'60'13'42'16,"0"-13"32"-16,0-9 14 15,-17-14-30-15,-7 2-41 16,-23 4-17-16,-13 4-16 15,0-3-34-15,0 16-12 16,-37 0-101-16</inkml:trace>
  <inkml:trace contextRef="#ctx0" brushRef="#br0" timeOffset="35459.4062">3430 7343 60 0,'0'-34'149'0,"0"32"-111"16,0 2 1-16,0 0 19 0,0 0-31 15,0 0-19-15,0 17-8 16,0 38-1-16,0 20 1 16,8 23 15-16,27 11 0 15,-14 1-2-15,-2 4-5 16,-10-5-3 0,-3-4 0-16,-1-12-5 0,-1-18 0 15,7-14 0-15,-3-24-12 16,12-12-11-16,-3-17-16 15,11-8-22-15,-24 0-49 16,5-27 17-16</inkml:trace>
  <inkml:trace contextRef="#ctx0" brushRef="#br0" timeOffset="35686.1976">3818 7468 207 0,'11'5'58'0,"-11"93"-54"16,6 29 3-16,-6 14 20 15,9 0-18-15,-7-7-7 16,15-24 1-16,-2-18-2 16,9-21-1-16,4-23 0 15,-1-11 0-15,-3-11-21 0,-20-26-38 16,1 0-50-1</inkml:trace>
  <inkml:trace contextRef="#ctx0" brushRef="#br0" timeOffset="36008.5564">3425 7489 109 0,'0'-130'57'16,"95"35"-25"-16,25 3 18 16,11 8-10-16,-2 16-5 15,-12 21-17-15,-16 25-12 16,-17 22-6-16,-9 0-1 0,-4 29-1 16,-13 19 0-16,-11 12 0 15,-19 3 0-15,-15 0 0 16,-13 10 4-16,0 5-1 15,-33 3-1-15,-22-2 0 16,-3-12-4-16,-4-7 3 16,6-8-13-16,17-12-18 15,5-10-13-15,30-30-36 16,4 0-47-16</inkml:trace>
  <inkml:trace contextRef="#ctx0" brushRef="#br0" timeOffset="36307.8906">5219 6726 105 0,'-37'-9'93'0,"9"9"-73"16,7 50 6-16,1 17 3 15,5 25-15-15,7 21 15 16,4 13 3-16,4 18-11 16,0 8-5-16,0 4-5 15,0-15-5-15,27-14-4 0,12-22-1 16,6-14-1-16,11-22-2 16,10-20-16-16,7-16-19 15,5-17-27-15,18-16-1 16,-59-1 4-16</inkml:trace>
  <inkml:trace contextRef="#ctx0" brushRef="#br0" timeOffset="36609.1055">7758 6870 122 0,'0'0'56'15,"0"31"-31"-15,0 25 42 16,-41 15-24-16,-10 12-12 16,-11 19-12-16,-20 3-4 15,-2 6-4-15,7-5-8 16,2-11-2-16,11-11 0 15,21-19-1-15,2-12-14 16,13-19-13-16,5-12-26 16,8-17-31-16,15-5-14 0</inkml:trace>
  <inkml:trace contextRef="#ctx0" brushRef="#br0" timeOffset="36848.3601">6904 7073 16 0,'95'25'104'15,"16"39"-46"-15,24 6 10 16,3-1-11-16,-1 5-11 16,-10 2-21-16,-16-2-15 0,-14-7-4 15,-18-4 0 1,-8-17-4-16,-24-11-2 0,-11-7-8 15,-16-10-23-15,-12-4-21 16,-8-14-45-16,0 0-84 16</inkml:trace>
  <inkml:trace contextRef="#ctx0" brushRef="#br0" timeOffset="37131.8161">6448 6834 196 0,'0'-47'39'16,"75"12"-16"-16,68-8 58 0,31-2-29 15,2 4-12-15,-13 5-3 16,-24 10-5-16,-31 13-21 15,-20 9-11-15,-18 4-1 16,1 0-4-16,13 0-19 16,8 0-16-16,26 0-25 15,13 0 29-15,-88 0-80 16,-7 0-11-16</inkml:trace>
  <inkml:trace contextRef="#ctx0" brushRef="#br0" timeOffset="37546.128">9525 6765 133 0,'-83'32'95'16,"27"1"-82"-16,5 2 33 0,3 7-7 15,12 6-29 1,8 3 0-16,0 4 3 0,13-5-6 16,-2 1 2-16,15-7 4 15,2-3-2-15,0-1 0 16,0-6-6-16,0-5 1 15,28 1-1-15,2-8-2 16,15-6-2-16,-2-1 0 16,4-13 2-16,9-2 4 15,8 0-4-15,-8 0 3 16,-5-17-6-16,-10-4-9 16,-5-7-16-16,-1-1-17 15,-29-4-27-15,-6 17-54 16</inkml:trace>
  <inkml:trace contextRef="#ctx0" brushRef="#br0" timeOffset="37740.8509">9154 7147 119 0,'0'0'22'0,"54"0"7"16,25-16 37-16,20-1-18 15,6-2-16-15,4 1-16 16,-14 2-14-16,-3 2-2 16,-13 6-19-16,-66 2-32 15,-2 6-64-15</inkml:trace>
  <inkml:trace contextRef="#ctx0" brushRef="#br0" timeOffset="38063.4517">10690 6175 231 0,'0'-18'51'15,"0"18"-30"-15,0 0 39 0,0 12-45 16,0 38-14-16,-28 23 6 15,-15 28 5-15,7 19 8 16,-1 15-1-16,1 6 0 16,12 0-5-16,5-8-10 15,15-3 7-15,4-7-8 16,0-10-1-16,23-13-2 16,42-15-3-16,10-12 2 15,10-16-40-15,16-5-3 16,-62-52-29-16,-7 0-84 15</inkml:trace>
  <inkml:trace contextRef="#ctx0" brushRef="#br0" timeOffset="38691.7897">11387 8128 202 0,'-8'7'16'16,"8"-7"4"-16,0-21 33 0,4-18-31 15,24-11 7 1,8-9-1-16,1-11-1 0,6-9-4 15,2-13-10-15,-3-12 4 16,-9-1-5-16,-10 2-8 16,-3 14-4-16,-8 21-2 15,-3 29-5-15,-3 24 0 16,-6 15 1-16,0 0-5 16,0 0-6-16,0 15 7 15,0 26-8-15,13 14 18 16,2 11 1-16,7 1 0 15,1-4 0-15,-1-7-1 16,6-9 0-16,-5-15-1 16,-1-10 0-16,-7-15-2 15,4-7-1-15,5 0-4 0,4 0 6 16,-1-31-6 0,6-19 5-16,-1-13-3 0,0-5-10 15,-9-6-8-15,1 5 7 16,-11 7-3-16,-4 23 20 15,1 19 3-15,-10 20 13 16,0 0 5-16,0 0 1 16,0 12-11-16,0 24-8 15,0 14 0-15,0 9 10 16,9 3 1-16,-1-3-5 16,7-7 0-16,-6-8-6 15,10 2-3-15,-2-11-9 0,11-8-30 16,-17-27-37-1,4 0-63-15</inkml:trace>
  <inkml:trace contextRef="#ctx0" brushRef="#br0" timeOffset="38931.5386">13034 7179 293 0,'-10'-2'54'16,"10"-3"-46"-16,19-3 34 0,37-1-27 15,17 1 6 1,6 1-4-16,-8 3-15 0,2 4-1 16,0 0-1-16,-3 0-16 15,-1 0-31-15,-56 0-31 16,-2 0-60-16</inkml:trace>
  <inkml:trace contextRef="#ctx0" brushRef="#br0" timeOffset="39391.0118">14394 6944 215 0,'17'27'32'15,"15"4"-30"-15,9 3 53 16,6 7-35-16,-10-1-14 16,-18 2-6-16,-10-8 3 15,-9 2-2-15,0-11 5 16,0-12-1-16,0-4 4 16,0-9-3-16,-13 0-3 15,-6 0 5-15,-5 0-3 16,-8-9-5-16,-9-25-4 15,-2-6 0-15,-2-9-5 16,4-11-1-16,7 4-4 16,17-1 0-16,13 8-3 15,4 16 11-15,0 9 3 0,0 7 0 16,4 3 3-16,32 1 5 16,12 0 4-16,16-1 9 15,13-7 2-15,22-4-1 16,6-2 0-16,-2 3 4 15,-7 5 1-15,-8 5-7 16,-19 3-7-16,-9 3-7 16,-4 5-3-16,-5 3-4 15,5 0-11-15,0 0-31 16,-48 0-18-16,5 0-63 16</inkml:trace>
  <inkml:trace contextRef="#ctx0" brushRef="#br0" timeOffset="39616.3951">15604 7162 182 0,'-37'96'31'0,"10"-14"15"16,3 7 21-16,7 1-46 15,-7-1-10-15,5-13-6 16,6-7-5-16,2-16-2 16,3-11-40-16,8-42-23 15,0 0 30-15</inkml:trace>
  <inkml:trace contextRef="#ctx0" brushRef="#br0" timeOffset="40223.811">16020 7977 179 0,'0'0'82'16,"6"-11"-76"-16,24-33 14 0,18-12 19 15,-1-6-35-15,-2-6-4 16,2-2 10-16,-11-13-4 16,1-11-3-16,-9-9 4 15,-9-7 0-15,-6 18-6 16,-9 17 1-16,-4 27 0 16,0 23-2-16,0 17 1 15,0 4 7-15,0 4 8 16,0 0-4-16,0 0-11 15,0 0-1-15,0 4-3 16,0 23-4-16,5 12 7 16,5 11 0-16,3 9 2 15,6 7-1-15,-6-3 3 0,7-12-4 16,-1-10-2-16,-6-17-3 16,6-15-5-16,-2-9 1 15,7 0-2-15,12-22-5 16,7-27 6-16,7-12-9 15,1-6-17-15,-4 2 2 16,-2 3 9-16,-17 11 12 16,-4 15 13-16,-5 20 4 15,-19 10 13-15,0 6 17 16,0 0 4-16,0 8-12 16,0 25-16-16,0 7 2 15,0 4-10-15,0-3-1 0,4-3 0 16,9-6-1-16,2-3-14 15,7-7-10-15,12-13-27 16,-21-9-27-16,6 0-39 16</inkml:trace>
  <inkml:trace contextRef="#ctx0" brushRef="#br0" timeOffset="40431.9844">17684 6767 299 0,'0'0'36'0,"0"42"-30"0,15 12 37 15,7-4-23 1,6 6-14-16,-5-5-6 0,-3-2 0 16,-8-1-3-16,-7-3-17 15,-5-5-24-15,0-33-35 16,0-3-53-16</inkml:trace>
  <inkml:trace contextRef="#ctx0" brushRef="#br0" timeOffset="40621.9091">17547 7020 227 0,'0'-24'122'0,"0"9"-120"0,45-9 4 15,30 3 33 1,13-8-29-16,9 10-10 0,-5 7-13 16,0 6-35-16,-64 6-43 15,-15 0-123-15</inkml:trace>
  <inkml:trace contextRef="#ctx0" brushRef="#br0" timeOffset="41061.6603">18680 6844 140 0,'45'45'45'16,"-22"4"-8"-16,-4 5 28 16,-6 3-33-16,-4 3-27 15,-9-5-1-15,0-6-2 16,0-11 4-16,0-9-3 15,-17-15 1-15,-7-13-4 16,1-1 0-16,1 0-2 16,-6-28-9-16,5-22 8 15,-5-8 0-15,0-18-3 16,0-5-1-16,9 5 0 16,10 15 1-16,5 20 6 15,4 16 0-15,0 15 4 0,0 8 5 16,0 2 0-1,23 0 10-15,27 0 5 0,16-9 6 16,16-4 4-16,16-7-10 16,8-4-1-16,5-6-2 15,-4 3-3-15,-10 3-6 16,-14 0-4-16,-5 5-8 16,-14 3-3-16,-8-2-17 15,-18 8-19-15,-5 1-29 16,-33 9-20-16,0 0-50 15</inkml:trace>
  <inkml:trace contextRef="#ctx0" brushRef="#br0" timeOffset="41356.366">19628 6187 40 0,'55'0'116'16,"-1"42"-76"-16,12 19 10 15,-6 20 27-15,-6 12-35 16,-7 19-18-16,-15 14-15 16,-23 6-1-16,-9 7-4 15,0-7 0-15,-54-5-4 16,-21-11-7-16,-8-16 2 0,10-15-1 15,2-17-12-15,11-25-1 16,15-19-12-16,41-24-33 16,4-7-74-16</inkml:trace>
  <inkml:trace contextRef="#ctx0" brushRef="#br0" timeOffset="41709.716">20132 6301 115 0,'49'0'74'15,"-2"13"-61"1,17 50 41-16,12 20 24 0,-8 20-48 16,-8 18-10-16,-15 4-16 15,-30 4 1-15,-15-1-2 16,0 1-1-16,-55-3 3 16,-14-1-4-16,-6-10 2 15,2-12-3-15,2-23-3 0,17-20-5 16,16-25-13-16,10-18-18 15,19-17-35-15,9 0-45 16</inkml:trace>
  <inkml:trace contextRef="#ctx0" brushRef="#br0" timeOffset="41985.1098">20917 6773 150 0,'19'-21'95'16,"30"9"-90"-16,18 4 19 15,10-3 41-15,-2 5-33 16,2 4-7-16,-6 2-9 15,-7 0-6-15,-12 0-10 16,-7 0-7-16,-22 0-27 16,-23 0-35-16,0 0-77 15</inkml:trace>
  <inkml:trace contextRef="#ctx0" brushRef="#br0" timeOffset="42180.3277">21172 7052 275 0,'13'0'17'15,"42"0"3"-15,25-8 46 16,-3-14-33-16,11-4-19 16,-4-1-14-16,-1 2 0 15,-3 0-35-15,-59 13-45 16,-2 6-12-16</inkml:trace>
  <inkml:trace contextRef="#ctx0" brushRef="#br0" timeOffset="42599.2109">23021 6015 50 0,'0'0'124'0,"0"32"-117"16,-60 45-6-16,0 10 51 16,0 12-26-16,8 11-13 15,7 1 0-15,6-2 13 16,12-9-11-16,18-19 4 16,9-19 0-16,0-19-6 15,0-18-6-15,9-10-7 0,33-15-6 16,14 0-2-16,0-28-3 15,8-18-2-15,-8-12 0 16,-15 0 7-16,-18-5-8 16,-18 5-3-16,-5 15 9 15,0 17 5-15,-48 16 3 16,-5 10 7-16,-7 0-1 16,-11 29-6-16,7 21 6 15,4 0 0-15,12 1-3 16,16-2-2-16,19-9-1 15,13-6 0-15,0-12-10 16,0-12-22-16,56-10-32 16,-24 0-19-16</inkml:trace>
  <inkml:trace contextRef="#ctx0" brushRef="#br0" timeOffset="43005.1864">23709 6072 38 0,'32'-57'218'0,"-32"57"-200"16,-13 0-3-16,-29 36 22 15,-8 30-30-15,3 17 7 16,6 20 3-16,3 7-1 16,6 5-2-16,-1-6 1 15,5-14-11-15,11-12-1 16,13-15-1-16,4-15-2 0,0-16-2 15,0-19-6-15,32-18-10 16,9 0-1-16,10-22-2 16,5-25-10-16,0-12 4 15,-15-7 2-15,-18 3 0 16,-18 11 18-16,-5 7 7 16,0 20 11-16,-20 14 11 15,-12 11 9-15,-4 0-13 16,3 0-14-16,1 24-1 15,4 12 3-15,9-6-5 16,6 0 0-16,9-3-1 16,4-5-4-16,0-1-22 15,4-7-12-15,13-14-30 0,3 0-51 16</inkml:trace>
  <inkml:trace contextRef="#ctx0" brushRef="#br0" timeOffset="43251.5581">24782 6117 286 0,'15'-31'42'16,"-15"31"-40"-16,-43 9 59 16,-22 31-11-16,5 12-33 15,0 12-8-15,0 13 14 0,0 8-10 16,4 9-5-16,-4 0-3 15,5-4-3-15,10-14-2 16,2-13-2-16,10-20-13 16,10-15-22-16,1-16-22 15,22-12-33-15,0 0-23 16</inkml:trace>
  <inkml:trace contextRef="#ctx0" brushRef="#br0" timeOffset="43424.2318">24065 6331 291 0,'0'-28'69'0,"0"21"-43"15,0 1 1-15,43 3-11 16,11 3-16-16,6 0-22 16,11 27-21-16,-44-6-24 15,-9 4-86-15</inkml:trace>
  <inkml:trace contextRef="#ctx0" brushRef="#br0" timeOffset="43576.6928">24593 6883 81 0,'45'34'97'16,"-7"-34"-77"-16,18 0 17 16,-2-28 27-16,2-2-46 0,-5-5-15 15,-19 8-3 1,-12 3-10-16,-20 7-31 0,0 17 41 15,-20 0-97 1</inkml:trace>
  <inkml:trace contextRef="#ctx0" brushRef="#br0" timeOffset="44377.5755">8629 9214 120 0,'30'0'58'16,"-26"0"-55"-16,3-21 0 15,1-6 8-15,-4 0-11 16,-4 0-7-16,0 3 7 15,0 5 5-15,0-2 8 16,-40 11 12-16,-10 5-13 16,-5 5 1-16,1 0-13 15,-2 36-1-15,7 14-1 16,6 14 2-16,15-3 3 16,15 1 14-16,9-3 5 15,4-5 2-15,0-2 1 16,0-10-5-16,24-3-8 0,12-8-2 15,5-11-7-15,6-1-1 16,4-10-2-16,-1-9-2 16,6 0-14-16,4-12-15 15,-39-10-38-15,-6-4-34 16</inkml:trace>
  <inkml:trace contextRef="#ctx0" brushRef="#br0" timeOffset="44593.4577">9086 8623 228 0,'0'0'49'15,"0"37"-48"-15,0 52 33 16,0 11 7-16,28 3-21 16,4 3-5-16,2-9 2 15,-15-8-10-15,-1-4-1 16,-12-13-6-16,-2-8 0 15,-4-8-24-15,0 2-19 16,0-54-41-16,0-2-34 16</inkml:trace>
  <inkml:trace contextRef="#ctx0" brushRef="#br0" timeOffset="44791.6501">8966 9365 153 0,'4'-53'88'16,"69"16"-75"-16,23-4 57 16,12 8-14-16,7 9-42 15,1 5-14-15,6 11 0 16,-1 5-21-16,-3-2-20 16,6-1-45-16,-92 6 22 15,-4-6-21-15</inkml:trace>
  <inkml:trace contextRef="#ctx0" brushRef="#br0" timeOffset="45037.7562">10364 9022 146 0,'-62'36'50'0,"12"2"4"0,16-1 16 16,6 3-35-16,9 0-16 15,10 0 12-15,1-2 2 16,8 0-7-16,0-2-6 15,0-10-4-15,0-2-8 16,15-4-4-16,21-1 1 16,14-8-2-16,5-5-3 15,5-6 0-15,9 0-9 16,2 0-7-16,2-13-23 16,6-5-35-16,-57 10-50 15,3 2 76-15</inkml:trace>
  <inkml:trace contextRef="#ctx0" brushRef="#br0" timeOffset="45262.7502">11318 9432 120 0,'0'11'221'16,"0"-11"-191"-16,0 0-4 15,9 0 18-15,19 0-27 16,4-3-7-16,0-8-5 16,5 3-5-16,-3 0-2 0,3-1-25 15,-5 7-36-15,-28 2-43 16,-4 0-73-16</inkml:trace>
  <inkml:trace contextRef="#ctx0" brushRef="#br0" timeOffset="45422.4159">11318 9432 218 0,'320'22'138'0,"-320"-22"-113"15,0 0 61-15,17 0-54 16,7-11-27-16,-5-3-1 16,-6 4-4-16,6 1-22 15,-14 9-48-15,-1 0-64 0</inkml:trace>
  <inkml:trace contextRef="#ctx0" brushRef="#br0" timeOffset="45592.1136">12136 9386 136 0,'19'-10'180'15,"5"-5"-156"-15,3 0 1 16,6 0 28-16,-1 2-53 15,-4 1-7-15,6 6-29 16,-32 6-40-16,5 0-77 0</inkml:trace>
  <inkml:trace contextRef="#ctx0" brushRef="#br0" timeOffset="45742.8649">12623 9325 182 0,'17'0'124'0,"-7"0"-98"15,8 0 24-15,14 0-14 16,6-15-21-16,-1-2-15 16,-1 2-22-16,-21 6-49 15,-10 7-86-15</inkml:trace>
  <inkml:trace contextRef="#ctx0" brushRef="#br0" timeOffset="45900.5809">13412 9251 247 0,'28'-32'0'15,"15"-4"-1"-15,6-5-2 16,7 4-21-16,-37 28-54 16,-15 7-34-16</inkml:trace>
  <inkml:trace contextRef="#ctx0" brushRef="#br0" timeOffset="46063.758">13819 9114 240 0,'24'0'48'0,"-15"0"-16"16,10 0 44-16,4-2-25 16,-5-5-21-16,-3 1-24 15,-11 6-6-15,-4 0-11 16,0 0-55-16,0 0-58 15</inkml:trace>
  <inkml:trace contextRef="#ctx0" brushRef="#br0" timeOffset="55605.6076">13791 5025 187 0,'-27'9'49'0,"22"-9"-21"15,5 0 20-15,0 2-18 16,0 3-19-16,0-2 0 16,0-3 3-16,52 0 13 15,8 0 1-15,17 0-17 16,17 0 7-16,12 0 4 15,14-3-9-15,0-8-3 16,4 0-4-16,-12-2-2 16,-5-1-3-16,-6 2 1 15,-9-2-1-15,-13 3 0 0,-14 0 6 16,-18 3-4-16,-15 3-3 16,-15 1 1-16,-2 2 0 15,-11-2-1-15,1 3 0 16,-1-2-9-16,-4 3-8 15,4-3-3-15,-4 3-13 16,0 0-23-16,0 0-9 16,0 0-76-16</inkml:trace>
  <inkml:trace contextRef="#ctx0" brushRef="#br0" timeOffset="56325.5501">13959 5639 198 0,'-5'-2'55'15,"5"2"-51"-15,0 13 12 16,0 33-1-16,28 13-6 16,11 7-1-16,-5-2 14 15,-2 2-14-15,5-10 0 16,-5-1 5-16,-4-11-1 16,-4-11-7-16,-1-4 2 15,-4-13 2-15,-6-12-5 0,-4-4 0 16,-5 0 0-1,3 0 0-15,-3 0 16 16,-4-20-6-16,0-20 2 16,0-13-11-16,0-8-2 0,0-9-2 15,0-6-1-15,-15-2-11 16,-7 10 1-16,3 14-4 16,4 16 6-16,7 23 7 15,8 6 0-15,0 9 1 16,0 0-6-16,0 0 0 15,0 0-3-15,15 0 1 16,45 0 8-16,13 0 6 16,10 0 0-16,5-11-1 15,4-8 1-15,-4-5 4 0,-8-1-1 16,-7 2-2-16,-5 5-6 16,-12 5-1-16,-13 4-8 15,-11 7-23-15,-15 2-21 16,-10 0-28-16,-7 0-27 15,0 5-22-15</inkml:trace>
  <inkml:trace contextRef="#ctx0" brushRef="#br0" timeOffset="56864.5531">14512 5749 179 0,'-13'6'88'0,"13"5"-70"16,0 11 17-16,0 13-28 15,28 14 1-15,4 5 0 16,-8-5-7-16,-7-6 3 15,2-5-3-15,-6-13 3 16,-2-7-3-16,-7-10-1 16,-4-5 0-16,0-3 1 15,5 0 1-15,-5 0 1 16,0 0 2-16,0-4 8 0,0-27 1 16,0-4-10-16,4-9-4 15,15-1 0-15,5 4-2 16,4 3 1-16,-1 9 0 15,6 7 1-15,-12 4 0 16,-2 14 4-16,-10 1 2 16,2 3-1-16,-7 0 0 15,9 0-4-15,10 22 5 16,1 9 4-16,0 11 0 16,-11 2-7-16,2 2 3 15,-3-9-4-15,-5-2 4 16,-7-7 1-16,2-10-5 15,-2-4 0-15,0-8-2 0,0-6-16 16,4 0-27-16,3 0-23 16,-3 0-55-16,-4-13-99 15</inkml:trace>
  <inkml:trace contextRef="#ctx0" brushRef="#br0" timeOffset="57671.6097">19179 4857 85 0,'-15'6'89'0,"15"-6"-65"15,0 0 26-15,0 0-10 16,0 0-22-16,0 0-8 16,0 0 4-16,5 0-8 15,27 0 12-15,19 0 12 16,14 0-3-16,18 0 5 15,9 0-3-15,5-6-1 16,10-7-6-16,-6-2-6 31,-13 2-14-31,-13 5 0 0,-19 3-2 0,-15-2-4 0,-18 7-8 16,-14 0-8-16,-9 0-3 16,0 0-10-16,0 0-14 15,-9 14-36-15,-19-2-19 16</inkml:trace>
  <inkml:trace contextRef="#ctx0" brushRef="#br0" timeOffset="58219.9092">18744 5316 179 0,'0'48'23'16,"0"7"15"-16,4 6 26 16,33 6-30-16,6-11-19 15,-3-2 0-15,-3-13-1 0,1-8-6 16,-10-13-1-1,-6-8 3-15,-3-6-1 16,-15-6-1-16,1 0-1 0,5 0-1 16,-1-25 0-16,8-19 2 15,7-12-8-15,-1-16-3 16,-3-7-7-16,-16-9-8 16,0-7-11-16,-4 5 1 15,0 23 4-15,0 25 13 16,0 26 6-16,0 16 5 15,0 0 5-15,0 0 6 16,0 0-6-16,19 0-4 16,14 16 3-16,22-1 13 0,10-2-7 15,12-8 2 1,11-1-1-16,10-4 1 0,-1 0 0 16,0-4 2-16,-10-12-1 15,-22-3-4-15,-14 8-6 16,-27 0-3-16,-16 4-10 15,-8 3-13-15,0 2-12 16,0 2-16-16,0 0-105 16</inkml:trace>
  <inkml:trace contextRef="#ctx0" brushRef="#br0" timeOffset="58699.6079">19392 5265 113 0,'-5'23'114'16,"5"2"-109"-16,0 10 46 16,0 11-6-16,0 0-26 15,0 0-3-15,9-2 1 16,4-13-5-16,2-6-3 15,-11-8-1-15,0-12-5 16,1-5 1-16,-5 0 0 16,4 0 10-16,7 0-2 15,2-24-8-15,6-13 1 0,13-13-4 16,4 2-1 0,1 4-1-16,6 5-7 0,-11 16 2 15,-8 10 4-15,-12 7 0 16,-12 6-3-16,0 0 5 15,5 0 4 1,5 0-1-16,3 21 3 0,2 0 5 16,-2 7-3-16,-4 0 2 15,-5-1-3-15,-4 2-3 16,0-3-1-16,0 5-1 16,0-7 1-16,0-1-3 15,0-5-9-15,0-3-12 0,-8 0-13 16,-5 1-19-16,2-12-37 15,2-4-72-15</inkml:trace>
  <inkml:trace contextRef="#ctx0" brushRef="#br0" timeOffset="59645.5017">13912 7621 15 0,'-5'0'194'16,"5"0"-162"-16,0 0 3 15,0 0 0-15,52 0-12 16,21 0 22-16,23 0-13 16,20 0-1-16,19 0-1 15,5 0-3-15,-3-7-10 16,-6-5-14-16,-7 2-2 15,-19 1 0-15,-6 2 0 16,-31 2-1-16,-16-1 0 16,-24 2-11-16,-20 4-5 15,-8 0-9-15,0 0-12 16,0 0-23-16,0 0-36 0,-4 0-40 16</inkml:trace>
  <inkml:trace contextRef="#ctx0" brushRef="#br0" timeOffset="60187.1598">14064 8049 94 0,'-4'33'89'16,"4"3"-87"-16,0 14 17 15,47 4 20-15,13 6-11 16,0-2-12-16,0 0 2 16,-4-10-3-16,-11-3-2 15,2-9-1-15,-15-8 6 16,-4-9-9-16,-11-2 0 15,-2-14-5-15,-11-3-3 16,-4 0-1-16,5 0 3 16,-1-3-3-16,2-33 1 15,-6-13 5-15,0-13-6 16,0-14-7-16,0-8-5 16,-15-1-4-16,-10 14-6 0,3 13 2 15,9 26 1-15,9 19 19 16,4 8 0-16,0 5 4 15,0 0 1-15,4 0-5 16,52 0 11-16,26-5 11 16,1 1-8-16,5-7 5 15,0-3-2-15,-8 3-1 16,-18 2-8-16,-13 5-5 16,-12 0-3-16,-10 4 0 15,-7 0-7-15,-7 0-27 0,-9 0-27 16,-4 0-65-16</inkml:trace>
  <inkml:trace contextRef="#ctx0" brushRef="#br0" timeOffset="60620.0308">14776 8149 158 0,'-4'46'73'16,"4"-3"-66"-16,0 9 52 16,19-2-32-16,9 5-21 15,-11-11 3-15,2-9 2 16,-10-15-3-16,2-9 2 0,-7-11-2 16,-4 0-4-16,4 0 4 15,-4 0-3-15,4-20-4 16,1-19-1-16,10-12 0 15,2-5-5-15,11 1-4 16,2 3 3-16,0 18-5 16,-2 6 6-16,-3 14 2 15,-14 8 3-15,0 6 5 16,2 0 1-16,2 0 8 16,2 12 2-16,2 12-3 0,1 12-1 15,-8-4-1 1,-3 4-3-16,-5 2-5 0,3-14-1 15,-3 4-1-15,0-13-1 32,1-4-20-32,10 3-19 0,6-8-24 0,-10-6-70 15,6 0 48-15</inkml:trace>
  <inkml:trace contextRef="#ctx0" brushRef="#br0" timeOffset="61347.1717">18092 7602 152 0,'0'12'68'0,"4"-9"-51"16,65-3 66-16,29 0-27 15,18 0-9-15,17 0-2 16,7-16-12-16,-3-7-11 16,-6-2-5-16,-15 5-9 15,-24 3-7-15,-19 1-1 16,-22 5-7-16,-23 1-15 0,-19 6-9 15,-9 2-1-15,0-7-14 16,0 5-21-16,-5 1-63 16</inkml:trace>
  <inkml:trace contextRef="#ctx0" brushRef="#br0" timeOffset="61947.5029">18096 8029 146 0,'-19'41'77'0,"19"3"-77"15,0 4 25-15,0 10 6 16,43 4-24-16,2 1 4 16,-2-6 3-16,-11-7-8 15,-4-11 9-15,-5-12-4 0,-1-11 2 16,-7-8-6-16,-2-6-1 15,-3-2-4-15,-1 0-2 16,4-6 0-16,6-26-1 16,5-11-1-16,-7-10-3 15,2-11 0 1,-10-3 1-16,1-1-3 0,-5 7 2 16,-5 18 4-16,0 22 1 15,0 10 0-15,0 11 1 16,0 0 0-16,4 0 3 15,5 0 5-15,14 0-2 16,9 0 2-16,16 0 4 16,1 0 3-16,17-8-1 0,7-10 2 15,11-5 3 1,8 2 3-16,0-4 2 0,-8 3-13 16,-15 4-12-16,-14 6 0 15,-18 6-17-15,-13-1-29 16,-9 7-18-16,-15 0-2 15,0 0-91-15</inkml:trace>
  <inkml:trace contextRef="#ctx0" brushRef="#br0" timeOffset="62407.8072">18800 8121 153 0,'-20'38'75'0,"20"2"-52"16,0 3 44-16,0 5-35 16,0 1-19-16,9-4-7 15,10-3-2-15,-10-13-2 16,2-10 2-16,-7-11 2 15,0-8 1-15,0 0 4 16,1 0 2-16,5-16-7 16,3-24-6-16,11-10 4 15,8-10-4-15,5 1 0 0,5 8-1 16,-1 1 0 0,0 15-1-16,-13 13 2 0,-9 15 1 15,-6 7-1-15,-2 0 1 16,2 11 11-16,2 21 8 15,2 11-6-15,-2 7-1 16,-7 1-1-16,-3 4-4 16,-5-5-3-16,0-8 0 15,0-13-3-15,0-12-2 16,0-7-3-16,0-10-29 16,0 0-41-16,0 0-53 15</inkml:trace>
  <inkml:trace contextRef="#ctx0" brushRef="#br0" timeOffset="108246.8395">2306 10652 193 0,'-4'-39'53'0,"4"28"-38"15,0 0 29-15,0-2 14 16,0-2-28-16,0 4-15 16,0 7 3-16,4 4 5 15,-4 0-2-15,0 0-3 16,0 0 2-16,0 0-3 0,0 0-5 16,0 0-7-16,0 12-5 15,0 30-6-15,0 21 6 16,0 25 0-16,0 11 0 15,0 3-1-15,0 2-2 16,0-7 0-16,-9-8 0 16,-1-10 3-16,1-17 0 15,9-10-1-15,0-8 1 16,0-9-3-16,0-4 1 16,24-4 0-16,25-5 2 15,5 0 1-15,6-8 6 16,8 0 2-16,5-5-2 0,2-7-4 15,-10-2-1 1,-5 0-2-16,-5 0-12 0,5-8-21 16,7-20-27-16,-54 13-38 15,2-1-50-15</inkml:trace>
  <inkml:trace contextRef="#ctx0" brushRef="#br0" timeOffset="108696.8892">3130 11222 175 0,'-37'-22'116'0,"18"22"-76"15,10 0 10-15,1 0-4 16,-12 0-33-16,-1 18-12 16,-5 33 0-16,-2 16 1 0,15 7 2 15,-2-5-4-15,13-10 1 16,2-7-1-16,0-18 1 15,0-6-1-15,0-14 1 16,0-12-1-16,0-2 1 16,9 0-1-16,-9 0 1 15,8 0 2-15,5-27 4 16,7-14-1-16,-1-9-1 16,-2 0-2-16,-2-7-2 15,-11 11 1-15,-4 7 0 16,0 15 1-16,0 13 9 15,0 10 1-15,0 1 7 16,0 0-10-16,0 0-9 0,0 20-1 16,20 23-1-16,5 12 1 15,12 0 5-15,-7-3-4 16,-2-2-1-16,0 2-2 16,-3-3-8-16,12-8-13 15,-7-8-2-15,6-5-35 16,9-14 8-16,11-10-41 15,-32-4-32-15</inkml:trace>
  <inkml:trace contextRef="#ctx0" brushRef="#br0" timeOffset="109041.9418">3921 11354 218 0,'13'0'60'16,"-9"2"-31"-16,0 45 29 15,11 18-34-15,-6-1-11 16,2-4-5-16,2 0 6 16,-5-14-11-16,3-11-3 15,-7-8 2-15,0-15-2 16,-4-9-2-16,5-3-11 16,-5 0-10-16,0-9 4 15,0-29 10-15,0-13 2 16,0-18 0-16,0-1 5 15,0-3 2-15,-9 5 0 16,-10 13 2-16,2 16 9 0,10 13 4 16,3 8 1-16,4 6-3 15,0 5-10-15,0-2-3 16,0 7-9-16,11-1-16 16,38 3-27-16,-25 0-46 15,4 0-23-15</inkml:trace>
  <inkml:trace contextRef="#ctx0" brushRef="#br0" timeOffset="110076.3401">4614 11323 19 0,'15'0'186'0,"-15"0"-136"16,0 0 7 0,0 0-4-16,-15-1-25 0,2 1-6 15,-6 0-4-15,-14 12-14 16,1 38-3-16,-11 12-1 15,3 8 6-15,3 1-1 16,9-6-2-16,13-7 1 16,15-14-2-16,0-14-2 15,0-10 0-15,0-12 1 16,0-8-1-16,24 0 1 16,2 0-1-16,4-11 2 15,6-26 1-15,9-17-1 16,-2-15-2-16,0-7-1 15,-7-5-6-15,-8-8 3 0,-15-9-1 16,-13-6 1-16,0 4 2 16,0 16 2-16,0 23 1 15,-9 36-1-15,1 17 2 16,4 8 8-16,-3 0-5 16,7 4-5-16,0 44-11 15,0 25 4-15,0 20 7 16,0 5 3-16,15-6-3 15,9-5 1-15,2-10 1 16,19-15-2-16,-7-14 0 16,9-7 5-16,7-11-4 15,-11-12-1-15,6-13 1 0,-10-5 0 16,-3 0 3-16,-4-11-4 16,-4-23 0-16,0-4 0 15,-13-8 0-15,-10 0 0 16,-5-2-5-16,0 6-2 15,-9 17 2-15,-10 9 5 16,-1 15 3 0,16 1 2-16,-5 0 2 0,-10 5-5 15,6 31-2-15,-10 4 0 16,3 8 0-16,16 1 4 16,4-3 0-16,0 1-3 15,0-4-1-15,0-2 0 16,43-8 0-16,13-4 0 0,0-10-11 15,12-11-4-15,5-8-11 16,2 0-19-16,-2-8 3 16,-4-22-6-16,-7-6-1 15,-6-3 12-15,-26 1 35 16,-15-7 2-16,-15 3 2 16,0-1 27-16,-5 4-6 15,-22 10-1-15,7 8 9 16,-1 20 6-16,10 1-2 15,-2 0-17-15,-6 13-14 16,0 28-4-16,-9 13 0 16,11 5 2-16,-7-1 2 0,13-10-1 15,3-12 1 1,8-13-3-16,0-16 0 0,0-3 0 16,0-4 1-16,0 0-2 15,0 0 0-15,0-17 0 16,0-16 5-16,19-13 4 15,9-3-7-15,-9 12-1 16,-6 11 0-16,-9 19 9 16,-4 7 12-16,0 0-4 15,0 0-9-15,11 0-4 16,6 18-3-16,7 7 2 16,8 4-4-16,0 2 0 15,11 1-19-15,6 1-27 16,16 8 4-16,36-4-49 15,-65-29-30-15,20-2 55 0</inkml:trace>
  <inkml:trace contextRef="#ctx0" brushRef="#br0" timeOffset="110706.9732">7052 11597 141 0,'0'6'53'0,"0"-6"-4"0,0 0 31 16,0-11-42 0,0-11-17-16,0-1 4 0,0 2-6 15,0 8-4-15,0 8 0 16,-8 5 3-16,-5 0-6 15,0 0-12-15,-6 14-3 16,-11 26-4-16,-5 16 2 16,14 8 3-16,6-2 1 15,13-5 1-15,2-5-1 16,0-12 0-16,0-5 0 16,0-7 1-16,30-11-1 15,6-6-1-15,9-9-3 16,0-2-5-16,5-2-4 0,10-34 1 15,0-13-11 1,-4-8-6-16,-7-2 5 0,-10-2 7 16,-16 5 2-16,-14 8 16 15,-9 15 0-15,0 10 10 16,0 18 6-16,0 5-2 16,10 0-8-16,12 0-6 15,14 13 3-15,18 17 14 16,-5 0-3-16,5 8 13 15,-11-2-14-15,-11 7-9 16,-13 0 8-16,-19 3-2 16,0-1 1-16,0-9 4 0,-10-5-5 15,-31-4 2 1,-2-6-7-16,-2-6 2 0,2-6-2 16,-6-2-5-16,-1-7-6 15,-5 0-9-15,1 0-13 16,13-15-17-16,13-19-24 15,24 15-38-15,4-6-77 16</inkml:trace>
  <inkml:trace contextRef="#ctx0" brushRef="#br0" timeOffset="111794.4403">9086 11336 141 0,'-24'-22'82'0,"-12"15"-67"16,8 4 58-16,4 3-20 15,-4 0-33-15,0 0-8 16,-8 32-3-16,-7 13-8 0,7 8 2 16,3 8 6-16,6 4-8 15,18 3 3-15,7-8-2 16,2-7 2-16,0-16-2 15,0-11 0-15,6-10 1 16,22-11-1-16,4-5-1 16,9 0 1-16,6-21 3 15,5-29 0-15,8-16-1 16,0-16-4-16,0-11-6 16,-4-12-1-16,-11-10 1 15,-17-9-7-15,-9 0-1 16,-19 20 7-16,0 31-1 0,0 39 8 15,0 25 9 1,0 9-1-16,0 0-7 0,0 51-1 16,0 30-11-16,-2 21 11 15,2 13 2-15,0-9 0 16,0-10 0-16,0-14 4 16,0-11-3-16,0-10 0 15,19-15-1-15,9-16-2 16,-4-10-1-16,3-15 1 15,1-5-1-15,9 0-5 16,10-19 0-16,9-29-3 16,-3-11-11-16,-8 2-8 15,-30 6-8-15,-8 13 17 16,-7 20 19-16,0 12 15 0,0 6 16 16,-11 0 4-16,-17 0-18 15,0 20-6-15,-2 8 14 16,2 2-4-16,9 3-8 15,11-1-4-15,1 0-1 16,7 1-6-16,0-6-1 16,0-5-1-16,43-6-3 15,6-7-11-15,18-9-5 16,10 0-10-16,15-25-15 16,7-21 8-16,-7-11-44 15,-15 1-27-15,-21-3 49 16,-30 9 58-16,-26 0 13 15,0 19 42-15,0 11-5 16,-19 11 29-16,-9 9-11 0,4 0-39 16,0 0-9-16,7 25-8 15,7 10 0-15,10-3-5 16,0 5 2-16,0 0-5 16,0-1-2-16,12-1-2 15,16-6 0-15,0-4 0 16,-2 0-1-16,-9-7 0 15,-6-8 1-15,-11 4 0 16,0-5-1-16,0 2 1 16,-15-1 6-16,-32 1 0 15,-18-2 0-15,-10-3-6 0,-2-2-8 16,-2 1-10-16,16-4-11 16,10-1-13-16,53 0-32 15,0 0-53-15</inkml:trace>
  <inkml:trace contextRef="#ctx0" brushRef="#br0" timeOffset="112236.8818">10375 11576 85 0,'0'32'67'0,"0"28"-61"16,0 19 52-16,0 16-16 0,0 8-15 15,0 6 20 1,0-11-32-16,0-12 1 0,0-17-3 16,0-17-8-16,-20-21 10 15,8-16-2-15,7-9 2 16,3-6 2-16,2-6 2 16,-8-38 4-16,8-30-18 15,0-20-5-15,0-26-2 16,0-8-6-16,0-3-8 15,8 16 9-15,22 28-43 16,11 15 49-16,10 25 0 16,1 12 0-16,1 14 1 0,3 10 2 15,-2 11 5 1,-9 0 0-16,-4 0 1 0,-13 25 4 16,-3 11-2-16,-23 3-3 15,-2 5-5-15,0 7-1 16,-15 5-1-16,-27-9-5 15,-4 1-6-15,1-11-16 16,13-12-11-16,4-9-20 16,24-16-37-16,0 0-29 15</inkml:trace>
  <inkml:trace contextRef="#ctx0" brushRef="#br0" timeOffset="112739.7408">11003 11592 99 0,'47'-5'101'0,"-38"-1"-70"16,6-1 30-16,13-10-14 15,4-2-25-15,4-8-11 16,-8-3-9-16,-4 3-2 16,-11 3 0-16,-13 2 0 15,0 9 0-15,0 3 7 16,-9 10 5-16,-23 0-6 15,-4 7-6-15,-12 26-1 16,1 10 1-16,11 7 7 16,4 8 2-16,8-4 6 15,15-2 1-15,9-10 1 0,0-6-10 16,0-7-3-16,5-9-3 16,27-7 2-16,4-7-3 15,7-6-4-15,-2 0-7 16,10-16-13-16,5-18-10 15,-11-11-13-15,2-2-1 16,-12 2 8-16,-16 10 14 16,-12 16 26-16,-3 17 6 15,-4 2 17-15,0 11-11 16,0 36-6-16,0 20 21 16,0 13-6-16,0 1 5 15,-9 4-12-15,9-6 4 16,0-16-11-16,0-15 5 0,0-17-9 15,0-20-3 1,0-11-7-16,0 0-41 0,0-29-26 16,0-3-13-16,0-9-57 15</inkml:trace>
  <inkml:trace contextRef="#ctx0" brushRef="#br0" timeOffset="113307.2235">11439 11403 235 0,'4'-2'38'15,"-4"2"-9"-15,8 0 2 16,12 0-30-16,12 0 0 16,4 0-1-16,7 9 0 0,-2 11-1 15,0-2-19 1,-7-1-25-16,-2-3-18 0,0-6-4 16,-14-6 20-16,-3-2 31 15,-7 0 16-15,-8 0 23 16,0-2 24-16,0-15 15 15,0 1-9-15,0-6-23 16,0 9-19-16,0 2 4 16,0 11 6-16,0 0 4 15,0 0-7-15,-23 0-3 16,-10 29-7-16,-12 21-8 16,-2 6 9-16,6 4 2 15,9-2-5-15,9-14 2 16,8-5-4-16,15-14 2 15,0-11-4-15,0-13-1 0,0-1-1 16,0 0 0-16,0 0-3 16,28-4 0-16,10-26 0 15,3-15-6-15,0-3-3 16,-3-6-3-16,-6 5 2 16,-14 11 5-16,-8 15 8 15,-5 11 6-15,-5 10 10 16,0 2 3-16,0 0 4 15,0 0-10-15,0 8-12 16,0 23 1-16,0 11-1 16,0 6 1-16,0 1 0 15,0-7-2-15,0-2 0 0,0-10-3 16,0-9-11-16,12-10-13 16,29-11-23-16,-4 0-9 15,12-1-23-15,-36-21-20 16,0-3-31-16</inkml:trace>
  <inkml:trace contextRef="#ctx0" brushRef="#br0" timeOffset="113596.1784">12146 11473 71 0,'9'0'45'0,"10"3"-10"16,-2 29 10-16,3 3 6 16,3 3 3-16,-10-5-24 15,-2-6-17-15,-11-11 1 16,0-7-6-16,0-7 6 0,0-2 0 15,0 0 4-15,0 0-1 16,-7-6-9-16,-10-18 18 16,2-6 0-16,7-2-1 15,8-6-8-15,0-2-13 16,0 0-4-16,23 1-2 16,29 4-1-16,6 5 1 15,8 1 0-15,-1 8 2 16,-10 0-1-16,-5 2 1 15,-7 2-12-15,-7-1-34 16,-32 11-35 0,1 0-34-16</inkml:trace>
  <inkml:trace contextRef="#ctx0" brushRef="#br0" timeOffset="116178.6469">13139 12322 191 0,'0'0'73'0,"0"0"-49"16,33-37 41-16,27-10-21 16,0-7-15-16,0-3-4 15,0-3-6-15,-4-3-9 16,-5-2-6-16,1-10-1 16,-7-9-2-16,2-10 0 15,2-11-1-15,3-3-1 16,-10 5-4-16,4 7-4 15,-14 26 2-15,-4 24 2 16,-20 21 3-16,-1 22 2 16,-7 3 0-16,0 0 0 0,0 0-7 15,0 42-10 1,0 15 5-16,0 21 12 0,-15 4 0 16,-7 5 0-16,-1-3 0 15,12-8-2 1,2-13 2-16,9-15-1 0,0-17 0 15,0-15-1-15,0-14-1 16,0-2 2-16,0 0 1 16,15-2 6-16,17-34-2 15,11-17-2-15,13-16-2 16,0-13-12-16,0-4-5 16,-5-1 1-16,-12 16-5 15,-18 27 9-15,-6 22 12 16,-11 20 6-16,-4 2 11 15,0 0 4-15,5 2-8 0,-1 31-11 16,2 12 6-16,-1 5 14 16,-1 4-8-16,0-1-3 15,-4-3-8-15,0-3-1 16,0-2-1-16,0 0-1 16,0-6-3-16,9 0-31 15,15-8-31-15,-5-31-70 16,9 0-20-16</inkml:trace>
  <inkml:trace contextRef="#ctx0" brushRef="#br0" timeOffset="116496.9535">15891 11119 193 0,'-15'-12'183'16,"15"12"-174"-16,0 0 8 15,0 26 21-15,0 21-31 0,28 6 2 16,-4-3-9-1,-1-1 3-15,-6-9-2 16,-2-2-1-16,-6-5-15 0,6-11-29 16,-6-6-23-16,-5-16-46 15,-4 0-79-15</inkml:trace>
  <inkml:trace contextRef="#ctx0" brushRef="#br0" timeOffset="116711.2958">16219 11185 168 0,'0'0'83'0,"0"15"-50"16,0 40 42-16,-8 13-12 0,-39 12-23 15,-9 6-14 1,-8 4-1-16,-5-1-12 0,9 1-7 16,4-14-4-16,9-8-2 15,15-11 0-15,4-10-1 16,4-8-3-16,7-6-24 15,6-8-13-15,11-25-48 16,0 0-42-16</inkml:trace>
  <inkml:trace contextRef="#ctx0" brushRef="#br0" timeOffset="117290.6485">18148 10808 119 0,'-9'-16'53'0,"3"10"3"16,1 6 21-16,-3 0-21 16,-1 0-14-16,-6 0 2 15,-17 0-12-15,-9 0-24 16,-15 26 1-16,-8 16 0 0,-7 12-6 15,3 11 1-15,12 2-3 16,4-3-1-16,20-7 0 16,19-7 0-16,3-8 0 15,10-6-2-15,0-3-13 16,34-10-11-16,43-14-24 16,20-9-21-16,-46 0-29 15,-4-25-35-15</inkml:trace>
  <inkml:trace contextRef="#ctx0" brushRef="#br0" timeOffset="117664.9403">18439 10819 97 0,'0'-55'98'0,"0"53"-47"16,-32 2-5-16,-11 0-15 0,-8 22-12 16,1 28-4-16,-1 9 1 15,4 5-8-15,10 5-2 16,1-10-2-16,12-7 2 15,11-11-2-15,3-11-2 16,10-12-1-16,0-11-1 16,0-3 0-16,0-4-2 15,0 0-4-15,0-4 1 16,38-25 5-16,12-12 1 16,1-8-1-16,1-2-2 15,-12 8 2-15,-16 19 0 16,-11 15 1-16,-13 9 11 15,0 0 12-15,0 0-11 0,0 22-12 16,10 18-1 0,3 10 3-16,7-1 1 0,-3-12-4 15,11-4-2-15,-5-9-15 16,9-4-15-16,7-10-15 16,2-10-32-16,-22 0-16 15,-6 0 7-15</inkml:trace>
  <inkml:trace contextRef="#ctx0" brushRef="#br0" timeOffset="118190.2799">18804 10930 112 0,'9'-44'81'15,"-9"44"-43"-15,10 0 6 0,3 22-36 16,6 21-2-16,-6 10 30 16,-4-8-15-16,-9-1-12 15,0-11-1-15,0-9 1 16,0-11 9-16,0-7-12 15,0-6 0-15,0 0 1 16,0 0 4-16,0-3 9 16,11-30 12-16,12-12-20 15,3-15-12-15,17-1 0 16,-7 13-1-16,-4 19 0 16,-8 15-1-16,-5 14-2 15,-1 0 0-15,1 0 1 0,-2 29 3 16,2 7 0-1,-10 1 0-15,2 0 2 16,-11-7 0-16,4-12-1 0,-4-10-1 16,0-2 0-16,4-6 2 15,0 0-1-15,1 0 2 16,5 0 0-16,12-14-3 16,6-23-1-16,19-22 0 15,4-4-8-15,3 7-10 16,-7 16 4-16,-15 20 4 15,-12 13 7-15,-16 7 0 16,0 0 4-16,-4 22 0 16,0 19 13-16,0 8 1 0,0-1-2 15,0-2-5 1,0-5-6-16,0-11 0 0,9-8-1 16,6-6-2-16,2-5-29 15,7-11-12-15,8 0-24 16,-13 0-20-16,0-8-24 15</inkml:trace>
  <inkml:trace contextRef="#ctx0" brushRef="#br0" timeOffset="118647.4103">20159 10214 148 0,'0'0'62'16,"0"73"-10"-16,0 5 29 15,-6-4-25-15,-7-6-29 0,5-9-7 16,-7-4-7-16,-3-12-10 16,-1-7-2-16,0-12 1 15,10-10-2-15,1-7 0 16,3-7-8-16,5 0-3 16,0 0 1-16,0-1-4 15,0-16-7-15,0 1-5 16,33 5 6-16,3 11-3 15,0 0-5-15,5 0 15 16,-2 15 5-16,-7 9 6 16,-4 6 2-16,-15 1 4 15,-13-1 10-15,0-4 6 0,0 4 8 16,-13-4 1 0,-34-8 4-16,-9 0-5 0,-4-6 3 15,-9-5-4-15,5-3-6 16,0-4 6-16,3 0-8 15,6 0-10-15,12 0-4 16,15-4-5-16,15-6-8 16,13 4-11-16,0-7-9 15,9-6-14-15,55-2-28 16,24-7-3-16,-45 17-58 16,-2 4-55-16</inkml:trace>
  <inkml:trace contextRef="#ctx0" brushRef="#br0" timeOffset="118903.7611">20421 10773 28 0,'67'0'92'0,"-67"8"-50"16,0 34 17-16,0 5-24 16,0 9-8-16,-15-11-15 15,2-7-3-15,-7-12 1 16,8-5 3-16,1-12 7 16,-2-5-2-16,9-4 1 15,-1 0 10-15,5 0 10 16,-6-13 0-16,2-23-20 15,4-13 1-15,-5-7-17 16,5-3-3-16,0 11-1 16,0 9-8-16,0 14-6 0,33 2-12 15,9 10-13-15,12 6-21 16,13 7-16-16,-40 0-31 16,-1 0-47-16</inkml:trace>
  <inkml:trace contextRef="#ctx0" brushRef="#br0" timeOffset="119591.4386">20985 10756 115 0,'11'0'103'16,"-11"0"-44"-16,0 0 13 15,0 0-12-15,-19 0-12 16,-5-5-19-16,-4 5-14 16,-4 0-12-16,-9 9-3 0,-10 31-1 15,6 12-1 1,2 1 2-16,6-1 1 15,18-12 0-15,10-9-1 0,9-13-1 16,0-8-2-16,0-10-6 16,0 0 0-16,28 0 2 15,9-10 3-15,14-18 3 16,5-12-6-16,0-5-8 16,0-2 5-16,-11 2-3 15,-13 7 3-15,-17 16 10 16,-11 10 5-16,-4 12 14 15,0 0 8-15,0 0-4 16,0 12-18-16,-15 20-3 16,-2 11-2-16,-11 6 4 15,4-6-1-15,12-1-3 0,1-10 0 16,11-5-1-16,0-11-11 16,0-7-14-16,0-9-7 15,43 0-19-15,13 0 9 16,16-34-8-16,-3-9-27 15,6-10-16-15,-19-5 42 16,-15 6-8-16,-13 10 60 16,-13 19 4-16,-11 16 52 15,0 7-15-15,-4 7-15 16,4 36-11-16,-4 13 38 16,0 3-1-16,0 1-9 15,0-16-9-15,0-12-4 0,0-13-6 16,0-13 2-16,0-6-1 15,0 0 2-15,0 0 1 16,0 0-7-16,0-17-1 16,0-14-13-16,0-2-6 15,0-7-1-15,0 9 0 16,0-1-2-16,9 4 0 16,30 6 1-16,1 2-2 15,12 2 0-15,4 2 1 16,-11 4 1-16,-5 2-2 15,-5-1-33-15,1 4-29 16,-31 3-37-16,3 1 54 16</inkml:trace>
  <inkml:trace contextRef="#ctx0" brushRef="#br0" timeOffset="121272.0001">2660 13318 201 0,'2'0'71'15,"9"0"-64"-15,-3 0 44 16,7 19-32-16,5 9 10 16,-1 3 2-16,-11 6 3 15,3-2-9-15,0 0-4 0,-11 2-6 16,0-4-6-16,0 4-2 15,0-11-2 1,0-2-2-16,-13-6-2 0,-2-5 1 16,13-8 0-16,-9-3 1 15,3-2 1-15,-12 0-1 16,-3-2-3-16,-5-27-5 16,-2-10 2-16,-7-18-2 15,12-11-10-15,-8-2 0 16,5 2-4-16,11 13 3 15,11 20 4-15,6 13 10 16,0 6-1-16,0 2 0 16,28 1 1-16,15-4 2 15,12 7 2-15,12-1 1 16,23 2 4-16,15 1 3 0,15-4-1 16,5 3 3-16,12-2 1 15,-11 2-4-15,-5-1-1 16,-10 1 6-16,-19-1-3 15,-21-1-5-15,-22 0-1 16,-12 4 4-16,-9-3-7 16,-11 4 0-16,-15 2-2 15,-2 4-13-15,0 0-17 16,0 0-29-16,0 0-32 16,-11 0-73-16</inkml:trace>
  <inkml:trace contextRef="#ctx0" brushRef="#br0" timeOffset="122129.2592">4824 13425 1 0,'9'-4'162'0,"-7"4"-157"16,15 38-2-16,-9 21 55 15,3 22-34-15,-9 4-12 16,-2 2 13-16,0-1-13 15,0-12-8-15,0-13-4 16,-13-15 5-16,-12-17 0 16,7-12 7-16,10-10 1 0,4-3-3 15,4-4 2 1,-7 0 0-16,-4-11 4 0,-8-27-16 16,-7-19 0-16,5-11 2 15,-7-20-2-15,11-12 0 16,2-1-2-16,15-6-2 15,0 12-3-15,8 6-1 16,57 21 0-16,25 21 4 16,9 20 1-16,4 27 1 15,-3 0 2-15,-10 5 0 16,-25 31 1-16,-24 2 0 16,-26 6 0-16,-15 1 0 15,0 5 0-15,-7-5 2 16,-42-1 3-16,-16-7 1 0,-5-7 2 15,1-4-7-15,13-8-2 16,5-7-5-16,19-7-9 16,12-4-10-16,18 0-28 15,2 0-31-15,0-15-15 16</inkml:trace>
  <inkml:trace contextRef="#ctx0" brushRef="#br0" timeOffset="122435.2435">5422 13406 84 0,'0'0'72'0,"0"27"-63"16,-28 19 47-16,-2 0 0 15,13-6-29-15,7 1-4 0,10-8 0 16,0-9-3-16,0-11-6 16,0-5-4-16,0-1 2 15,0-7-2-15,12 0-1 16,14 0-4-16,-7-7 1 15,9-20-4-15,0-9-2 16,4-10-4-16,-8-7-4 16,0-7 0-16,-12-2-4 15,-7 5 0-15,-5 14 4 16,0 21-1-16,0 17 4 16,0 5-6-16,0 0-26 15,10 12-19-15,3 32-9 0,-2-17-1 16,-7-6-59-16</inkml:trace>
  <inkml:trace contextRef="#ctx0" brushRef="#br0" timeOffset="122629.5413">5789 13603 101 0,'0'7'81'0,"0"-7"-32"16,-11 0 33-16,-1-11-20 15,3-13-26-15,0-2-1 16,3-1-3-16,6-1-10 15,0 2-5-15,0 2-12 16,0-3-5-16,43-4-2 16,23 4-4-16,9 0-25 15,26 9-21-15,-58 11-40 16,4 4-68-16</inkml:trace>
  <inkml:trace contextRef="#ctx0" brushRef="#br0" timeOffset="123014.1233">7185 13235 240 0,'-38'-2'48'16,"10"-2"-29"-16,0 4 45 0,-4 0-51 15,10 0-13 1,1 11-2-16,12 10 0 0,1 9 0 15,8-3-1-15,0 8 0 16,0 1 3-16,38-4 0 16,7-2-1-16,7-2 0 15,4-7 1-15,-20-3-1 16,-8-3 2-16,-13-8-2 16,-15 0 2-16,0-7 0 15,0 2 22-15,-11 3 16 16,-44 1-15-16,-10 5-21 15,-1-3-1-15,-7-6-2 16,15 1-5-16,13-3-1 16,0 0-9-16,23 0-16 15,22-22-10-15,0-11-22 0,5 17-7 16,38 1-69 0</inkml:trace>
  <inkml:trace contextRef="#ctx0" brushRef="#br0" timeOffset="123389.1202">7707 13240 188 0,'0'7'46'0,"0"37"-34"15,-41 2 75-15,9-2-60 16,12 2-18-16,10-3 2 16,-3-7-4-16,13-6 0 15,0-8-5-15,0-12-2 0,0-5 1 16,0-5 0-16,0 0-1 15,0 0 0-15,4 0-2 16,33 0-5-16,1-26 0 16,9-8-4-16,-6-6-2 15,-4 2 4-15,-10 9 9 16,-12 6 1-16,-6 11 3 16,-9 12 5-16,0 0 13 15,0 0 3-15,0 0-13 16,0 12-11-16,4 11 1 15,5 1 13-15,6 1-3 16,-4-1-2-16,1 0-8 16,3-2 0-16,-2 0-2 15,5-1-21-15,-3-3-34 16,-11-18-42-16,-4 0-93 0</inkml:trace>
  <inkml:trace contextRef="#ctx0" brushRef="#br0" timeOffset="124258.1067">9236 13667 178 0,'0'0'44'0,"0"0"-4"15,0-10 28-15,15-11-35 0,21-4-18 16,3 4-8-16,-18 2 2 16,3-3-7-16,-9 2-1 15,-11 2 5-15,-4-1 9 16,0 6-1-16,0 7-8 15,0 6 5-15,0 0 2 16,-15 0-11-16,-6 0-2 16,-11 33-2-16,-3 8-5 15,14-2 7-15,2 3 2 16,10-10-1-16,9-8-1 16,0-5 2-16,0-1 0 15,0-11-1-15,0-2-1 0,26-3-1 16,-3-2-6-16,25 0-6 15,12 0-9-15,8-20-13 16,16-13-11-16,-1-3-12 16,1-4-7-16,-11 2 16 15,-13 3 30-15,-21 5 19 16,-22 8 7-16,-13 11 36 16,-4 4 12-16,0 7 4 15,0 0-20-15,0 0-11 16,0 0-11-16,0 0-17 15,0 0-3-15,4 18-2 16,16 10 5-16,-1-1 1 16,9 2 1-16,0-4-2 15,0-1 2-15,-11-6-2 16,-9-9 0-16,-1-4 1 0,-7-2-1 16,0 0 2-16,0 2 14 15,-7 3 9-15,-29 0-10 16,-9-3-1-16,-2-1 9 15,10-4-6-15,-10 0 0 16,4 0-17-16,2 0 0 16,-1-15-16-16,7-13-18 15,16-5-32-15,19 13-1 16,0 5-90-16</inkml:trace>
  <inkml:trace contextRef="#ctx0" brushRef="#br0" timeOffset="124482.8611">10476 12822 170 0,'10'0'61'16,"-10"41"-38"-16,9 29 44 16,10 9-25-16,5 4-16 15,-11 5 6-15,-5-4-13 16,-4-4-16-16,-4 0-1 15,0-9-1-15,0-7-1 16,0-9-49-16,-8-15-5 16,4-40-63-16,4 0-74 0</inkml:trace>
  <inkml:trace contextRef="#ctx0" brushRef="#br0" timeOffset="125291.8915">10439 13483 141 0,'0'-24'60'0,"0"22"-43"16,19-4 39-16,37 0-9 16,13 5-20-16,6-4 0 15,-2 5-6-15,-9 0-5 16,-4 0-3-16,-13 9-5 16,-6 16 0-16,-4 5-5 15,-10 0-1-15,-3-1-2 0,-15-1-1 16,-3-8-4-16,-6-9-4 15,0-4-2-15,0-3 5 16,0-4 6-16,0 0 5 16,0 0 6-16,0 0 5 15,0-22-10-15,0-15 0 16,0 4-6-16,0-7-1 16,0 8-1-16,4 9-1 15,20 8 1-15,-3 10-2 16,3 5 0-16,8 0-2 15,-4 0 0-15,9 0 3 16,1 23 0-16,-4 4 3 16,-4 4 0-16,-12-4 3 0,1-9 0 15,-15 2-1 1,-4-7-2-16,0-5-1 0,0 1 1 16,0-7 0-16,0-2 0 15,0 0-1-15,0 0 0 16,0 0-3-16,0 0 3 15,5-22 0-15,14-12-1 16,9-4 0-16,8 8-2 16,1 8 1-16,6 10 1 15,-11 6 0-15,0 6 1 16,-4 0 0-16,0 0 0 16,-5 0 1-16,-3 16 3 15,-8 2 0-15,-12-3 2 16,0 3 0-16,0-2-4 0,0 2 0 15,0-4-1-15,-12 3-3 16,-8-7-5-16,12-5-17 16,-3 1 1-16,7-6 18 15,4 0 5-15,0 0 2 16,0-30-2-16,32-14 1 16,19-1-6-16,14 2 0 15,-3 13 3-15,-19 11 1 16,-3 9 2-16,-20 10 2 15,-1 0 4-15,-4 0 1 16,-6 6 2-16,-5 13 6 16,0 4 0-16,1 2-2 15,-5 1-6-15,0 7-1 0,0-3-6 16,0 2 0-16,0-2-23 16,0-4-27-16,0-19-60 15,0-7-79-15</inkml:trace>
  <inkml:trace contextRef="#ctx0" brushRef="#br0" timeOffset="125737.9024">12382 13417 224 0,'0'-31'45'0,"-10"16"14"15,-1 9 18-15,-6 6-57 16,8 0-12-16,-10 0 2 16,-11 0-10-16,-13 24-4 15,-9 14-5-15,-3 5 6 16,14 0 0-16,4-5 2 16,18-3 0-16,11-10 1 15,8-8-1-15,0-6-1 16,0-9-3-16,0-2-5 15,17 0 4-15,17 0 4 16,7-9 0-16,0-13 1 16,6-9-2-16,-7-1 2 0,-5-2 1 15,-7 8 0 1,-15 2 2-16,-7 16 11 0,-4 1 12 16,-2 7-2-16,0 0-10 15,0 0-12-15,0 3-1 16,0 21-11-16,0 4 6 15,0-2-8-15,0 3-16 16,0-6-15-16,28-3-21 16,-15-20-36-16,6 0-23 15</inkml:trace>
  <inkml:trace contextRef="#ctx0" brushRef="#br0" timeOffset="126169.7368">12790 13381 8 0,'2'-52'175'15,"-2"30"-113"-15,0 12 19 16,-9 10-8-16,-23 0-62 16,-9 17-11-16,-10 30-5 15,0 11 5-15,10 2 3 16,9-3-2-16,12-14 0 16,12-11-1-16,8-15 1 15,0-9-1-15,0-8-2 16,28 0-5-16,27 0 4 15,10-33-6-15,-1-10-15 16,0-4-7-16,-1-11-6 16,-5-8 6-16,-3-9 13 15,-8-18 12-15,-6-5 4 0,-4-11-1 16,-9 15 3-16,-9 21 3 16,-11 25 3-16,-3 29 39 15,-5 17 9-15,0 2-28 16,0 0-10-16,0 24-8 15,0 28-3-15,-28 22 17 16,-4 10-7-16,4 5 0 16,0-3-5-16,6 0 0 15,-1-13-7-15,8-2-3 16,2-13 0-16,13-8-9 16,0-10-32-16,0-15-24 15,0-25-4-15,13 0-99 0</inkml:trace>
  <inkml:trace contextRef="#ctx0" brushRef="#br0" timeOffset="126543.7034">13399 13275 158 0,'-4'-11'115'16,"-35"11"-104"-16,5 0 38 15,-5 19 22-15,3 12-60 16,-1 1-2-16,9 3 6 15,5 1-3-15,3-2-6 16,16-4-3-16,4-2-3 16,0-8 2-16,0 0-2 0,13-4 0 15,26-8-7-15,6-2 2 16,2-6-4 0,4 0-3-16,-3 0-3 0,-8-17 0 15,-3-5 14-15,-14-5 1 16,-10-3 4-16,-9-2-1 15,-4-8 7-15,0-1 1 16,0 6 0-16,0 10-1 16,-12 12 0-16,-8 10-5 15,7 3-5-15,-2 0-3 16,7 0-7-16,-7 0-8 16,8 3-24-16,1 10-20 0,2-5-34 15,4-4-31 1</inkml:trace>
  <inkml:trace contextRef="#ctx0" brushRef="#br0" timeOffset="126950.8757">13704 13473 127 0,'4'30'34'16,"7"-11"-2"-16,-3-1 39 15,1-9-29-15,1 2-28 0,-10-9 6 16,5 1 1 0,-5-3-5-16,0 0 4 0,0 0 5 15,0 0 2-15,0 0 2 16,0 0-3-16,0-16-5 16,0-15-12-16,0-8 3 15,0-3-12-15,0 1 0 16,0 10-1-16,0 3 0 15,17 5 0-15,6 3 0 16,5 4-1-16,9-4 1 16,6 7 0-16,2 1-1 15,-2 2 1-15,-7 5-2 16,1 2 2-16,-10 3-1 0,6-3 1 16,-10 3 1-1,-3 0-8-15,-8 0-15 0,-3-2-24 16,6-4-18-1,-15 4-23-15,0-3-9 0</inkml:trace>
  <inkml:trace contextRef="#ctx0" brushRef="#br0" timeOffset="132317.242">15696 13093 182 0,'19'-11'54'0,"-14"11"-54"15,-5 0 28-15,4 0 0 16,0 0-22-16,-4 0-6 0,0 0 5 15,0 0 6 1,0 0 0-16,0 0 5 0,0 0 1 16,0 0-4-16,0 0-4 15,0 0-1-15,0 0-7 16,0 0-1-16,0 0 0 16,0 0 0-16,0 0 0 15,0 0 0-15,0 0 1 16,0 0 0-16,0 0-1 15,0 0 1-15,0 0-1 16,7 3-2-16,6 33 0 16,-1 6 2-16,3 5 2 0,-6-2-1 15,2-3-1 1,-7-10 1-16,-4-2 0 0,0-6-1 16,0-1 1-16,0-2 1 15,0-4-2-15,0-4-2 16,-15-2 1-16,-2-4 0 15,-7-1-1-15,-4 0 1 16,-4-6 1-16,-4 0 0 16,-3 0 3-16,-6-19 1 15,2-12-4-15,2 0-3 16,5-10 2-16,4 2-2 16,8 2 1-16,16 3 2 15,1 8 3-15,7 1 1 16,0 4-4-16,0-1 0 15,0-2 2-15,0 1-1 0,28 2 0 16,4 2-1-16,11 2 0 16,-2 5 1-16,6-4 1 15,2 7-1-15,7-3 1 16,4 2 5-16,0 2 1 16,7 0 2-16,6-2 1 15,6 3-3-15,5-1 6 16,-7 6-5-16,-2-3-1 15,-11 2-1-15,-12 0-2 16,-7 0-1-16,-9 1 0 16,-3-4-1-16,-10 4 0 15,-4-1 0-15,-10 0-2 0,0 0 0 16,-9 1 0-16,0 2-1 16,0-4-2-16,0 4-12 15,0-2-12-15,0-1-19 16,0-3-8-16,0 4-33 15</inkml:trace>
  <inkml:trace contextRef="#ctx0" brushRef="#br0" timeOffset="133005.2622">15252 12830 72 0,'0'0'60'0,"0"0"-39"15,4 0 21-15,7 0 5 16,6 0-22-16,3 0 7 16,3-10 0-16,9-8-7 15,1 0-9-15,3-6-4 16,7-6-5-16,-7-3-4 16,5-3-1-16,2 2-2 15,-7 1 0-15,-8 5 0 16,-8 4 0-16,-8 8 0 0,1-1 0 15,-2 7 0-15,-2-1 0 16,-5 5 0-16,0 3 0 16,-4 3 0-16,7 0 0 15,-7 0 0-15,0 0 2 16,0 0-2-16,0 0 0 16,4 0-2-16,9 5-3 15,10 17 5-15,14 6 3 16,-1 0 1-16,3 1 2 15,-11-5-2-15,-7-2-4 16,-1-1 1-16,-1 2-1 16,-2-3-4-16,2 3-13 15,-1 2-24-15,-18-19-39 0,6-6-48 16</inkml:trace>
  <inkml:trace contextRef="#ctx0" brushRef="#br0" timeOffset="133338.9912">16648 12872 157 0,'0'11'21'0,"0"-11"-14"16,7 4 34-16,42-1 1 15,11-3-10-15,0 0-2 16,0 0-3-16,-8 1-15 16,-11-1-8-16,-3 3-3 15,-16 1-1-15,-3-1 0 16,-4 1-14-16,-15 5-31 15,0 8-27-15,0-9-20 16,-7 0-45-16</inkml:trace>
  <inkml:trace contextRef="#ctx0" brushRef="#br0" timeOffset="133538.5348">16659 13168 120 0,'0'11'35'0,"0"-11"8"15,0 0 29-15,45 0-17 16,15 0-16-16,5-5-5 16,-5-10-3-16,-5 5-13 15,-12 4-14-15,-11 6-4 16,-4 0-2-16,9 0-26 16,10 0-29-16,-30 0-62 15,7 5-81-15</inkml:trace>
  <inkml:trace contextRef="#ctx0" brushRef="#br0" timeOffset="134777.0272">17236 13863 168 0,'-9'-24'72'0,"9"10"-48"15,0 7 35-15,0 2-14 16,0 5-25-16,0 0-10 15,0 0 6-15,0 12-16 16,13 26 0-16,35 20 9 16,7 7-2-16,5 6-3 0,-10-3-1 15,-7-6 0 1,-11-12-3-16,-9-8 0 0,-10-15 0 16,-2-9 0-16,-11-9 0 15,4-9 0-15,-4 0 1 16,5 0 3-16,-5 0 2 15,0 0 3-15,4-31-1 16,-4-16-7-16,0-19-1 16,0-14 0-16,0-12-9 15,0-12-2-15,0-4 1 16,0-1 0-16,0 3-1 16,0 4-1-16,13 8 7 0,-3 2 2 15,3 5 1 1,2 6 2-16,2 7 0 0,3 9 0 15,-1 9 0-15,-2 7 1 16,7 6 0-16,-5 1 2 16,3 4 2-16,-3 2-5 15,4 2 0-15,1-2-1 16,2-1 1-16,12-4-1 16,-5 3 1-16,-1-1 0 15,-4 6 0-15,-5 5 0 16,-6 3 0-16,3-1 1 15,-3 1 0-15,2 4-1 16,0 1-1-16,-6 5 1 16,-2 9 0-16,-7-1 0 15,-4 2 0-15,5 2 0 0,-5 0 0 16,0 3-1-16,4 0 0 16,-4 0 0-16,0-2-3 15,0 2 2-15,4-5 0 16,5 0 2-16,-3-3 2 15,3 2-2 1,-5-2 0-16,0-1 0 16,1 4 0-16,1-3 0 0,-2-1-2 15,-4 2 2-15,0-2 0 16,0 1 0-16,0 4 0 16,0 3-3-16,0 1 1 15,0 0 1-15,0 0 0 16,0 0-1-16,0 0 1 0,0 0 1 15,0 0-2-15,0 0 1 16,0 0 1-16,0 0 0 16,0 0-2-16,0 0-5 15,0 0-9-15,0 0-12 16,0 0-13-16,0 0-22 16,0 0-16-16</inkml:trace>
  <inkml:trace contextRef="#ctx0" brushRef="#br0" timeOffset="136420.2309">17991 12178 28 0,'0'4'18'15,"0"-4"13"-15,13 0 1 16,6 0-12-16,3 0 2 16,6 0 2-16,10 0 4 15,3 0-3-15,6 0-7 16,-2 0 0-16,7 0-5 16,-7 0 3-16,6 0-3 15,1-4-3-15,3 3-1 16,5-6-6-16,9 3 0 15,0 1-2-15,6-3 1 0,8-2-1 16,-1 3 3-16,12-4 2 16,3-1 5-16,4-1-4 15,6 1-1-15,9-2 1 16,12 0 3-16,16 3-4 16,8-2 3-16,5 2 0 15,-5 0-1-15,-8 2-2 16,-18 1 1-16,-5 4-4 15,-8-1 1-15,-1-1 1 16,-1-1 1-16,-3 2 0 16,-8-3-2-16,-3 4-1 15,-9 0-3-15,0 2 0 0,-9 0 0 16,-6 0 1-16,-9-2-1 16,-4 2 3-16,-12-4 0 15,-8 1-2-15,-1 3 3 16,-7 0-2-16,-4-5 0 15,0 3-1-15,0 0 0 16,0-1 0-16,-7 3 1 16,7-3-2-16,-4 0 1 15,-1 1-1-15,1-1 0 16,-11 0 0-16,0 0 1 16,-3 3-1-16,-5 0 0 15,3 0 0-15,7 0 0 0,-11-2 0 16,9 2 0-16,-2 0 0 15,-2 0 0-15,3 0 0 16,-1 0 0-16,-2-3 0 16,-1 3 1-16,3 0 0 15,-7 0-1-15,1-3 1 16,-1 3 0-16,-4 0-1 16,0 0 0-16,4 0 0 15,-4 0 0-15,0 0 1 16,0 0-1-16,0 0 0 15,5 0 0-15,-5 0 0 16,0 0 0-16,0 0 0 31,0 0 1-31,0 0-1 0,0 0 0 0,0 0 2 16,0 0-2-16,0 0 0 0,0 0 2 16,0 0-1-16,0 0 3 15,0 0-1-15,0 0 0 16,0 0 1-16,0 0 0 15,0 0-1-15,0 0 0 16,0 0 0-16,0 0 0 16,0 0-1-16,0 0-1 15,0 0 1-15,0 0-2 16,0 0 0-16,0 0 0 16,0 0 0-16,0 0 0 15,0 0 0-15,0 0 0 16,0 0 0-16,0 0 0 15,0 0 0-15,0 0 0 0,0 0 1 16,0 0 0-16,0 0-1 16,0 0 0-16,0 0 0 15,0-3-1-15,0 3 1 16,0 0 0-16,0 0 0 16,0 0 0-16,0 0 0 15,0 0 1-15,0 0-1 16,0 0 0-16,0 0 0 15,0 0 0-15,0 0 0 16,0 0 0-16,0 0 1 16,0 0-2-16,0 0 1 15,0 0 0-15,0 0 1 0,0 0-1 16,0 0 1-16,0 0 0 16,0 0 0-16,0 0 2 15,0 0 0-15,0 0-1 16,0 0 1-16,0 0-1 15,0 0 0-15,0 0-1 16,0 0-1-16,0 0 0 16,0 0 0-16,0 0 0 15,0 0 0-15,0 0 2 16,0 0-2-16,0 0-2 16,0 0 2-16,0 0 0 15,0 0 0-15,0 0 0 0,0 0 0 16,0 0 0-1,0 0 0-15,0 0 0 0,0 0 0 16,0 0 0-16,0 0 0 16,0 0 0-16,0 0 0 15,0 0 0-15,0 0 0 16,0 0 0-16,0 0 0 16,0 0-1-16,0 0 1 15,0 0 0-15,0 0 0 16,0 0 0-16,0 0 0 15,0 0 0-15,0 0 0 16,0 0 0-16,0 0-1 16,0 0 0-16,0 0-3 15,0 0-4-15,0 0-4 16,0 0-10-16,0 0-12 0,0 0-24 16,0 0-12-16,0 0-52 15,0 0-30-15</inkml:trace>
  <inkml:trace contextRef="#ctx0" brushRef="#br0" timeOffset="137699.2052">18424 12672 215 0,'0'-2'57'0,"0"-2"-17"15,0 4 19-15,0 0-34 16,0 0-17-16,0 0-5 16,0 4-3-16,0 32 3 15,20 7 14-15,-3 7-3 16,2-1-11-16,-15 1 0 16,1-1-2-16,-5-1-1 15,0 2-1-15,0-8-20 0,0 5-20 16,-28-4-21-16,15-35-37 15,-6-3-55-15</inkml:trace>
  <inkml:trace contextRef="#ctx0" brushRef="#br0" timeOffset="137970.1264">17897 13253 163 0,'-5'0'50'16,"5"0"-26"-16,43 0 30 16,50 0 9-16,31 0-16 0,20 0-4 15,12-13 2-15,-4-1-11 16,-8-2-12-16,-24 5-2 16,-23 2-10-16,-22 2-9 15,-30 1-1-15,-17 3 0 16,-13 3-15-16,-7 0-21 15,-3-2-21-15,-5 2-21 16,0-6-15-16,0 3-38 16</inkml:trace>
  <inkml:trace contextRef="#ctx0" brushRef="#br0" timeOffset="138587.5297">17888 13628 87 0,'-19'8'136'15,"19"5"-122"-15,0 11-13 0,0 13 20 16,0 3 5-16,19 4-14 16,9-7 4-16,-9 1 3 15,-6-2-8-15,2-10-4 16,-11-1 3-16,5-9-4 15,-5-5-2-15,1-5-1 16,-5-6-2-16,6 0 0 16,-2 0 2-16,-4 0 0 15,5 0 4-15,-1 0 17 16,0-6-6-16,0-21-5 16,12-12-13-16,7 0 0 15,3 6 0-15,2 1-1 0,0 13 0 16,-1 5-1-1,-11 5 2-15,-4 9 0 0,-7 0 3 16,-5 0-3-16,6 0-1 16,3 0-2-16,8 19 3 15,2 15 0-15,0-1 1 16,-6 9 1-16,-4-2 0 16,-3-1-1-16,-6-1-1 15,0-3 0-15,0-7-4 16,0-4-9-16,0-6-17 15,0-5-14-15,0-13-49 16,0 0-48 0</inkml:trace>
  <inkml:trace contextRef="#ctx0" brushRef="#br0" timeOffset="138809.7525">18480 13959 220 0,'19'-11'42'16,"14"2"-7"-16,7 1 47 16,3 2-38-16,2 2-5 15,-13 0-9-15,-4 4-18 16,-4 0-10-16,-1 0-2 16,-1 0-2-16,6 0-24 15,0 0-33-15,4 0-22 16,-21 0-52-16,-3 0-63 0</inkml:trace>
  <inkml:trace contextRef="#ctx0" brushRef="#br0" timeOffset="139427.0097">19344 13573 94 0,'5'-8'109'15,"-5"8"-80"-15,0 0 4 0,4 0 2 16,2 25-33-16,-1 6 24 16,-5 8 2-16,0 4 0 15,0 4-7-15,0 2 0 16,0-1-3-16,0-1-9 15,-5-6 0-15,-10-6 0 16,11-3-4-16,-4-3 0 16,8-9-1-16,-5 0 1 15,5-7 0-15,0 0-3 16,0-1 1-16,0-5-2 16,0 2 1-16,0-2 0 15,0-1 1-15,0 1-1 0,-6 0 0 16,6-6 0-16,-4 2-1 15,4-3 0-15,0 0 0 16,0 0 1-16,0 0-1 16,0 0 0-16,0 3 0 15,0-3-1-15,0 0 0 16,0 0 0-16,0 0 1 16,0 0 1-16,0 0-1 15,0 0 2-15,0 0-1 16,0 0 0-16,0 0 0 15,-5 0 0-15,5 0 0 16,0 0-1-16,0 0 1 16,0 0 0-16,0 0-1 0,0 0-1 15,0 0 0 1,0 0-3-16,-4 0-8 0,4 0-11 16,-4 0-16-16,-7 0-22 15,2 0-17-15,1 0-41 16</inkml:trace>
  <inkml:trace contextRef="#ctx0" brushRef="#br0" timeOffset="140445.6699">19688 12666 107 0,'-15'-12'62'0,"15"9"-9"15,0 0 15 1,0 0-22-16,0 1-23 0,0-2-5 15,19 2-1-15,22-1 1 16,19 1 11-16,10-3-7 16,3-1-8-16,2 0-8 15,-6 4-4-15,-9-4-1 16,-8 4-1-16,-12-1 0 16,-7 0-7-16,-6 0-19 15,-3 3-12-15,-20 0-16 16,-4 0-29-16,0 0-15 15,0 0-48-15</inkml:trace>
  <inkml:trace contextRef="#ctx0" brushRef="#br0" timeOffset="140902.1927">19683 12726 62 0,'0'12'77'0,"0"-10"-65"16,26 1 35-16,26 4 11 15,8 3-17-15,-5-2-7 16,-7 11-11-16,-12-7-18 16,-12 9-4-16,-7 2-1 15,-13 6 3-15,-4 13-3 0,0 9 0 16,-32 7 0-16,-37 6-3 15,-14 1-3 1,-1-5-6-16,11-11 3 0,13-13 9 16,23-7-1-16,14-8 1 15,8-7 1-15,15-5-1 16,0-2 1-16,0-1 4 16,0 0 7-16,0 1 1 15,15 3 0-15,17-2 3 16,13 3 2-16,7-1 1 15,8-1 2-15,0-2-1 16,0-3-3-16,0-2-12 16,0 0-3-16,-13-2-1 0,-6 0-1 15,-3 0-18 1,-12 0-24-16,8 0-29 0,-34-2-25 16,0-10-61-16</inkml:trace>
  <inkml:trace contextRef="#ctx0" brushRef="#br0" timeOffset="141218.1198">20565 12645 139 0,'-41'0'24'0,"-2"41"15"16,7 11 23-16,4 9-36 16,4 9-9-16,4 5 14 15,7 4-10-15,6-1-12 16,11-7 7-16,0-6-7 16,0-8 4-16,0-10-9 15,35-5-1-15,-3-6-3 16,4-10 0-16,5-8-1 15,6-8-31-15,9-10-16 16,-39 0-48-16,11-5-14 16</inkml:trace>
  <inkml:trace contextRef="#ctx0" brushRef="#br0" timeOffset="141436.4037">21301 12847 14 0,'0'-11'223'0,"0"11"-187"16,0 0-3-16,0 34 7 15,-28 16-22-15,-28 9-10 16,-8 13-2-16,-16 2-5 16,-8 5-1-16,-4-5-3 15,11-11-18-15,5-12-32 0,57-49-26 16,15-2-21-1</inkml:trace>
  <inkml:trace contextRef="#ctx0" brushRef="#br0" timeOffset="141655.1942">20685 12935 139 0,'0'-37'118'0,"0"37"-84"16,24 0 8-16,8 7-10 15,11 29 4-15,2 6 18 16,6 11-27-16,-14 4-12 0,5-1-4 16,-5-3-8-16,-9-4-3 15,0-6-1 1,0 0-23-16,-7-3-31 0,-17-34-27 16,-4-3-62-16</inkml:trace>
  <inkml:trace contextRef="#ctx0" brushRef="#br0" timeOffset="141864.2965">21328 13406 137 0,'-15'24'59'0,"3"3"-18"16,3-1 40-16,5 2-48 16,4-3-13-16,0 1-1 0,0-4-1 15,0-5-10 1,0-7-3-16,0-4-2 0,0-6-1 15,13 0-2-15,10 0-1 16,5 0-12-16,13-6-26 16,-22-10-18-16,-6-4-61 15</inkml:trace>
  <inkml:trace contextRef="#ctx0" brushRef="#br0" timeOffset="142033.3503">21564 13080 207 0,'-15'-17'120'0,"15"14"-86"15,0-1 10-15,0 4-44 0,0 0-1 16,0 0-16-16,0 0-27 16,0 0-82-16,0 0 91 15</inkml:trace>
  <inkml:trace contextRef="#ctx0" brushRef="#br0" timeOffset="142218.8769">21564 13080 226 0,'268'-40'43'15,"-259"40"-30"-15,38 0 23 0,13 0-7 16,5 0-21-16,-10-1-8 15,5-5-5-15,-47 4-53 16,2-3-72-16</inkml:trace>
  <inkml:trace contextRef="#ctx0" brushRef="#br0" timeOffset="142432.6942">22765 12787 159 0,'0'0'136'16,"0"0"-106"-16,0 11 18 16,0 30-8-16,-45 10-26 0,-10 9-2 15,-14 7-5-15,-6 6-5 16,2-2-2-16,-2-3-3 16,15-14-27-16,8-12-19 15,16-20-14-15,36-22-44 16,0 0-47-16</inkml:trace>
  <inkml:trace contextRef="#ctx0" brushRef="#br0" timeOffset="142644.1469">22392 12883 116 0,'17'-29'102'0,"-6"29"-77"15,17 15 7-15,8 30 23 0,5 13-9 16,11 10-9-16,-16 1 9 15,-4-4-22 1,-4-4-15-16,-4-17 0 0,-5-9-7 16,-6-12-2-16,-4-8-16 15,-3-8-24-15,-2-7-30 16,-4 0-57-16,0 0-77 16</inkml:trace>
  <inkml:trace contextRef="#ctx0" brushRef="#br0" timeOffset="142867.7928">22000 12767 182 0,'-11'-1'54'15,"11"-5"-14"-15,36-4 18 16,35 3-16-16,13-5 2 15,-7 2-19-15,-13 2-4 16,-8 2-21-16,-9 5-1 16,-2 1-37-16,-34 0-33 15,2 0-67-15</inkml:trace>
  <inkml:trace contextRef="#ctx0" brushRef="#br0" timeOffset="143120.9966">22993 12719 105 0,'32'48'69'16,"0"5"-7"-16,0 3 17 16,-4 12-21-16,-13 8-27 15,-15 2-13-15,0 1 0 16,0-9-11-16,-15-13-2 15,-17-5 0-15,-4-12-5 16,-1-9-1-16,5-10-16 0,-2-12-21 16,8-9-25-16,11 0-43 15,2-12-72 1</inkml:trace>
  <inkml:trace contextRef="#ctx0" brushRef="#br0" timeOffset="144000.683">22141 11967 155 0,'0'0'50'16,"0"-3"0"-16,0 3 16 15,0-2-47-15,20-4-4 0,20 3 15 16,8-2-5-16,12-4-4 15,8 2-6-15,16 1-1 16,12 3-4-16,7 0-1 16,-2 3-2-16,-2 0-4 15,-18 0 1-15,-6 0-2 16,-19 0-2-16,-7 0 0 16,-10 0 1-16,-2 3-1 15,-10 0 0-15,-3-3 1 16,-7 0 1-16,-2 0-1 15,-11 0 0-15,1 0-1 16,-5 0 0-16,0 0 0 0,0 0 1 16,0 0-1-16,0 0 0 15,0 0 0-15,0 2 0 16,0-2 0-16,0 0 0 16,0 0 1-16,0 0-1 15,0 0 0-15,0 0-2 16,0 0-4-16,0 0-8 15,0 0-7-15,0 4-3 16,0-4-7-16,0 0 2 16,0 2-3-16,0 6-26 15,0-5-36-15,-5 2-75 16</inkml:trace>
  <inkml:trace contextRef="#ctx0" brushRef="#br0" timeOffset="147648.2381">22249 12657 10 0,'0'0'50'15,"4"0"-34"1,11 0 5-16,-2 0 5 0,2 0 4 16,-2 0 1-16,-5 0-8 15,7 0-4-15,-11-3 0 16,5 3-4-16,-5 0-5 16,7 0-5-16,2-3 3 15,6 0 0-15,5-2 1 16,-3-1 2-16,3 3-4 15,-1 1-1-15,10-1-2 16,-5-2 1-16,8-1 1 0,-4 1 0 16,5-1 0-1,-3 1 2-15,-2-1-2 0,0 4-1 16,-8-1-3-16,-7 3-2 16,-2-3 2-16,-6 3 0 15,-5-4 1-15,0 4 5 16,-4 0-3-16,0 0-1 15,0 0-3-15,0 0 1 16,0-1-2-16,0 1 3 16,0 0-2-16,0 0-1 15,0 0-12-15,0 0-16 16,4-3-23-16,-4-3-39 16,7 1-23-16</inkml:trace>
  <inkml:trace contextRef="#ctx0" brushRef="#br0" timeOffset="148309.3102">23516 12258 129 0,'0'-3'34'0,"0"-3"1"16,0-2 5-16,37 0-8 15,3-1-4-15,3 2-1 16,-2 1-3-16,-9 1-10 16,-4 5-4-16,-9 0-1 15,-10 0-7-15,0 0-2 16,1 0 0-16,-10 0 0 16,0 0-2-16,0 7 1 15,0 10-1-15,0 5 1 16,-10 3-1-16,-31 5-3 0,-11-1-5 15,3 4-7-15,-3 1 8 16,5-3 4-16,7 1-2 16,7-6 2-16,14-3 5 15,6-4 0-15,9-8-2 16,4-3 2-16,0-5 0 16,0-3 2-16,0 0 4 15,0 0 0-15,0 0 3 16,0 0 6-16,21 0 0 15,12 0 0-15,9 0 4 16,3 0 3-16,-2-5-2 16,2-6-2-16,-6-3-5 15,-3 3-7-15,-8 0-4 0,-10 2-1 16,1 5-1-16,-11-3-2 16,-3 5-11-16,-5-1-13 15,0 1-27-15,0 2-28 16,0 0-76-16</inkml:trace>
  <inkml:trace contextRef="#ctx0" brushRef="#br0" timeOffset="170402.8458">7398 16637 55 0,'13'-19'82'0,"-7"11"-51"16,-6 3 11-16,0 3 12 16,0-1-19-16,0 3-7 15,0 0-4-15,0 0-6 16,0 0-5-16,0 0 2 15,0 0-4-15,0 0-1 16,0 0-2-16,0 0 3 16,0 0-1-16,0 0-2 15,0 0-4-15,0 0-1 16,0 0-3-16,0 0 0 16,0 0 0-16,0 0 1 0,0 0 1 15,0 0-1-15,0 0-1 16,0 0 0-16,0 0 0 15,0 0-1-15,0 0 0 16,0 0-1-16,0 0-1 16,0 0 0-16,0 0-2 15,0 0-1-15,0 0 0 16,0 0 0-16,0 0 2 16,0 0 0-16,0 0 4 15,0 0 0-15,0 0 0 0,0 0 0 16,0 0 0-1,0 0-1-15,0 0-5 0,0 0-8 16,0 0-1-16,0 0 1 16,0 0-1-16,0 0 0 15,0 0 0-15,0 0-14 16,0 0-18-16,0 0-28 16,0 0-49-16</inkml:trace>
  <inkml:trace contextRef="#ctx0" brushRef="#br0" timeOffset="176732.842">2861 14691 128 0,'22'-16'55'0,"-22"16"-37"16,0 27 15-16,0 33 3 0,-28 30 4 16,-34 19-16-16,-13 15-3 15,0 10-4-15,-7-4-3 16,7-15 9-16,11-10-9 16,8-17 1-16,7-9-11 15,10-11 3-15,11-14-7 16,17-16 0-16,5-7 0 15,6-16-15-15,0-4-23 16,0 0 5-16,28-8-54 16,-11-3-31-16,11 0 6 15</inkml:trace>
  <inkml:trace contextRef="#ctx0" brushRef="#br0" timeOffset="179793.7605">3398 15289 111 0,'19'-21'95'0,"-15"15"-48"15,-4 6 12-15,0 0-8 16,0 0-37-16,0 0-9 15,0 10-5-15,13 37-1 16,11 15 1-16,10 12 3 16,7-7 2-16,-5-11-4 0,1-12 1 15,-3-12 0-15,-13-12-2 16,-1-10-1-16,-3-4 1 16,-9-6 3-16,1 0-1 15,0 0 11-15,-1 0 9 16,5-13 3-16,13-23-4 15,4-9-7-15,6-18-8 16,1-8-4-16,-1-6-1 16,-4-1-1-16,-8 11-1 15,-5 10-3-15,-6 19-9 16,-6 16-7-16,-3 14-12 0,0 8-9 16,9 0-11-1,-13 5-69-15,11 24-51 0</inkml:trace>
  <inkml:trace contextRef="#ctx0" brushRef="#br0" timeOffset="180227.5134">4438 15444 140 0,'0'-44'53'16,"-13"8"-28"-16,-15 7 41 0,7 9-32 15,-5 12-27-15,9 8 8 16,-11 0-7-16,0 23-8 16,-11 36-6-16,9 14 3 15,2 1 2-15,13-13-1 16,13-14 1-16,2-13 1 16,0-11-2-16,0-12 0 15,0-5 1-15,11-6 1 16,15 0 4-16,2-4 5 15,8-29 2-15,11-12-4 16,-4-9-5-16,9-4-2 16,-12-2 2-16,-12 18-2 15,-13 12 1-15,-15 14 4 16,0 16 21-16,0 0 2 16,0 0-13-16,0 6-15 0,0 34-13 15,0 8 12-15,0 10 0 16,17-13 0-16,3 2-10 15,3-13-25-15,1-4-14 16,-3-8-16-16,-14-22-39 16,-3 0-25-16</inkml:trace>
  <inkml:trace contextRef="#ctx0" brushRef="#br0" timeOffset="180723.2005">4781 15522 10 0,'9'-17'113'0,"-3"17"-90"15,-4 0-16-15,9 19 28 0,-5 11-4 16,-4-2-22-16,-2-7-6 16,0-7 3-16,0-9 6 15,0-2 8-15,0-3 6 16,0 0-2-16,0 0-1 16,0 0-2-16,0-18 0 15,0-18-18-15,0-7-3 16,0 1 0-16,0 12-2 15,0 11 1-15,16 12-2 16,5 7 0-16,7 0-4 16,8 0 0-16,9 16 4 15,-15 17 1-15,-2 6 1 16,-11 3-1-16,-2-6 2 0,-15-4-3 16,0-13 1-16,0-9 1 15,0-4 1-15,0-6 1 16,0 0 4-16,0 0 5 15,0 0 3-15,0-22 1 16,9-16-6-16,0-5-8 16,14 1-4-16,1 10 1 15,-1 14 1-15,-10 11 1 16,2 2-2-16,-10 5-3 16,3 0 1-16,1 5 2 15,10 18 3-15,-4 4 0 16,4 10-1-16,-6 7-3 0,11 0-17 15,4-3-39 1,12-15 1-16,-14-26-50 0,-9 0-4 16</inkml:trace>
  <inkml:trace contextRef="#ctx0" brushRef="#br0" timeOffset="181045.1914">5669 15468 79 0,'0'-13'79'0,"-11"13"-74"15,-2 29 16-15,9 15 24 16,0 1-31-16,4-4-7 16,0-8 4-16,0-9 9 15,13-7-4-15,6-10-6 0,-6-3 3 16,0-4-2 0,6 0-1-16,-4 0 3 0,4 0-3 15,3-11 1-15,-7-17-2 16,-2-7-5-16,-7-5-2 15,-6-3 1-15,0 0-3 16,-34 6-1-16,-16 12-6 16,-5 14 2-16,3 11 1 15,9 0-7-15,7 0 1 16,17 15-12-16,10 8-19 16,9-1-31-16,0-5-8 15,17-15 6-15,17-2 8 16</inkml:trace>
  <inkml:trace contextRef="#ctx0" brushRef="#br0" timeOffset="181324.1905">6308 15345 28 0,'86'-26'128'0,"-86"26"-58"0,0 0-1 16,0 0-10-16,0 0-39 16,0 11-20-16,0 15-3 15,-2 12 3-15,2 5 0 16,0 1 1-16,0-1 1 15,0-2 0-15,0 1 0 16,0-8 4-16,11 2 0 16,-5-1 8-16,-6-2-7 15,0-8-2-15,0 4 8 16,0-4-6-16,-24-6-2 0,-14-1 2 16,-12-1-3-1,-20-4-4-15,-18-6-9 0,-22-3-22 16,-29-4-20-16,72 0-63 15,-14 0-108-15</inkml:trace>
  <inkml:trace contextRef="#ctx0" brushRef="#br0" timeOffset="185358.8139">7642 15562 93 0,'0'-26'48'0,"0"7"-10"0,0-1 29 16,0-3-3-16,0 5-30 16,-2 3-5-16,-6-1 2 15,-5 2 3-15,0 3-10 16,-7 3-7-16,-3-2-1 16,-9 9-5-16,2 1-11 15,-7 0-4-15,-16 0-5 16,-5 24 2-16,-5 17 0 15,3 7-1-15,9 0 2 16,14-4 3-16,14-8 1 16,19-6 0-16,4-5-4 0,0-3 0 15,0-3 0 1,19-6 4-16,13-5-3 0,0-2 2 16,5-6-1-16,6 0 2 15,4 0 2-15,-2-3 1 16,6-18-1-16,1-10-1 15,-11-2-2-15,1-4-2 16,-14-1 1-16,-6-2 2 16,-5 6 2-16,-6 5 1 15,-5 5-1-15,-4 6 0 16,3 7 0-16,-5 7 3 16,0-2 2-16,0 3-3 15,0 1 3-15,0-2 0 16,0 2 1-16,0 0-2 0,0 2 2 15,0 0 3-15,0 0-2 16,0 0-2-16,0 0-4 16,0 0-1-16,0 0-4 15,0 0-2-15,0 10-3 16,0 14 0-16,0 9 9 16,0 5 0-16,0-4 0 15,0 2 3-15,0-5-2 16,0-6-1-16,0-5 0 15,0-9 0-15,0 1 1 16,0-11-1-16,0-1 1 16,0 0-1-16,0 6 0 15,0 0-1-15,0 5 1 0,0 0 0 16,0-2 0-16,0-4-1 16,0 0 1-16,0-3 0 15,0-2-2-15,0 3-2 16,0-3-6-16,0 0-4 15,0 0-11-15,0 0-9 16,0 0-15-16,0 0-15 16,0 0-20-16,0 0 1 15</inkml:trace>
  <inkml:trace contextRef="#ctx0" brushRef="#br0" timeOffset="185878.1572">8335 14754 171 0,'11'-28'49'16,"-11"28"3"-16,0 0 17 15,0 0-44-15,0 9-25 16,0 36-2-16,0 21 2 16,0 24 6-16,0 8-2 0,0 8 1 15,0 2 2 1,0-13-5-16,0-12-1 0,0-17-1 16,0-19 1-16,0-17 0 15,0-14-1-15,0-12 0 16,0-4 0-16,0 0 0 15,0 0 0-15,0 0-1 16,8-20 1-16,7-20 3 16,7-5-3-16,1 2 0 15,5 2 0-15,-8 11 1 16,-1 14-2-16,-6 7 2 16,-5 9-1-16,7 0 0 0,5 0-1 15,1 0 1 1,5 25 4-16,2 8 0 15,-9 5 0-15,-2 5-3 0,-6 2-1 16,-7 2-3-16,-4-1-13 16,7-5-17-16,5-12-33 15,-12-26-24-15,5-3-22 16</inkml:trace>
  <inkml:trace contextRef="#ctx0" brushRef="#br0" timeOffset="186275.4791">9062 15400 39 0,'9'-44'145'16,"-9"37"-103"-16,0 1 33 15,-28 3-13-15,-9 3-38 0,1 0-13 16,-11 3-6-16,2 32-4 16,-7 12-1-16,9 9 0 15,7 2-1-15,8-8-1 16,19-3 2-16,9-18 0 15,0-6-5-15,0-12-6 16,0-9-3-16,24-2 0 16,12 0-7-16,1 0 12 15,10-17-4-15,-10-10-3 16,1-2 3-16,-16-7-1 16,-7 4 14-16,-11 5 2 15,-4 9 18-15,0 11 15 0,0 7 1 16,0 0-8-16,0 0-15 15,0 0-13-15,0 16-11 16,4 18 6-16,9 4 5 16,6 2 0-16,5 1-7 15,4 0-18-15,10-7-23 16,-1-4 1-16,-24-28-56 16,2-2-9-16</inkml:trace>
  <inkml:trace contextRef="#ctx0" brushRef="#br0" timeOffset="186696.3886">9367 15407 136 0,'-20'0'74'0,"16"0"-33"16,4 0 38-16,0 0-50 16,0 0-16-16,0 0 2 15,0 0 5-15,-4 0-7 16,-9 0-4-16,-11 0-4 16,-12 23 0-16,-11 3-4 0,8 4 3 15,5-5-2 1,21 3 0-16,4-5 2 0,9 0-4 15,0-1-2-15,0 2 1 16,0-3 1-16,37 1 1 16,1-6 1-16,14-3 3 15,4-7 1-15,8-3-1 16,0-3 1-16,-8 0 1 16,-2 0-3-16,-18-3-4 15,-6-7-2-15,-11-1-19 16,-19-3-22-16,0 8-22 15,0 1-105-15</inkml:trace>
  <inkml:trace contextRef="#ctx0" brushRef="#br0" timeOffset="187962.5396">2690 15315 23 0,'-11'15'134'0,"11"-15"-77"15,0 0 11-15,0 0 6 0,0 0-32 16,0 0 12-16,0 0 10 16,0 0-3-16,0 0-6 15,0 0 2-15,-6 0-11 16,1 0-10-16,5 0-5 15,-6 0-4 1,4 0-3-16,2 0 0 0,-7 0 1 16,5 0-2-16,2 0-3 15,-6 0 0-15,-14 0-4 16,-7 0-1-16,-18-15-6 16,-22-10-8-16,-6-3 1 15,-11-11-1-15,-6-7 0 0,-2-6 0 16,0 2 1-16,8 0-2 15,14 8 1-15,18 5-1 16,9 10 0-16,22 9 1 16,1 4-1-16,10 3 1 15,-3 7-1-15,9 1 1 16,4 3-1-16,0 0 1 16,0-4 0-16,-3 4 0 15,3 0-1-15,0 0 0 16,0 0 0-16,0 0 1 15,0 0 1-15,0 0-2 16,0 0 0-16,0 0-2 16,0 0 2-16,0 0-2 0,0 0-1 15,0 0 0-15,0 0-3 16,0 0-4-16,0 0-8 16,0 0-9-16,0 0-6 15,0 0-4-15,0 0-22 16,0 0-37-16,0 16-18 15,0 22-14-15,0-18-10 16,0-4-107-16</inkml:trace>
  <inkml:trace contextRef="#ctx0" brushRef="#br0" timeOffset="189775.1896">9611 15582 35 0,'0'-4'35'16,"0"2"-4"-16,0 2 11 15,0 0-6-15,0 0-8 16,0 0-3-16,0 0 0 16,0 0 0-16,0 0-5 15,0 0-9-15,0 0-5 16,0 0-1-16,0 0 3 16,26 0 6-16,2 0-7 15,2 0-2-15,15-7 0 16,-9-4-3-16,-6 0-2 15,3-7-1-15,-14 4 0 16,-6-9-1-16,-5-1 0 0,-8 0 1 16,0-4 0-16,0 1-5 15,0-1 4-15,-17 12 0 16,-6 6-2-16,3 10 4 16,-1 0 1-16,-1 0-1 15,-3 0 1-15,-12 8-1 16,-6 16-2-16,0 9 0 15,-4 8 2-15,11-1 5 16,6-3 4-16,21-1-1 16,5-4-2-16,4 2-3 15,0-2 0-15,0-3-2 16,8-1 0-16,29-1 0 0,6-6 0 16,10-1-1-16,16-9-4 15,-3-8-10-15,3-3-13 16,6 0-22-16,-6-14 10 15,-9-11-14-15,-9 6 13 16,-18 9 19-16,-10 5 7 16,-12 5 11-16,-9 0 3 15,4 0 1-15,-6 0 1 16,5 0 13-16,-5 0-3 16,0 0 12-16,0 0 22 15,0 0 8-15,0 0-4 16,0-9-11-16,0-8-13 15,0-1-12-15,0-9 7 0,0-10-14 16,0-2-6 0,0-3-1-16,0 1-4 0,36 3-5 15,9 7-12-15,15 1-16 16,-8 2-26-16,-33 25-52 16,-6-1-39-16</inkml:trace>
  <inkml:trace contextRef="#ctx0" brushRef="#br0" timeOffset="190016.3434">10598 14894 86 0,'0'-25'106'0,"0"25"-67"16,0 0 8 0,0 0 2-16,0 5-42 0,0 37-3 15,0 29 4-15,0 24 19 16,0 13-6-16,-9 6-9 15,-1-2-7-15,1-6-3 16,2-14-1-16,7-11-1 16,0-16-13-16,0-19-27 15,28-17-17-15,26-26-34 16,-26-3-4-16,0-12-23 16</inkml:trace>
  <inkml:trace contextRef="#ctx0" brushRef="#br0" timeOffset="190316.6116">10902 15586 90 0,'0'-1'58'0,"-4"1"-51"0,-20 29 43 16,18 11-14-16,6-4-21 15,0-5 0-15,0-10 4 16,6-8-4-16,31-8 3 16,10-5 1-16,-2 0-2 15,11 0-5-15,-9-18-5 16,-2-12-3-16,-11-4-4 15,-12 0 0-15,-13-7 0 16,-9-2 2-16,0-2-2 16,-13 0 0-16,-39 16 4 15,3 13 2-15,-3 7-3 16,5 9-3-16,2 0-5 0,7 30 1 16,5 16-2-1,16 4-5-15,17 8-17 0,0 2-18 16,0-39-38-16,0-1-96 15</inkml:trace>
  <inkml:trace contextRef="#ctx0" brushRef="#br0" timeOffset="190758.8494">12108 15788 101 0,'47'50'57'0,"-47"25"-54"15,0 3 23-15,0 4 21 0,4-6-36 16,16-8-6-16,-8-18 2 16,-1-10 0-16,-7-20-4 15,-4-12-1-15,0-8 2 16,0 0 14-16,0 0 7 16,-10-26-7-16,-27-22-17 15,-4-15 7-15,-6-15-4 16,-4-18-2-16,6-18 5 15,10-5-4-15,10 2-2 16,25 25-1-16,0 27-3 16,0 32 1-16,40 19 0 15,12 12-3-15,8 2 0 0,9 0 2 16,-3 18 1 0,-6 11 2-16,-15-2 2 0,-17 2 3 15,-13 0-2-15,-15 5 3 16,0-3-1-16,-6 5 2 15,-39-4 0-15,-11 1-7 16,4-8 0-16,3-10-2 16,6-3-6-16,15-10-6 15,11-2-19-15,17 0-30 16,0-5-57-16</inkml:trace>
  <inkml:trace contextRef="#ctx0" brushRef="#br0" timeOffset="191155.67">12820 15474 176 0,'43'-33'78'16,"-43"22"-54"-16,0 7 37 15,-37 3-20-15,1 1-31 16,-11 0-10-16,-5 21-3 16,-4 21 0-16,11 6-3 15,-2 2 6-15,15-2-1 16,13-8-1-16,6-8 2 15,13-10-1-15,0-5-1 16,0-10 0-16,0-4 1 16,0-3-3-16,21 0-2 15,-1 0 1-15,12-9 1 16,0-16 2-16,7-6 2 0,-7-2 0 16,-9 4 0-16,-10 8 1 15,-9 10 9-15,-4 7 10 16,0 4 12-16,0 0-10 15,0 0-22-15,0 17-6 16,0 13 3-16,11 9 3 16,2 1 0-16,6-7-10 15,-6-9-23-15,11-8-21 16,-1-12-25-16,14-4-1 16,-26 0 23-16,6 0-54 15</inkml:trace>
  <inkml:trace contextRef="#ctx0" brushRef="#br0" timeOffset="191343.5384">13075 15835 36 0,'0'0'87'16,"0"0"18"0,0 0-5-16,0-20-52 0,0-4-12 15,0-7-6-15,-8-1-7 16,3-1-7-16,5-5-11 16,0-5-5-16,0-2-1 15,0-6 0-15,26 3-17 16,30 13-14-16,19 7-15 15,8 15-2-15,5 11-28 16,-51 2-25-16,-14 0-5 16</inkml:trace>
  <inkml:trace contextRef="#ctx0" brushRef="#br0" timeOffset="191681.0563">13667 15392 92 0,'0'0'80'16,"0"0"1"-16,-36 0-28 0,-12 13-14 15,3 14-12-15,-10 11-18 16,-1 9-8-16,0 1 7 15,9 7-2-15,10-12-3 16,20-5 2-16,11-11-5 16,6-10-2-16,0-7 1 15,0-10-3-15,0 0-6 16,28 0 3-16,4 0 2 16,11-13 3-16,2-17 2 15,6-11 0-15,-4 1 1 16,-6 6 0-16,-13 10 1 15,-19 13 11-15,-9 9 21 16,0 2 4-16,0 0-16 0,0 0-11 16,0 0-11-16,0 16-6 15,4 11 4-15,15 11 2 16,9-1 0 0,4 8-5-16,5-2-27 0,19-5-24 15,8-7-23-15,-30-31-65 16,-2 0-19-16</inkml:trace>
  <inkml:trace contextRef="#ctx0" brushRef="#br0" timeOffset="192305.8786">14836 15262 79 0,'-4'-52'167'16,"-24"39"-146"-16,15 6 42 15,9 7 3-15,-7 0-63 16,-17 31-3-16,-4 23 0 16,-13 11 8-16,-2-2-1 15,10-4 0-15,5-3 1 16,13-9-1-16,19-9-3 16,0-7-4-16,0-13 0 15,10-7 0-15,27-11 0 16,8 0-3-16,11 0 2 15,4-16 1-15,11-21-2 16,1-4-3-16,4-10-6 0,-12-5 0 16,-8-1 3-16,-20 6-1 15,-19 12 3-15,-10 21 6 16,-7 18 1-16,0 0 10 16,0 0-10-16,0 18-1 15,0 21-7-15,0 7 7 16,0 3 8-16,0-10-2 15,0-3 0-15,0-12-1 16,0-7-1-16,13-6-4 16,2-9 1-16,-3-2 0 15,-7 0-1-15,10 0-5 0,-2 0 4 16,10-24 1 0,9-15 3-16,5-12-3 0,-1-6-7 15,-8 8-1-15,-8 15 4 16,-12 17 4-16,-8 17 10 15,0 0 6-15,0 0 3 16,0 0-6-16,0 25-13 16,0 10-6-16,0 9 6 15,0 6 4-15,0-8-4 16,0-3 0-16,0-3-9 16,0-5-22-16,11-15-24 15,30-7-29-15,-18-9-8 16,1 0-57-16</inkml:trace>
  <inkml:trace contextRef="#ctx0" brushRef="#br0" timeOffset="192684.8207">15767 15302 207 0,'0'-34'53'0,"-28"34"-11"16,-19 0 29-16,-5 18-52 15,7 22-17-15,-2 16 8 16,11 3 0-16,8-6-8 15,11-5 5-15,10-12-5 16,7-11-2-16,0-11 0 16,0-9-1-16,0-5-9 15,11 0-7-15,21 0 2 16,13-12 9-16,15-20-1 0,0-7-9 16,0-6-7-16,-4 7-8 15,-20 14 4-15,-16 11 27 16,-12 13 11-16,-8 0 22 15,0 0 4-15,0 0-12 16,0 3-7-16,0 19-18 16,0 7 5-16,0 3 2 15,0-1-4-15,0-7-3 16,0-8 1-16,0-6-2 16,0-7-6-16,0-3-26 15,0 0-18-15,11 0-29 16,-2-7 7-16,6-15-66 15</inkml:trace>
  <inkml:trace contextRef="#ctx0" brushRef="#br0" timeOffset="192912.0198">16076 14736 269 0,'0'-49'94'0,"0"49"-67"15,0 31-5-15,0 27-16 16,0 20 29-16,0 4-11 15,0 4 8-15,-5 7 8 16,-3 0-19-16,-1-4-13 16,-1-5-5-16,5-3-2 15,1-4-1-15,-2-13-15 0,6-7-30 16,0-14-20 0,0-7-20-16,0-36-45 0,0 0-88 15</inkml:trace>
  <inkml:trace contextRef="#ctx0" brushRef="#br0" timeOffset="193437.2639">17315 15307 217 0,'-23'-39'41'0,"14"19"-9"15,-1 10 38-15,-3 6-39 16,4 4-11-16,-6 0-10 16,-17 11-9-16,-15 30-1 15,-7 13-2-15,-6 19 2 16,4-2 0-16,18-1 0 15,12-14 0-15,11-9 0 16,15-14-1-16,0-14-2 16,0-7-5-16,24-12-8 15,16 0 2-15,12 0 7 16,8-31 6-16,4-9 1 16,7-7-1-16,-11-2 0 0,0-8-4 15,-15 6-1-15,-13 5 2 16,-12 16 4-16,-16 16 6 15,-4 10 9-15,0 4 8 16,0 0-1-16,0 0-17 16,0 29-5-16,0 16-10 15,0 23 10-15,0 11 6 16,0 5-6-16,0 5 1 16,0 3-1-16,0 5 0 15,0-10-7-15,0-7-39 16,0-62-39-16,-4-11-60 15</inkml:trace>
  <inkml:trace contextRef="#ctx0" brushRef="#br0" timeOffset="193991.0071">16992 15831 190 0,'0'-38'41'15,"0"14"-37"-15,45-6 23 16,30-3 9-16,4-5-29 16,3 4 3-16,1-8 19 15,-3-2-18-15,-8-7-9 0,4-9-1 16,-8-10 0 0,-8 0-1-16,-13-8-3 0,-10 8-9 15,-18 21 3-15,-15 23 7 16,-4 20 2-16,0 6 7 15,0 0-7-15,0 22-10 16,0 28 3-16,-19 11 7 16,2 10 1-16,6 0 0 15,7-11 0-15,4-8 1 16,0-15 1-16,0-11 0 16,0-8-2-16,9-7-1 15,18-10 0-15,1-1 0 16,5 0-4-16,5-19 3 15,7-18-1-15,7-14-9 0,-1-8-5 16,-10 1 0-16,-9 3-1 16,-8 20 17-1,-20 16 0-15,-4 16 16 0,0 3 15 16,0 0-13-16,0 0-6 16,0 31-12-16,0 6 3 15,-9 18 9-15,-10-5-3 16,6 2-1-16,2-3-6 15,-1-2-1-15,1-7-1 16,7-6-2-16,4-10-26 16,0-14-37-16,0-10-41 15,0 0-26-15</inkml:trace>
  <inkml:trace contextRef="#ctx0" brushRef="#br0" timeOffset="194264.2057">18351 15389 30 0,'13'0'72'0,"-13"5"-45"16,0 31 13-16,0-4 7 16,0-6-26-16,0-3-12 15,0-12-4-15,0-9 1 16,0-2-4-16,0 0 1 16,0 0 9-16,0 0 14 15,0-13 2-15,0-14-25 16,0-13-1-16,0-8 0 0,0-5 2 15,0-1 3 1,0 3 2-16,15 7-1 0,7 10-8 16,-3 10-2-16,5 8-23 15,-1 11-21-15,-19 5-40 16,1 0-95-16</inkml:trace>
  <inkml:trace contextRef="#ctx0" brushRef="#br0" timeOffset="194710.9117">18628 15248 53 0,'37'27'41'16,"-10"-16"-11"-16,10-8 5 16,1-3-6-16,-1 0 5 15,-1 0-16-15,-12 0-4 0,-5 0-1 16,-10-11 3-16,-9-3-2 16,0 1 1-16,0 0-1 15,-4 3-6-15,-20 9-3 16,0 1-3-16,1 0 2 15,-9 7-4-15,4 27 0 16,-9 9 0-16,14 0 8 16,10-5-3-16,4-4-3 15,9-4-1-15,0-7-1 16,0-10-4-16,28-6-5 16,17-7-4-16,7 0-4 15,3 0 2-15,-5-5-10 0,1-10-13 16,-14-2-4-1,-14 5 29-15,-8 8 13 0,-15-1 8 16,0-4 25-16,0-1-6 16,0-7 6-16,0-3 12 15,-6-4-8-15,2-2 5 16,4-5-3-16,0-1-15 16,0 0-8-16,19 0-16 15,26-2-2-15,21 5-3 16,12 7-17-16,14-1-24 15,11 5-25-15,-67 18-34 16,-8 0-81-16</inkml:trace>
  <inkml:trace contextRef="#ctx0" brushRef="#br0" timeOffset="195215.5416">20368 15221 1 0,'0'54'110'0,"4"14"-76"16,13 11 24-16,-6 4 20 15,-3 9-39-15,-8 1-16 16,0-3-10-16,0-9 0 15,0-15-9-15,-19-21-3 16,2-20 1-16,6-17-1 0,3-8 2 16,8 0 4-16,-5-8 3 15,-3-36 24-15,-7-18-23 16,-3-16-8-16,-5-12-3 16,-1-23 2-16,11-9-2 15,13-10-1-15,0 4-8 16,0 18-8-16,54 28 8 15,6 29 3-15,0 27 3 16,7 15-17-16,-7 11 20 16,4 0 2-16,-4 0-1 15,0 20 0-15,-8 8 4 16,-16 12 0-16,-8 0 0 16,-28 1-1-16,0 4 0 0,0-1-2 15,-36 3-2-15,-27-1-2 16,-1-8-11-16,4-3-15 15,4-13-27-15,39-22-44 16,13 0-73-16</inkml:trace>
  <inkml:trace contextRef="#ctx0" brushRef="#br0" timeOffset="195672.9933">20972 15227 167 0,'69'-26'70'15,"-41"4"-34"-15,0-4 42 16,-5-2-33-16,-10-1-37 0,7 5-6 16,-16 2 2-16,-4 0 7 15,0 5 2-15,0 0 2 16,-32 6-15-16,-5 7-2 16,-6 4-2-16,7 0-6 15,-14 35 6-15,-1 19-3 16,8 12 7-16,7 1 0 15,12 1 1-15,15-13 1 16,9-9-2-16,0-9 0 16,5-12-4-16,42-8-10 15,17-10-5-15,5-7-10 16,6 0-6-16,-2 0-15 0,-13 0 8 16,-17 0 8-16,-15 0 10 15,-15-10 24-15,-13-10 18 16,0-3 11-16,0-2 22 15,0-8 2-15,0-5-15 16,0-5-3-16,0-2-2 16,0-6-12-16,0 8-17 15,0 8-4-15,0 6 0 16,8 6-5-16,35 7-17 16,13 2-25-16,8 7-17 15,-36 7-41-15,-4 0-83 16</inkml:trace>
  <inkml:trace contextRef="#ctx0" brushRef="#br0" timeOffset="196437.8553">21792 14942 59 0,'0'-9'199'16,"0"3"-160"-16,0 6 13 16,0 0 17-16,-20 0-42 15,-12 0-9-15,-11 28-4 16,-10 11-4-16,1 17-2 15,9-1-1-15,11-1 0 16,19-1-4-16,13-3-3 16,0-8 2-16,0-6 0 15,24-12-2-15,21-6-2 0,15-8-5 16,15-10-1 0,9 0-6-16,1-10-13 0,10-27-12 15,-3-6 5-15,-15-14 9 16,-17-5 12-16,-17-12 6 15,-26 3 7-15,-10 9 0 16,-7 19 0-16,0 18 8 16,0 18 12-16,-15 7 16 15,-13 0-15-15,-9 15-16 16,-10 30 7-16,-2 8-4 16,2 8-1-16,6 6-5 15,13-8-1-15,13-7 1 16,11-8-2-16,4-11-4 15,0-14-10-15,0-7-9 0,28-12-4 16,23 0 5-16,14 0 8 16,7-29-1-16,12-10 2 15,4-6-12-15,-4-5-5 16,-5 12 0-16,-19 9 3 16,-19 16 19-16,-18 13 8 15,-18 0 9-15,-1 2-4 16,-4 31 9-16,0 8 7 15,0-7-4-15,0-4 5 16,0-8-6-16,0-12 1 16,0-3-1-16,0-7-4 15,0 0-1-15,0 0-4 16,0 0 3-16,0-8 14 0,0-23-6 16,15-6-18-1,26-12 0-15,6-5 0 0,17 4 0 16,1 4-2-16,-14 17 0 15,-6 12 2-15,-21 13 0 16,-11 4 0-16,-3 0 1 16,-5 7 0-16,-1 18 3 15,-4 9 4-15,0 3-1 16,0 11 0-16,0 1-1 16,0-6-6-16,0-1-4 15,0-10-20-15,0-10-30 16,0-9-33-16,0-13-59 0</inkml:trace>
  <inkml:trace contextRef="#ctx0" brushRef="#br0" timeOffset="196656.9398">23756 14479 238 0,'37'-26'109'0,"-37"33"-108"15,0 59-1-15,-4 15 58 16,-20 3-33-16,5 1-7 16,-3-9 3-16,3-3-6 15,-13 0-11-15,-5-6-4 16,-10-1-7-16,-9-7-46 16,33-51-45-16,1-8-46 0</inkml:trace>
  <inkml:trace contextRef="#ctx0" brushRef="#br0" timeOffset="196848.6254">23409 14966 259 0,'15'-14'115'16,"-11"14"-104"-16,9 0 0 15,11 0 35-15,12 0-39 0,24 0-1 16,5 0-2-1,10 0-4-15,-2 0-1 0,2 3-45 16,-11-3-36-16,-55 0-42 16</inkml:trace>
  <inkml:trace contextRef="#ctx0" brushRef="#br0" timeOffset="196998.0989">24014 14987 125 0,'0'27'95'0,"0"1"-71"15,0 10 39-15,-9 0-7 16,-8 3-31-16,-7-2-9 15,-3-3-1-15,7-2-8 16,7-13-6-16,-2-6-1 16,7-6-14-16,3-7-40 15,1-2-57-15,4 0-50 16</inkml:trace>
  <inkml:trace contextRef="#ctx0" brushRef="#br0" timeOffset="197406.371">24709 14411 314 0,'4'-13'30'0,"-4"13"-29"16,0 17 55-16,-19 34-11 16,-26 23-17-16,-3 6-11 15,-7 8 11-15,-1-2-3 16,2-2-6-16,-6-5-8 15,9-2-3-15,8-6-4 16,6-12-2-16,14-8-2 16,6-8 0-16,8-12-3 15,3-7-13-15,6-2-19 16,0-5-19-16,0-11-22 16,0-6-37-16,19 0-33 0</inkml:trace>
  <inkml:trace contextRef="#ctx0" brushRef="#br0" timeOffset="197614.4245">24769 15245 238 0,'8'-2'178'0,"1"-1"-142"16,6 1 37-16,-7-2-24 15,3-2-49-15,-11 1-15 0,0 1-35 16,0-3-14-1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08:51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2520 2588 154 0,'-8'-27'53'0,"1"18"-2"15,7 4 17-15,0 3-12 0,0 0-12 16,0 2-8-1,0-4-9-15,0 4-1 0,0 0-2 16,-2 0 0-16,-4 0-7 16,6 0-1-16,-5 0-11 15,5 6-5-15,0 34-6 16,0 30-3-16,0 30 9 16,22 23 6-16,4 5-2 15,-5-3 0-15,-6-11 4 16,-2-9-1-16,-7-10-3 15,-3-10-2-15,-3-10-1 16,8-9 0-16,1-15-1 16,-1-15 0-16,-6-9 0 15,5-13-4-15,4-6-18 16,-11-8-19-16,0 0-15 0,0 0-15 16,0 0-18-16,0-8-61 15</inkml:trace>
  <inkml:trace contextRef="#ctx0" brushRef="#br0" timeOffset="338.2841">2765 2596 80 0,'0'-37'126'0,"0"34"-98"16,0 3 10-16,0 0 20 16,0 0-23-16,0 15-20 15,0 40-8-15,0 26 5 16,0 30 30-16,0 15-25 16,17 6 4-16,2 8 2 15,-6-11-12-15,0-9-5 16,-11-12-3-16,3-16-2 15,-5-17-1-15,4-14-1 16,-4-20-14-16,0-14-21 16,0-15-24-16,0-7-18 15,0-5-46-15,0-11 2 16</inkml:trace>
  <inkml:trace contextRef="#ctx0" brushRef="#br0" timeOffset="900.0073">1738 2675 29 0,'55'-64'87'15,"5"27"-71"-15,5 2 19 16,-1 3 2-16,-8-2-9 16,6 3-3-16,-4 0 5 0,15-1 3 15,2-3-8-15,0 2-7 16,0 1-4-16,-6-1 7 16,1 6 3-16,-5-3-4 15,1 5-7-15,-1 5-2 16,-7 3-3-16,-3 6-5 15,-10 11-2-15,11 0-1 16,-4 0 0-16,-1 0 0 16,13 22 0-16,-6 8 3 15,17 10-2-15,-6 6-1 16,6 8 3-16,-11 1-2 0,-1-1 0 16,-25 0 1-16,-18 7-2 15,-20 0 2-15,0 9-1 16,-50 7 2-16,-40 0-1 15,-17-8 1-15,-5-4-1 16,1-14 0-16,4-6 1 16,12-16 6-16,16-11 3 15,2-8-3-15,25-5-1 16,16-5-3-16,19 0-2 16,12 0-3-16,-1 0-15 15,6 0-18-15,-9 0-26 16,7 0-31-16,-9 0-100 0</inkml:trace>
  <inkml:trace contextRef="#ctx0" brushRef="#br0" timeOffset="1283.5649">2576 3976 120 0,'19'-4'28'16,"37"4"11"-16,11 0 27 16,14 0-15-16,-19-3-19 15,3 3-10-15,-18 0-12 16,-4 0-3-16,-15 0 2 16,0 0-7-16,-9 0-2 15,-2 0 1-15,-4 0-1 16,2 0-19-16,-15 0-47 15,0 0-65-15</inkml:trace>
  <inkml:trace contextRef="#ctx0" brushRef="#br0" timeOffset="2001.5091">4629 1985 118 0,'-52'14'31'15,"24"-2"8"-15,9-11 15 16,4 8-17-16,-6 2-10 0,1 5-7 15,-8 6-5-15,1 2-1 16,-6 9 3-16,1 4-3 16,0 10-2-16,-4 2-1 15,-1 8 2-15,-1 3-4 16,7 5-1-16,-3 5-2 16,6 14 4-16,18 12-1 15,-1 17-2-15,11 15-1 16,0 7-2-16,0 4-1 15,0-9 0-15,4-2-2 16,30-14 2-16,-4-8-1 16,5-20 0-16,-7-21 6 15,-7-20-3-15,-4-15-3 0,0-9 0 16,-6-11 0 0,0-2-1-16,-5-4-1 0,-4-4 0 15,5 0 1-15,-7 0-1 16,0 0 2-16,0 0 0 15,0 0 1-15,0 0 2 16,0 0-3-16,0 0-2 16,0 0 0-16,0 0-8 15,0 0-10-15,0 0-4 16,0 0-13-16,0 0-10 16,0 0-3-16,0 0-22 15,0 0-60-15</inkml:trace>
  <inkml:trace contextRef="#ctx0" brushRef="#br0" timeOffset="5822.9898">4697 4662 86 0,'0'8'59'16,"0"-8"-26"-16,0 0 32 15,0 0-5-15,0 0-20 16,0 0-10-16,0 0 4 15,0 0-1-15,0 0-4 0,7 0 1 16,-7 0-1 0,0-3-5-16,2-2 2 0,-2-4-6 15,9-15-5-15,10-13-7 16,7-16-6-16,12-8-1 16,7-7 0-16,0-9-1 15,9-5 0-15,-3-5 0 16,3-2 0-16,-11-6-1 15,-7 3-2-15,-1 0 0 16,-5-1-2-16,-5 1 1 16,3 3 0-16,-6-4-1 15,3 9-1-15,-7 8 0 16,1 5 3-16,-8 12 2 16,-1 7 0-16,-1 10 1 15,0 9-1-15,1 2 1 0,-3 9 0 16,-5 4 0-1,-2 4 0-15,6 4 0 0,-6 6 1 16,0 1-1-16,0 3 0 16,0 0 0-16,0 0 1 15,0 0-1-15,0 0 1 16,0 0-1-16,0 0 0 16,0 0 2-16,0 0-2 15,0 0 1-15,0 0-1 16,0 0-1-16,0 0-2 15,0 3-4-15,0 22-2 16,0 18 2-16,0 21 4 0,0 8 3 16,0 9 0-16,0-4-2 15,0-7-1-15,0-7 0 16,7-15 1-16,-1-6-1 16,1-18 0-16,-5-10 1 15,-2-9 0-15,6-5-1 16,-4 0 1-16,3 0 1 15,1 0 1-15,-6 0 1 16,6 0-1-16,-6 0 0 16,9-5 0-16,4-15 2 15,8-4 0-15,12-12-2 16,-6 1 0-16,6 0-2 16,-14-4 2-16,0 1-2 0,-6-5 0 15,-9 0 2 1,3-3-1-16,-3 0 1 0,-4 8-2 15,0 2 0-15,0 9 2 16,0 3 0-16,0 5 0 16,0 0-1-16,4 6 1 15,-4-1-2-15,5 4 0 16,3 0 2-16,-8 2-1 16,7 4 1-16,-7-3 0 15,0 5-1-15,4-1 1 16,-4 1 0-16,0 2 0 15,0-4 0-15,0 4 0 16,0 0 0-16,0 0 0 16,0 0 1-16,0 0-1 0,0 0-1 15,0 0 0-15,0 0-1 16,0 0-3-16,0 0 0 16,0 0 0-16,0 0-1 15,0 0 1-15,0 19 0 16,0 16-2-16,0 12 7 15,4 11 1-15,1-4-1 16,-1 4 1-16,7 3-1 16,-3 1 0-16,-4 0 1 15,1-5-1-15,-1-8 1 16,2-4 0-16,3-16-1 16,-9-10 0-16,0-9 1 15,0-5-1-15,4-5 1 0,1 0 2 16,-5 0 1-16,0 0 3 15,0 0-3-15,0 0 0 16,4 0 1-16,-4 0-1 16,0 0-1-16,0 0 0 15,0 0 0-15,0 0-2 16,0 0 1-16,0 0-2 16,0 0 0-16,0 0 0 15,0 0 0-15,0 0 0 16,0 0-6-16,0 0-4 15,0 0-10-15,0 0-10 16,0 0-25-16,0 0-22 0,-4 0-55 16,-5 0-66-16</inkml:trace>
  <inkml:trace contextRef="#ctx0" brushRef="#br0" timeOffset="7096.8125">6448 2805 96 0,'10'-17'75'15,"-10"15"-53"-15,0 2 32 16,0 0 11-16,0 0-29 15,0 0-11-15,0 0 8 16,0 0-5-16,0 0-6 16,0 0-6-16,-10 0-3 15,-25 2-6-15,-14 22-7 16,-7 12 1-16,0 7-2 16,1 4 2-16,12-4 2 15,6 1 3-15,14-4-4 16,3 1-1-16,12-5 2 15,8 2-1-15,0-9-1 0,0 0 0 16,0-9 1-16,0-1-2 16,26 1 3-16,-1-5 0 15,7 3 5-15,1-3-5 16,10-4 0-16,-3-3-1 16,-3-5 3-16,6 0-2 15,-3-3 0-15,-5 0-3 16,3 0-1-16,-6 0-2 15,1 0-2-15,-5-6-5 16,-9-5-7-16,-6-1-7 16,-7 1-12-16,1-11-14 15,-7-3-5-15,0 14-40 16,0-3-113-16</inkml:trace>
  <inkml:trace contextRef="#ctx0" brushRef="#br0" timeOffset="7344.0475">5980 3162 165 0,'0'0'64'15,"0"-1"0"-15,0 1 0 16,0-2-30-16,0-2-10 16,19-1-1-16,33-3 1 15,19-6 18-15,-3 3-13 16,3-2-11-16,-7 2-10 15,-4 2-8-15,-8 1 0 16,-11 2 0-16,-5 1-14 0,-4 5-21 16,-4 0-22-1,-4 0-19-15,-24 0-29 0,0 0-37 16</inkml:trace>
  <inkml:trace contextRef="#ctx0" brushRef="#br0" timeOffset="8313.2755">7299 1858 138 0,'-2'0'32'0,"-5"0"4"16,3 0 23-16,0 0-18 15,0 0-15-15,-5 0-3 16,-6 0-1-16,-4 0-6 16,-13 22-5-16,-9 10-2 15,-2 3 2-15,2 7 4 0,-6 4-6 16,13 2 3-16,-1 13-3 15,7 3 0-15,1 7-3 16,5 6-2-16,-1 9 1 16,1 0 2-16,-4 0 2 15,9 7-3-15,6-1 0 16,7 6 2-16,4 3-3 16,0 0 0-16,0-4 0 15,11-2-1-15,19-9-1 16,9-5-1-16,-3-3 2 15,11 1 0-15,7-1-1 16,-1-6-2-16,5 1 5 0,2-1 0 16,-8-10-6-16,8 1 5 15,-4-7-2-15,-5-4-2 16,-2-2 0-16,-1-12 0 16,-5-4-1-16,-13-3 0 15,-3-11 0-15,-7-3 0 16,-7-12 1-16,0 0-1 15,-5-5 0-15,-8 3 0 16,0-3 0-16,0 0 1 16,0 0 3-16,0 0-4 15,0 0 0-15,0 0 0 16,0 0 0-16,0 0 0 16,0 0-2-16,0 0-2 0,0 0-1 15,0 0-3 1,0 0-3-16,0 0-9 0,0-3-9 15,0-18-17-15,0-14-39 16,0 13-24-16,0 3-104 16</inkml:trace>
  <inkml:trace contextRef="#ctx0" brushRef="#br0" timeOffset="9205.3975">8697 2489 99 0,'18'-22'128'0,"-18"22"-93"16,0 0 19-16,0 0 12 0,0 0-22 15,0 0-15 1,0 0 0-16,0 0-7 0,-11 0-16 15,-30 34-4-15,-10 12 5 16,-31 18-5-16,-10 2 1 16,-5 11-1-16,-1 1 3 15,1 0 2-15,11-1-2 16,11-14-3-16,24-12-1 16,19-15-1-16,15-12 0 15,10-13-2-15,3-6 0 16,4-2-1-16,0-3-5 15,0 0-17-15,0 0-16 16,0 0-14-16,0 0-7 0,0 0-24 16,0 0-32-16,0-18 7 15</inkml:trace>
  <inkml:trace contextRef="#ctx0" brushRef="#br0" timeOffset="9558.1096">7949 2501 130 0,'0'-22'101'16,"0"22"-44"-16,0 0 12 16,0 0-23-16,9 0-24 15,3 0-6-15,25 31-7 0,19 20 17 16,19 12 12-16,6 7-15 15,7 5-7-15,-4 8-3 16,-1 0-6-16,-8-1-5 16,-10-8 0-16,-9-10 0 15,-11-10-1-15,-9-8-1 16,-4-13 1-16,-12-12-1 16,-5-7 0-16,-7-7-1 15,-8-5-3-15,0-2-6 16,0 0-13-16,0 0-7 15,0 0-10-15,0 0-9 16,0-13-12 0,0-5-80-16</inkml:trace>
  <inkml:trace contextRef="#ctx0" brushRef="#br0" timeOffset="10186.0844">7958 2057 74 0,'-7'-7'81'0,"7"7"-40"15,0-2 24-15,0 2-11 16,0-2-26-16,0 2-6 16,0 0 1-16,0 0 2 15,0 0 4-15,0 0-5 16,0 0-5-16,0 0-3 15,0 0-4-15,28 0 0 16,38-4 11-16,25-2 9 16,16-1-11-16,9-1 0 0,6-7-6 15,-11 5-3-15,-12 3-3 16,-15-2-5-16,-14 4-2 16,-20 2-1-16,-22-1-1 15,-9 4 0-15,-15 0 1 16,-4 0-1-16,0 0 0 15,0 0 1-15,0 0 0 16,0 0-1-16,0 0 0 16,0 0 1-16,0 0 1 15,0 0 1-15,0 0 0 16,0 0-1-16,0 0-1 16,0-1-1-16,0 1-2 15,0 0-5-15,0 0-7 0,0 0-6 16,0 0-9-16,0 0-13 15,0 0-12-15,-8 0-24 16,-12 8-39-16,8 6-108 16</inkml:trace>
  <inkml:trace contextRef="#ctx0" brushRef="#br0" timeOffset="10868.9091">9021 3027 112 0,'-19'0'94'0,"19"0"-54"0,0 0 29 15,0 0-21 1,0 0-23-16,0 0 9 0,0 0 2 15,0 0-4 1,0 0-5-16,0 0-5 0,0 0-6 16,32 0 1-16,24 0 1 15,8 0-6-15,1 0-4 16,-1 0-1-16,-4 0-4 16,-8 0-1-16,-5 0-1 15,-15 0 0-15,-19 0 2 16,2 0-3-16,-11 0 1 15,-4 0 1-15,4-2 0 16,-4 2-1-16,0 0 1 16,0 0 0-16,0 0-1 0,0 0 0 15,0 0 1-15,0 0 0 16,0 0-1-16,0 0 1 16,0 0 0-16,0-2 1 15,0 2-1-15,0 0 1 16,0 0-1-16,0 0 0 15,0 0-2-15,0 0 0 16,0 0 0-16,0 0 0 16,0-3-9-16,0 3-9 15,0 0-7-15,0 0-11 16,0 0-10-16,0 0-22 16,-4 0 68-16,-15 0-107 15</inkml:trace>
  <inkml:trace contextRef="#ctx0" brushRef="#br0" timeOffset="17760.8571">10598 2532 94 0,'13'-11'71'16,"-13"8"-33"-16,6 0 20 15,-6 3-9-15,0-3-31 16,0 3-5-16,0 0 6 16,0 0 0-16,0 0 1 15,0 0 0-15,0 0-5 16,0 0-6-16,2 0-9 0,5 0 0 16,12 10-5-1,9 20 4-15,2 6 1 0,4 2 3 16,-12 6 0-16,-9-1-2 15,-7-2 0-15,-6 0-1 16,0 3 0-16,0-7 0 16,-13-3 0-16,-21-6-1 15,4-7 1-15,-5-2 0 16,-1-8 0-16,4-2 2 16,-3-6-1-16,10-3 1 15,-10 0 4-15,8 0-3 16,-6 0 3-16,6-9-4 15,5-7 5-15,-2-11 3 0,5-12-6 16,4-5-3 0,-6-10-1-16,14 0-1 0,1 3 0 15,6 3 0-15,0 2-2 16,0 4 1-16,0 14-2 16,0 0 0-16,0 5 3 15,13 10 1-15,0 1-1 16,-3 9-1-16,-1-1 1 15,-1-1 0-15,7 3-1 16,-2 2 0-16,11 0-1 16,8 0 3-16,15 0 3 15,-2-5 1-15,13 4 4 0,7-1 0 16,3-1 2 0,5-1-1-16,11 2 2 0,-5 0 0 15,-2 2-3-15,-6 0-4 16,-7 0-1-16,-12-4-2 15,-11 4 0-15,-7-1 0 16,-21 1-1-16,-5 0 1 16,-8 0-1-16,0 0 2 15,0-5-2-15,0 5-2 16,0 0-18-16,0 0-13 16,0 0-8-16,0-2-18 15,-19 0-23-15,-11-4-79 16</inkml:trace>
  <inkml:trace contextRef="#ctx0" brushRef="#br0" timeOffset="18384.7324">9978 2202 138 0,'-24'0'39'0,"24"0"5"16,0 0 21-16,0 0-19 15,0 0-24-15,0 0 2 16,0 0 11-16,0 0-8 16,9-16-5-16,19-2-1 15,10-12-8-15,12-4-8 16,1 0-3-16,16-1-2 16,-5-4 0-16,2 1 0 15,7 3 0-15,-15 3 1 16,-11 2-1-16,-9 8 0 15,-8 6 1-15,-13 5-1 16,0 6 0-16,-13 5 0 16,-2 0 0-16,0-5 0 0,7 5 0 15,-7 0-1-15,4 0 0 16,-4 0-1-16,9 0 0 16,6 0-4-16,13 15 0 15,8 10 6-15,5 2 1 16,6 3 3-16,-6 3 0 15,-5-4-1-15,-4 1-1 16,-8-4-1-16,-5 3 0 16,-2-5 0-16,3-3 0 15,-7-2-1-15,2-5 0 0,-7-3 0 16,3 2-8-16,-11 3-16 16,0 13-29-16,0-22-35 15,0 4-61-15</inkml:trace>
  <inkml:trace contextRef="#ctx0" brushRef="#br0" timeOffset="19170.03">9894 3316 128 0,'0'0'106'16,"0"0"-50"-16,0 0 15 16,0 0-31-16,0 0-18 15,0 0 1-15,0 0 1 16,37 0-9-16,34-8 11 16,21-3-3-16,19-1-10 15,20-1-1-15,0-1-4 16,8 1-3-16,1-1-2 15,-18 3-2-15,-19-2 0 0,-15 2 0 16,-17 0 0 0,-13 3 0-16,-11 3 0 0,-11-1-1 15,-4 1 0-15,-10 3 0 16,-3 2 0-16,-10 0-1 16,-7 0 0-16,2 0 1 15,-4 0 0-15,0 0 0 16,5-4 0-16,-5 4 0 15,8 0-3-15,-8 0-3 16,0 0-2-16,2 0 2 16,-2 0 0-16,5 0 4 15,-5 0 2-15,0 0-1 16,0 0 1-16,0 0-1 16,0 0-6-16,0 0-3 0,0 0-2 15,0 0-6-15,0 0-11 16,0 0-12-16,0 0-20 15,-15 0-26-15,-5 0-57 16</inkml:trace>
  <inkml:trace contextRef="#ctx0" brushRef="#br0" timeOffset="20115.1209">10343 3527 165 0,'-7'-8'124'16,"7"8"-99"-16,0 0 31 15,0 0-22-15,0 0-34 16,0 5-2-16,0 32 2 0,15 21 0 16,4 13 10-16,-6 4-1 15,2 4 2-15,-6-8-1 16,0-8-5-16,-3-15-4 15,-6-9 0-15,0-14 0 32,0-13-1-32,0-5 2 0,0-7-1 0,0 0 2 15,4 0 0-15,-4 0 1 16,0 0 2-16,0-1 1 16,0-22-6-16,0-3-1 15,0-10-4-15,0-2 3 16,9-5-3-16,6 0 1 0,2-3 1 15,7 5 2-15,-1 6-1 16,5 4 1-16,0 7 0 16,-9 5 0-16,3 9 0 15,-7 2 4-15,-7 2-1 16,-3 6-1-16,-5 0-1 16,6 0 0-16,-6 0-1 15,0 0 1-15,0 0-1 16,0 0-1-16,0 0-1 15,0 0 0-15,2 0 0 16,9 0 0-16,6 14 2 16,2 4 0-16,-2 7-1 15,9 8 1-15,-6 1 0 0,-5 7 0 16,0 1 1 0,-9-5-1-16,0 1 0 0,1-8 1 15,-7-4-1-15,0-1 0 16,0-8 1-16,0-1-1 15,0-6 0-15,0-4 2 16,0-1-2-16,6-2 0 16,-6-3 1-16,0 0 0 15,0 0 0-15,0 0 1 16,0 0 1-16,0 0-1 16,0 0-2-16,0 0 0 15,0 0 0-15,0 0 0 0,0 0-1 16,0 0 1-1,0 0 0-15,0 0 0 16,0 0 0-16,0 0-1 0,0 0 1 16,0 0 0-1,0 0-5-15,2 0-12 0,-2 0-20 16,0 0-23-16,0 0-40 16,0 0-43-16</inkml:trace>
  <inkml:trace contextRef="#ctx0" brushRef="#br0" timeOffset="23159.3981">11762 2178 67 0,'-8'0'74'0,"8"0"-43"16,0 0 21-16,0 0-2 0,0 0-19 16,0 0-6-16,0 0 4 15,0 0 0-15,0 0-3 16,0 0-6-16,0 0-2 15,0 0-3-15,0 0-5 16,0 0-3-16,0 0 0 16,0 0 2-16,0 0-1 15,0 0 0-15,0-3 2 16,0 3-5-16,0 0 0 16,0-4-1-16,0 4 0 15,0-7-1-15,0 7-1 16,13 0-2-16,15 0 2 15,12-2 6-15,12-3 4 0,12-4-3 16,5 5-4-16,-3-2-2 16,3 3-1-16,-5 3-2 15,-6 0 0-15,-2 0 0 16,-13 0 2-16,-2 0-2 16,-11 0 0-16,-2 0 2 15,-3 0-2-15,-10 0 0 16,5 0 0-16,-3 0 0 15,-7 0 0-15,-1 0 0 16,-5 0 0-16,-4 0 0 16,0 0 0-16,0 0 0 15,0 0 1-15,0 0-1 16,0 0 0-16,0 0 0 0,0 0 1 16,0 0 0-16,0 0 0 15,0 0 0-15,0 0-1 16,0 0 0-16,0 0 1 15,0 0-1-15,0 0 1 16,0 0-1-16,0 0 0 16,0 0 1-16,0 0-1 15,0 0 1-15,0 0-1 16,0 0 1-16,0 0-1 16,0 0 2-16,0 0-1 15,0 0-1-15,0 0-1 16,0 0 0-16,0 0 1 15,0 0-1-15,0 0 0 0,0 0 0 16,0 0 1-16,0 3-1 16,-8 12 0-16,-12 10 1 15,-12 5 0-15,0 5 1 16,-6 7 0-16,-12-2-1 16,5 3 0-16,-6 3 0 15,-1-2 0-15,11-1 0 16,-1-5-1-16,9-7-1 15,5-5 2-15,1 2 0 16,5-10 0-16,3 3 0 16,-5-2 0-16,7 4 0 15,-2 1 0-15,-1 1 0 0,5-5 0 16,-6 5 0 0,2-1-1-16,4 1 1 0,-7 3 1 15,7-7-1-15,-4 3 0 16,2-1 0-16,6-2 0 15,-10-3 0-15,14 0 0 16,-4-5 0-16,3 0 0 16,-1-1 0-16,-1-1 0 15,1 4 0-15,0-1 0 16,-1 0 0-16,1-1 0 16,1-2-1-16,-3 3 1 15,7-3 0-15,4 0 0 16,-5-5 0-16,5-3 0 15,-6 3 0-15,6-2-1 0,0-2 1 16,0 1 0-16,0-3 0 16,0 0 0-16,0 0 0 15,0 0 0-15,0 0 0 16,0 0 0-16,0 0 0 16,0 0 0-16,0 0 0 15,0 0 0-15,0 0 1 16,0 0 2-16,0 0 3 15,0 0-2-15,0 0-2 16,0 0 0-16,0 0 0 16,0 0-1-16,0 0-1 15,0 0 0-15,0 0-1 16,0 0 0-16,0 0 0 0,11 0 1 16,12 0 1-16,14 0 0 15,8 0 1-15,4 0-2 16,-2 0 1-16,-4 0-1 15,9 0 0 1,-7 0 1-16,2 0-1 16,-7 0 0-16,-1 0 0 0,-7 0 0 15,-4 0 0-15,-6 0 0 16,1 0 0-16,1 0 0 16,-1 0 0-16,-3 0 0 15,1-3 0-15,-2 1 0 16,-1-2 0-16,1 2 0 0,-6-2 0 15,6 1-1-15,3-1 1 16,-7 2 0-16,4-3-1 16,2 0 0-16,-10 1-1 15,8 4 0-15,-10-2 1 16,-5 2 1-16,-4 0 0 16,0 0-1-16,0 0 0 15,4 0 1-15,1-4-1 16,1 4 1-16,7 0 0 15,0-2 0-15,2 2 0 16,-2-3 0-16,2 3 0 16,-2 0-1-16,2 0 1 15,-7 0 0-15,-3 0-1 0,-1-3 1 16,-4 3 0-16,0-1 0 16,6 1 0-16,-6 0 0 15,0-5 0-15,0 5 1 16,0-2-1-16,0 2 0 15,0 0 1-15,0-2-1 16,0 0 2-16,0-7 0 16,0-8-2-16,0-5 0 15,0-7 1-15,0-6-1 16,0-1 0-16,0-2-1 16,5 0 0-16,-5 3 0 15,4 9 1-15,-4 1-1 16,0 6 0-16,0 8 1 15,0 2 0-15,4 0 1 0,-4 8-1 16,0-4-1-16,0 0 1 16,0 1-2-16,0-5-3 15,0 5-3-15,0-5 1 16,0 7-2-16,0-1-2 16,0 3 1-16,0 0-7 15,0 0-10-15,0 0-9 16,0 0-26-16,0 0-38 15,0 3-73-15</inkml:trace>
  <inkml:trace contextRef="#ctx0" brushRef="#br0" timeOffset="24068.0493">13144 3047 143 0,'4'-8'53'16,"-4"8"-18"-16,0 0 11 16,0 0-26-16,0 0-17 15,0 0 3-15,0 0 1 16,0 6-4-16,0 17 2 16,-21 10 8-16,-18 3-2 0,-2 1-1 15,-2 0-2-15,-2 3 2 16,9-6-4-16,6 0-1 15,-5-6-1-15,8 0-3 16,7-6 1-16,1-4-2 16,6-4 1-16,5-6 0 15,3-6 0-15,-5 4 1 16,10-6-2-16,-5 0 2 16,5 0 2-16,0 0 3 15,-8 0-1-15,-12 0-6 16,3-13-2-16,-6-11 2 15,3 2-3-15,3-6 1 0,-2 2-1 16,10-1 2-16,3-1 0 16,6 4-1-16,0 9 0 15,0 6 2-15,0 7 0 16,0-2 2-16,0 4-2 16,0-3-2-16,0 0 1 15,19 3 1-15,5 0 3 16,4 0 2-16,-1 0 0 15,1 0-2-15,0 0 2 16,4 0-2-16,5 21-1 16,1 1 3-16,10 9-2 15,-10-1 2-15,14 2-3 16,-11-2 1-16,-5-5 0 0,-2-7-2 16,-21-7-1-16,0-3 0 15,-13-4 0-15,0-2 0 16,0-2-2-16,0 0-3 15,0 0-19-15,0 0-17 16,0 0-18-16,0 0-21 16,0-2-41-16</inkml:trace>
  <inkml:trace contextRef="#ctx0" brushRef="#br0" timeOffset="24457.4837">13686 2817 107 0,'18'-18'67'16,"-18"18"-50"-16,0 0 15 15,0 0-6-15,0 4-15 16,0 22-3-16,0 15 17 15,-9 10 3-15,-23 9-7 16,-11 6 2-16,-2 4-3 16,-7-2-3-16,1-2-5 15,2-1-3-15,6-6 0 0,-2-2-2 16,2-2-4 0,-2-5-1-16,-3-1 1 0,8-9-2 15,8-1 0-15,8-11 0 16,5-6-1-16,10-12 0 15,5-5 0-15,0-5 0 16,4 0-4-16,-5 0-15 16,-5 0-24-16,5 0-20 15,1 0-51-15</inkml:trace>
  <inkml:trace contextRef="#ctx0" brushRef="#br0" timeOffset="25791.3899">13528 3513 143 0,'0'-13'83'0,"0"2"-69"0,0-3 32 16,0 4-13-16,10-4-26 15,16 2 0-15,-2 2 11 16,-1 5-6-16,-3 2-3 16,7 1-1-16,-5 2 0 15,10 0-7-15,11 0 3 16,-2 0-1-16,-3 2-3 15,-5 11 0-15,-10 4 0 16,-10 1-5-16,-9 11-2 16,-4 4-9-16,0 9 2 15,-32 4-14-15,-15-6-7 16,-2-3 14-16,-3-5 4 0,5-10 12 16,6-3 5-16,13-9 0 15,15-4 0-15,7-2 1 16,6-4 1-16,0 0 5 15,0 0 5-15,0 0 10 16,0 0 2-16,0 0-1 16,0 0-4-16,0-1-9 15,0-13-2-15,0 3-7 16,15 0-1-16,4-1 3 16,-6 10 6-16,0 2-2 15,6 0-7-15,5 0 0 16,8 0 2-16,5 0-1 0,5 0 1 15,-5 8 1-15,-1 1-2 16,-8-3 2-16,-4-2 2 16,-1 0 3-16,-5-4 3 15,-3 2 4-15,-2-2-4 16,2 0-4-16,-3 0-3 16,10 0-2-16,-11 0 0 15,-3 0-2-15,3 0-7 16,-7 0-21-16,-4 0-25 15,0 0-30-15,0 0-69 16</inkml:trace>
  <inkml:trace contextRef="#ctx0" brushRef="#br0" timeOffset="26544.7411">14767 3143 172 0,'9'0'9'16,"10"0"2"-16,9 18 55 16,0 14-22-16,-4 13-19 15,-7 2-9-15,-13 8 0 16,-4 2-3-16,0-1 1 0,0 2-1 15,-28 1 1-15,-13-3-2 16,-6-3-5-16,-2-2-1 16,2-4-2-16,-5-10-2 15,11-4-1-15,5-5 1 16,4-10-2-16,8-5 0 16,9-8-1-16,11-1-12 15,2-4-8-15,2 0-13 16,0 0-27-16,0 0-58 15,0-4 15-15</inkml:trace>
  <inkml:trace contextRef="#ctx0" brushRef="#br0" timeOffset="27200.9699">16003 2297 103 0,'23'-23'62'16,"-20"16"-29"-16,-3 4 39 15,0 2-14-15,0 1-29 16,0 0 0-16,0 0 7 0,0 0-3 16,0 0-9-16,0 0-2 15,0 0-3-15,0 0-4 16,0 4-6-16,-22 30-7 15,-21 17-2-15,-17 17 3 16,-13 10-2-16,-10 4 1 16,-5 8 7-16,-5-2-5 15,5-3 3-15,13-7 0 16,11-16 0-16,19-6-6 16,6-11-1-16,14-5-1 15,5-11 1-15,1-5-4 16,6-5-9-16,-2-8-10 0,11-2-4 15,0-9-4-15,4 0-11 16,0 0-8-16,0-11-2 16,0-9-18-16,0-6-167 15</inkml:trace>
  <inkml:trace contextRef="#ctx0" brushRef="#br0" timeOffset="27578.6046">15183 2404 168 0,'5'-25'106'16,"-1"25"-61"-16,0-2 22 0,-4 2-19 16,7 0-26-16,-3 0-4 15,13 0-3-15,22 27-8 16,6 22 11-16,19 5 12 15,11 10-12-15,5 2-8 16,1 2-3-16,3-4-2 16,-1-4-3-16,-3-5-1 15,-12-8 0-15,-8-10-1 16,-8-7 1-16,-16-8-1 16,-8-6 1-16,-15-5-1 15,-2-7 0-15,-7-4-4 16,0 0-2-16,-4 0-13 15,0 0-13 1,0 0-2-16,0 0-5 0,0 0-5 16,0 0-10-16,0 0-25 0,0 0-42 15</inkml:trace>
  <inkml:trace contextRef="#ctx0" brushRef="#br0" timeOffset="28549.4293">14836 1837 17 0,'-13'2'121'0,"13"-2"-91"15,0 0 28-15,0 0 9 16,0 0-36-16,0 0-6 16,0 0 7-16,0 0 5 15,0 0-7-15,0 0-5 16,24 0-7-16,21 0-5 16,15 3 14-16,26 3-8 15,12-4-5-15,14-2-4 16,12 0-2-16,3 0 2 15,-14 0-5-15,-5 0 0 0,-20 0 0 16,-20 0-2-16,-12 0 2 16,-13 0 1-16,-15 0-3 15,-5 0 1-15,-10 0 0 16,-8 0 0-16,5-2 1 16,-8 2-1-16,-2 0-2 15,0 0-1-15,0 0-1 16,0 0 0-16,0 0 0 15,0 0 0-15,0 0-1 16,0 0 0-16,0 0 0 16,0 0 0-16,0 0-2 15,0 0 0-15,0 0-1 0,0 0-2 16,0 0-3 0,0 0-2-16,0 0-3 0,0 0-10 15,0 0-9-15,-12 0-14 16,-25 0-21-16,13 4-26 15,-3 5-52 1</inkml:trace>
  <inkml:trace contextRef="#ctx0" brushRef="#br0" timeOffset="29497.1125">16691 2384 192 0,'5'-21'81'16,"-5"18"-43"-16,0 3 30 16,0 0-23-16,0 0-32 15,0 0 0-15,0 0 1 16,0 0-7-16,0 17-4 16,0 23 1-16,0 16 6 15,0 10 17-15,0-3-14 16,-5-2-7-16,-5 1-1 0,5-7-3 15,1-6-1-15,4-2-1 16,0-6 0-16,0-9 0 16,0-5 0-16,0-5-7 15,0-3-12-15,0-6-15 16,0-4-19-16,0-3-20 16,0-6-41-16,0 0-48 15</inkml:trace>
  <inkml:trace contextRef="#ctx0" brushRef="#br0" timeOffset="29837.2619">16275 2751 159 0,'0'-8'49'0,"0"5"10"15,0-3 20-15,9 3-39 16,38 1-8-16,7 2 10 16,12-2-9-16,3 0-12 15,4-3-7-15,2 1 3 16,-2-2-3-16,-7 3-7 16,-10 1-3-16,-15-4-3 15,-13 3 1-15,-11 1-2 16,-11 2 0-16,-2 0-1 15,-4 0-6-15,0 0-22 0,0 0-12 16,0 0-11-16,0 0-7 16,0 0-9-16,0 0-47 15,0 0-53-15</inkml:trace>
  <inkml:trace contextRef="#ctx0" brushRef="#br0" timeOffset="30880.7688">17629 2301 77 0,'15'-12'85'0,"-11"12"-85"16,9 0 12-16,6 8 24 15,5 20 0-15,-7 10-11 16,-2 3 3-16,-7 3-11 15,-8 0-3-15,0 3-5 0,0-6 0 16,-17-3-1 0,-26-4-3-16,-12-4-1 0,1-2 0 15,2-11-1-15,5-7-3 16,11-4-1-16,8-6 0 16,0 0 1-16,0-6 0 15,5-24-1-15,5-5 1 16,3-11 0-16,7-6 0 15,4 0-1-15,4 9-1 16,0 9 1-16,0 9 0 16,0 9 1-16,0 5 1 15,17 2 3-15,6 4 1 0,9-3-1 16,16 3 2-16,7-5 7 16,10 3 0-16,14-1 4 15,9 2-4-15,13 1 7 16,6 3-1-16,-2-1-6 15,-2-3-1-15,-11-2-4 16,-19 3-6-16,-17-4 0 16,-19 1-2-16,-18 4 1 15,-11 0-1-15,-8 4-1 16,0 0-16-16,0 0-17 16,0 0-20-16,-4 0-21 15,-24-2-95-15</inkml:trace>
  <inkml:trace contextRef="#ctx0" brushRef="#br0" timeOffset="31363.4767">17279 2104 109 0,'0'-14'92'0,"0"4"-50"16,4 2 27-16,24-5-5 0,9-7-24 16,14-4-3-16,-2-2-2 15,11-5-11-15,1 5-15 16,-1-5-4-16,-13 5-2 15,-6 1-1-15,-9 6 0 16,-9 5 0-16,-3 6-2 16,-16 6 1-16,0 2-1 15,-4 0 0-15,0 0 0 16,0 0 0-16,0 0 0 16,0 0-1-16,0 0-2 15,9 0 1-15,10 0-2 0,9 18 3 16,13 7 1-1,6 1 3-15,-6-1-2 0,6-1 1 16,-6-2 0-16,-14-2-1 16,1-5-1-16,-13 5 0 15,-6 2-14-15,-5 2-32 16,-4 8-32-16,0-21 10 16,0 0 13-16</inkml:trace>
  <inkml:trace contextRef="#ctx0" brushRef="#br0" timeOffset="31858.9328">16848 3006 128 0,'-13'8'103'16,"13"-8"-61"-16,0 0 25 15,0 0-8-15,0 0-27 16,0 0-12-16,21 0 2 0,27 0 6 15,12 0 1-15,8 0-6 16,20-5-3-16,11-3-6 16,10-4-4-16,7-1-5 15,4 2-3-15,0-5-2 16,-8 2 1-16,-16 0-1 16,-8 3 0-16,-17 3 0 15,-22 3 0-15,-10-1 0 16,-18 6 1-16,-5-5-1 15,-12 3 0-15,-4-1 1 16,0 3-1-16,0 0 0 16,0 0-3-16,0 0-13 0,0 0-14 15,0 0-22-15,0 0-16 16,0 8-24-16,-15 0-32 16</inkml:trace>
  <inkml:trace contextRef="#ctx0" brushRef="#br0" timeOffset="32478.0541">17251 3326 122 0,'0'-5'123'16,"0"5"-110"-16,0 0 42 15,0 0-3-15,0 2-37 16,0 28-8-16,22 14 25 16,1 4-12-16,-4 5-12 15,-6-3-2-15,-2-3-2 16,-2-6-2-16,-9-6 1 15,0-13-3-15,0-6 1 16,0-10 0-16,0-6 0 16,0 0 2-16,4 0-1 0,-4 0 5 15,4 0 0-15,0-18-2 16,7-20 2-16,2-10-7 16,11-11-1-16,8-1-4 15,4 5-2-15,-4 15 2 16,1 10 0-16,-14 16 3 15,-10 8 1-15,1 4 1 16,-5 2 0-16,3 0-1 16,7 0 0-16,7 0 1 15,5 22 1-15,6 12 1 16,-5 10 6-16,-1 3-1 16,-7 4 0-16,-7 1-1 15,-3-3-2-15,-1 0-1 16,-1-9 2-16,-3-12-3 0,1-10-1 15,-2-9-1 1,-4-9 1-16,5 0-1 0,-5 0-3 16,4 0-10-16,-4 0-17 15,0-3-24-15,0-8-21 16,0 0-95-16</inkml:trace>
  <inkml:trace contextRef="#ctx0" brushRef="#br0" timeOffset="33789.9739">18855 2200 101 0,'-23'-3'89'15,"8"3"-55"-15,2 0 34 16,9-3 10-16,4 3-34 16,0-1-14-16,0 1 8 15,0-4-10-15,0 1-15 16,0-1 0-16,0 0-1 16,0 4-5-16,4 0-1 15,20 0-6-15,21 0 0 16,19 0 0-16,24 0 0 15,11 0 1-15,-12 0 0 16,1 0-1-16,-19 0 1 16,-24 0-1-16,-6 0 0 0,-22 0-1 15,-11 0 0-15,-6 0 0 16,0 0-2-16,0 8 1 16,0 22-3-16,0 17 5 15,-23 12 2-15,-20 14 2 16,-22 5-3-16,-12 10-1 15,-11 3 0-15,-6 6 0 16,2-5 0-16,14 0 0 0,3-13 0 16,20-15 0-1,18-12 0-15,14-19 0 0,14-17-1 16,5-6-1-16,4-10-1 16,0 0-1-16,0 0-15 15,0 0-20-15,0 0-4 16,0 0-25-16,0 0-50 15,0-2-11-15</inkml:trace>
  <inkml:trace contextRef="#ctx0" brushRef="#br0" timeOffset="34113.5147">18600 2675 0 0,'0'-23'250'0,"0"22"-210"0,15-2-10 16,26 3 30-16,23 0-13 15,24-3-9-15,9 3-2 16,14 0-2-16,1 0-7 16,-7 0-6-16,-6 0-4 15,-18 0-9-15,-6 0-2 16,-11 0-4-16,1 0-2 15,-14 0 1-15,-10 0-1 16,-13 0-1-16,-9 0-9 16,-14 0-16-16,-5 0-10 0,0 0-4 15,0 0-20 1,0 6-21-16,0-5-31 0,-13 6-50 16</inkml:trace>
  <inkml:trace contextRef="#ctx0" brushRef="#br0" timeOffset="34575.3466">18568 3231 11 0,'4'-2'140'16,"16"-4"-113"-16,12 0 18 15,0 0 19-15,9 2-16 16,2-1-10-16,12-1 7 16,5 1-3-16,13 1-15 15,15 0-4-15,5 1 0 0,3 0-4 16,-8 0-3-16,-9 1-8 16,-4-2-3-16,-25 2-2 15,-18-2-2-15,-13 4 0 16,-10-1-1-16,-9 1-2 15,0 0-11-15,0 0-22 16,0 0-21-16,0 0-28 16,0 0-31-16,0 0-49 15</inkml:trace>
  <inkml:trace contextRef="#ctx0" brushRef="#br0" timeOffset="35061.389">19969 2962 155 0,'23'-5'74'0,"-23"5"-71"16,0 0 48-16,0 30-24 16,0 16-7-16,0 8 7 15,-23 7-12-15,-29-4-10 16,-2-4 3-16,-16-6-5 15,1-11 2-15,5-6 0 16,8-4-1-16,9-12-3 16,15-6-1-16,8-8-1 0,11 0 1 15,5 0 0-15,-3-22-5 16,7-17 1-16,-1-3 2 16,5-5-7-16,0 5 4 15,0 2 0-15,24 12 3 16,4 8 1-16,-11 9 1 15,-2 8 1-15,2 3 6 16,-2 0-2-16,9 0 5 16,4 3 3-16,8 19 3 15,0 2 4-15,1 0 4 16,6 1 0-16,-7-1-2 16,1 1-10-16,-9-3-6 15,0 0-5-15,-5-4-1 16,-4 1 0-16,-6-1-4 15,-4 0-22-15,2-6-27 0,-7-2-16 16,4-8-12-16,-8-2-51 16</inkml:trace>
  <inkml:trace contextRef="#ctx0" brushRef="#br0" timeOffset="35309.4357">20449 2823 192 0,'11'-13'50'16,"-11"13"-33"-16,0 29 44 15,0 21-4-15,0 12-22 0,0 7 4 16,-28 2-12-16,-9 0-10 16,-10 1-6-16,-4-1-6 15,6-6-2-15,-2-6-3 16,10-1-5-16,9-8-32 15,9-6-1-15,19-14-37 16,0-30-57-16,0 0-62 16</inkml:trace>
  <inkml:trace contextRef="#ctx0" brushRef="#br0" timeOffset="35677.4118">20312 3505 129 0,'36'-27'140'16,"-12"7"-93"-16,8 1 11 0,13 1-11 15,11 1-16-15,0 3-2 16,-5 7-8-16,-6 1-6 16,-17 4-2-16,-9 2-5 15,-6 0-6-15,-13 0-2 16,0 0-1-16,0 2-5 16,0 25-2-16,0 14-1 15,-45 12 9-15,-19 1-1 16,-7-1-4-16,2-1 3 15,5-6 2-15,13-3 0 16,14-4 0-16,9-6 0 16,20-9-2-16,1-4 2 0,7-7 0 15,0 0 4 1,0-4 3-16,39-4 1 0,6-5-4 16,15 0 1-16,11 0 0 15,-3 0-1-15,-8-22-4 16,-12-1-12-16,-16-2-19 15,-15 0-27-15,-17 14-20 16,0 0-86-16</inkml:trace>
  <inkml:trace contextRef="#ctx0" brushRef="#br0" timeOffset="36763.526">11807 2629 113 0,'0'-3'37'0,"0"3"9"16,0-2 5-16,0-1-19 15,0 3-6-15,0-3 4 16,0 3-8-16,0 0-8 15,0 0 0-15,0 0 0 0,0 0-7 32,0 0-5-32,0 0 0 0,0 0 1 0,0 0-1 15,0 0 2-15,0 0-1 16,0 0-3-16,41 0 1 16,26 0 5-16,12 0 13 15,3 0-7-15,-3 0 0 16,-10 0 2-16,-7 0-5 15,-13 0-4-15,-8 0-4 16,-7 0 0-16,-17 0-1 16,-6 0 0-16,-4 0 0 15,-5 0 0-15,-2 0 0 0,0 0-9 16,0 0-13-16,0 0-12 16,0 8-16-16,0 3-18 15,0-9-41-15,0 4-42 16</inkml:trace>
  <inkml:trace contextRef="#ctx0" brushRef="#br0" timeOffset="43985.8637">20477 1733 105 0,'4'-4'28'0,"-4"3"1"16,0 1 22-16,7 0-5 16,-7-3-8-16,0 3-1 0,4 0 0 15,-4 0-3-15,4 0 0 16,1 0-5-16,-5 0-5 16,0 0-2-16,0 0-3 15,0 0-5-15,4 0-3 16,-4 0-4-16,0 0-3 15,4 0-3-15,7 0-1 16,17 11-2-16,4 25 2 16,13 15 5-16,6 17 2 15,1 13-3-15,8 26 2 16,-11 8-2-16,-2 16-2 16,-14 11 1-16,-10-5-1 15,-14 8-1-15,-9-8 1 16,0 0-1-16,0-17 0 0,0-5-1 15,-24-17 0-15,3-9 0 16,-11-4 0-16,-7-10 1 16,2-4-1-16,-3-9 0 15,-3-4 0-15,6-10-2 16,5-4 2-16,-4-9 0 16,8-8 0-16,4-8 0 15,1-8 0-15,10-6 0 16,2-1 1-16,7-4 0 15,4 0 0-15,0 0 0 16,0 0-1-16,0 0-1 16,0 0-7-16,-4 0-11 15,-1 0-7-15,-10 0-16 0,2-11-30 16,9-2-12-16,-5-5-96 16</inkml:trace>
  <inkml:trace contextRef="#ctx0" brushRef="#br0" timeOffset="44455.23">21436 2680 167 0,'-11'-5'81'16,"11"5"-14"-16,0-3 9 16,0-3-24-16,0 6-15 0,0-3-2 15,0 2-3 1,0-2-11-16,0 3-6 0,28-4-6 16,8 1-4-16,16 2 2 15,8-2-3-15,0 3-2 16,0-6-1-16,-4 1-1 15,-1-1-5-15,-14 4-24 16,-9 2-19-16,-12 0-13 16,-20 0-18-16,0 0-21 15,0 6-35-15</inkml:trace>
  <inkml:trace contextRef="#ctx0" brushRef="#br0" timeOffset="44666.4514">21457 2854 99 0,'-28'16'71'16,"28"-16"-35"-16,0 0 40 0,0 0-17 16,39 0-24-16,14 0 29 15,10 0-11-15,5 0-10 16,1-4-8-16,-9-5-16 16,-4-2-12-16,-5 4-6 15,-6-3-1-15,-2 4-19 16,-6 6-35-16,-1 0-32 15,-32 0-33-15,-4 0-49 16</inkml:trace>
  <inkml:trace contextRef="#ctx0" brushRef="#br0" timeOffset="45115.9282">22364 2659 155 0,'33'-35'52'16,"-6"4"20"-16,-3 5 9 15,4-2-35-15,-7-1-1 16,3-2-3-16,0 0-12 16,-5 7-11-16,-6 4-9 15,-5 9 2-15,-3 7-4 0,-5 4-2 16,0 0-2-16,0 0-1 15,0 0-3-15,0 0 0 16,0 0-3-16,0 0-1 16,0 0-3-16,6 15-1 15,-2 23-3-15,1 12 11 16,-5 19 4-16,0 12 1 16,0 6-4-16,0 1 0 15,0-8 1-15,-15-9-1 16,6-9 0-16,0-13-1 15,5-11 1-15,0-13-1 16,4-8 0-16,0-14 0 0,0 1 0 16,0-4-7-16,0 0-24 15,0 0-18-15,0 0-9 16,0 0-23-16,0 0-50 16,0 0 6-16</inkml:trace>
  <inkml:trace contextRef="#ctx0" brushRef="#br0" timeOffset="45437.4746">22656 2959 35 0,'0'-14'197'16,"0"7"-139"-16,17-4 2 0,15-3 9 15,20-2-36-15,4 0-1 16,4 1 0-16,0 6-8 15,4 0-3-15,7 4-6 16,2 1-2-16,0-3-3 16,-11 3-3-16,-8-1 0 15,-7 3-1-15,-19-1-3 16,-9 3-2-16,-15 0 0 16,-4 0-1-16,0 0 0 15,0 0-2-15,0 0-14 16,0 0-11-16,0 0-8 15,0 0-17-15,-15 0-6 0,-13 17-28 16,11-6-46 0,2 0-32-16</inkml:trace>
  <inkml:trace contextRef="#ctx0" brushRef="#br0" timeOffset="46165.4864">24408 2301 211 0,'22'-15'53'0,"-22"15"-29"15,0 0 34-15,0 0-39 0,0 33-19 16,0 14 20-16,-22 9 5 15,-25 11-5-15,-21 0-5 16,-8 6-10-16,-7-3 2 16,1-2-5-16,12-7 1 15,5-11-3-15,14-11 0 16,10-12 0-16,9-9 1 16,13-9-1-16,6-4 0 15,13-5 1-15,0 0 1 16,0 0 2-16,0-8 4 15,-5-29-7-15,5-21 0 16,0-12-1-16,0-4-2 0,5 4 0 16,27 18 0-16,-9 15 2 15,-5 17 0-15,-8 13 0 16,-5 7 0-16,-5 0 4 16,4 0-4-16,9 0-2 15,6 0-2-15,13 24 4 16,11 2 7-16,2 7 0 15,2 4 3-15,-2 3 2 16,7 0 0-16,-1-3 0 16,-6 0-4-16,7-2 3 15,-16-6 0-15,1 0-4 16,-9-4-3-16,-9-3-2 16,5-6 0-16,-7-2-1 0,-7-6 1 15,-1-1 0-15,-5 0-1 16,1-2-1-16,-1 4 0 15,2-5 0-15,3 2 1 16,-9 0-1-16,4 0 0 16,0 0 0-16,-4 3-2 15,0-1-10-15,0 3-9 16,0-3 1-16,0-2 4 16,0 0 2-16,0-1-4 15,0 4 0-15,-23-5-5 16,-14 7-7-16,-8-6-9 15,22-5-33-15,-1 0-71 0</inkml:trace>
  <inkml:trace contextRef="#ctx0" brushRef="#br0" timeOffset="47798.3231">1890 6240 139 0,'-22'-31'51'0,"-1"20"-24"16,10 1 27-16,-2 10-13 0,4 0-19 15,3 0-5-15,-16 0-5 16,-8 21-11-16,-11 24-1 16,-19 15-1-16,12 5 1 15,7 2 0-15,13 0 3 16,13-8 1-16,17-6-2 16,0-5-1-16,0-14 0 15,0-12-1-15,26-11 0 16,-5-9 1-16,-3-2 3 15,7 0 6-15,-3-2 6 16,6-31 1 0,6-10-3-16,2-16-7 0,-1-4-7 0,6-8 0 15,-18-7-3-15,-4-6-8 16,-10-16 0-16,-9-10 2 16,0 0-1-16,0 9 5 15,-21 25 5-15,1 30 0 16,1 27 5-16,10 19 17 15,1 0 6-15,6 0-15 16,2 13-13-16,0 34-6 16,0 26 6-16,0 17 12 15,0 2 4-15,0 3-4 16,0-9-1-16,10-4 2 16,-1-6-7-16,2-3-4 15,8-3-2-15,2-9-12 16,7-2-26-16,15-18-24 15,-2-20-12-15,-26-21-31 0,-2 0-32 16</inkml:trace>
  <inkml:trace contextRef="#ctx0" brushRef="#br0" timeOffset="48114.0839">2083 6449 154 0,'-45'0'14'15,"6"11"19"-15,5 42 21 16,6 6-12-16,15-3-13 15,13 5-11-15,0-13-3 16,4-7-4-16,39-11-5 0,7-14-3 16,5-10 6-1,-1-6 7-15,6 0-1 0,9-6 5 16,-18-27-3-16,1-6-8 16,-9-8-3-16,-11-7-1 15,-13-4-4-15,-19 3 2 16,0 0-1-16,0 3-1 15,-43 9-2-15,-25 5-2 16,1 13-6-16,7 14 1 16,11 11-4-16,21 0-8 15,0 0-17-15,6 30-14 16,7 14-45-16,15-23-7 16,0-3-24-16</inkml:trace>
  <inkml:trace contextRef="#ctx0" brushRef="#br0" timeOffset="48412.8754">2422 6723 36 0,'90'55'45'0,"-60"-36"6"16,-13-7-20-16,-15-3-10 15,-2-9 14-15,0 0 10 16,0 0 14-16,0 0-4 16,0 0-4-16,0-24-11 15,0-7-18-15,0-17-16 16,0-6 4-16,0-2-9 15,0 1-1-15,0 12-1 16,0 16-3-16,15 14 1 16,4 10-2-16,1 3 1 15,-1 0-3-15,7 0 3 0,4 10 2 16,-4 17-2-16,1 5 2 16,-5 10-2-16,-9 0-6 15,8 5-11-15,-10-4-28 16,6-10-34-16,-15-31-33 15,11-2 10-15</inkml:trace>
  <inkml:trace contextRef="#ctx0" brushRef="#br0" timeOffset="49149.2824">3136 6452 92 0,'0'-75'61'0,"0"39"10"15,-9 16-13-15,-10 13 4 0,4 7-14 16,-4 0-31-1,-9 46-17-15,0 18-6 0,0 17 2 16,15 1 4-16,13-5 0 16,0-12 6-16,0-21-1 15,0-20-3-15,11-13-1 16,17-11 1-16,-7 0 8 16,7-3 1-16,6-32 2 15,3-20 1-15,4-7-13 16,2-5-1-16,-7-6-11 15,-14-4 5-15,-14-2 1 16,-8-7 2-16,0-4 3 16,-8 5-1-16,-14 21 1 15,-4 26 0-15,16 25 4 0,1 13 9 16,9 0-13-16,0 46-8 16,0 16 0-16,0 17 8 15,0-1 0-15,0-3 0 16,9-1 3-16,10-5 0 15,0-10 2-15,20-7 2 16,10-11 6-16,22-9-9 16,6-16-1-16,13-7-1 15,-4-9 6-15,-2 0 1 16,-16-9 0-16,-12-25-9 16,-7-3-2-16,-14-6-2 15,-7-2-6-15,-20-2 0 16,-8 1 3-16,0 5 0 0,-4 11 6 15,-33 10 1-15,1 20 0 16,-7 0 1-16,2 4-1 16,-8 34-7-16,-5 8 4 15,9 0 3-15,9 4 8 16,8-5 7-16,15-2-2 16,7-6 3-16,6-3-2 15,0-9-4-15,0-1 0 16,15-8 0-16,17 0-2 15,11-8 2-15,-5-2 2 16,18 0 2-16,8-6 2 16,12 0 6-16,3 0-2 0,0-13-3 15,-21-7-11-15,-2 5-2 16,-11 0-4-16,-19 2-12 16,-7 2-12-16,-10 0-17 15,-9-5-21-15,0 10-30 16,0-9-54-16</inkml:trace>
  <inkml:trace contextRef="#ctx0" brushRef="#br0" timeOffset="50861.1695">9622 5380 138 0,'-13'-22'72'15,"7"9"-25"-15,6 2 29 16,-3 1-22-16,3 2-17 15,0 5 1-15,0 3-3 16,-6 0-4-16,2 0-9 16,-3 0 0-16,7 0-2 15,-8 0-5-15,8 0-3 16,-2 0-3-16,-5 0-4 0,7 0-5 16,-4 0-1-16,4 3-3 15,-7 15-2-15,5 20-1 16,-4 16 6-16,6 24 1 15,-2 15 1-15,2 17 0 16,0 11 0 0,0 9 2-16,0 11-1 15,0 16 0-15,0 20-1 0,0 18 4 16,17 17 10-16,15 14-7 16,2 6 2-16,5 5 2 15,8-4-2-15,2 1-5 16,-1-19 0-16,-12-12-2 0,3-13-3 15,-7-22 6-15,-15-11-4 16,-6-13 0-16,-11-25 1 16,0-21-1-16,0-18 4 15,0-18 2-15,0-18-7 16,0-13-1-16,0-9 1 16,0-7-1-16,0 0 0 15,0-1 0-15,0 1 0 16,0-2 0-16,0-1 0 15,0 0 0-15,0-7 0 16,0-3 0-16,0 2-5 16,0-4-11-16,-7 0-11 15,7 0-17-15,-8 0-12 16,-16-6-16-16,11-14-29 0,-10-7-99 16</inkml:trace>
  <inkml:trace contextRef="#ctx0" brushRef="#br0" timeOffset="52179.8824">4753 8941 23 0,'0'0'33'0,"0"0"24"16,0 2-12-16,0-2-5 16,0 0-1-16,0 0 0 15,0 0-8-15,0 3 0 16,0 0-5-16,0 0 0 0,0 1 3 15,28 6-3 1,8-2-3-16,10 0-3 0,14 2 2 16,8-4-1-1,-1 0-2-15,8 1-1 0,11-3-8 16,17-4-1-16,14 0 0 16,14 0-1-16,41-13 1 15,17-7 0-15,10-6-3 16,1 5-5-16,-18-2 4 15,-13-2 0 1,-10 1 5-16,-9-5-4 0,-10 11-4 16,-12 0-1-16,-3 3 1 15,-5-1-2-15,-4 0 0 0,-1-1 0 16,-3-1 0 0,-7 4 1-16,4 1-1 0,-10 2 0 15,4-1 1-15,4 5-1 16,5 1-1-16,10 3 0 15,13 1 1-15,5 2 1 16,-3-2 0-16,9-5 0 16,0-2 1-16,10 0 2 15,-1-4 0-15,3-1 6 16,-3 0-6-16,-1-2-2 16,-12 5 2-16,-18-4-3 15,7 8 2-15,-7-1-3 16,7-2 0-16,2 3 2 15,0-1-2-15,2 6 0 0,-4 2 0 16,-4-2 0-16,-5-1 0 16,-6-1 0-16,-5 2 0 15,1-1 1-15,-3 0-1 16,-4-4 1-16,7-2 3 16,4 1 0-16,8-3-1 15,15 2 0-15,5-2-1 16,8-7 0-16,14 7-2 15,5-2 2-15,5-1 0 16,0 0-1-16,0 0 1 16,-9-1-2-16,-6 0 0 15,-4-4 0-15,14 1 0 16,5 2-2-16,17-3 2 0,7 3 0 16,-1 0 2-16,9 2-2 15,0 2 0-15,4 5 0 16,5-2 0-16,-9 4 0 15,0 5 0-15,-4-3 0 16,4 0 0-16,-4 3 1 16,-1-4-1-16,-18-7 2 15,-22 1-2-15,-30-4 1 16,-26-3-1-16,-25 2 0 16,-27 5 3-16,-22-2 3 15,-14 1-1-15,-11 0-5 16,-3-7-3-16,-5 3-18 0,0-10-32 15,-5 3-31 1,-31 15-20-16,-15-3-55 0</inkml:trace>
  <inkml:trace contextRef="#ctx0" brushRef="#br0" timeOffset="57502.9924">4873 8724 19 0,'17'0'72'0,"-8"0"-25"16,-9 0 8-16,0 0-6 15,2 0-13-15,-2 0-2 16,0 0-7-16,0 0-8 16,0 0-1-16,0 0-1 15,0 0 2-15,0 0 3 16,7 0-8-16,-5 0-6 16,11 0-2-16,6 0 0 15,13 0 6-15,0 0 1 16,15 0-5-16,-2 0 3 15,9 0-1-15,2 0-2 0,0 0-4 16,-1 0 2-16,3 0-2 16,-2 0 0-16,6 0-2 15,-10 0 4-15,4 0 2 16,-1 0 0-16,1-8-1 16,-4 2 0-16,8-2 1 15,2 1-5-15,-4-2 4 16,10-2-4-16,-3 0 0 15,1-5 1-15,-2 2-2 16,-3 1 3-16,-1-3 1 16,-5 5 2-16,1-3-5 15,-11 1 2-15,-4 1-3 16,2 1-1-16,-7 4 1 16,1-3-1-16,-5-1 1 0,2 0 0 15,-6 0 1-15,0-1 1 16,-7-2-1-16,3 3 0 15,6-2-1-15,-2 0-1 16,2-4 0-16,6 1-1 16,1 0 1-16,-1-1-1 15,-12 2 1-15,4-7 1 16,-5 4-1-16,1-5 1 16,0 1-1-16,-12 5 1 15,8-1-2-15,-7-3 1 16,2-2 0-16,2-1 0 0,-2 0 0 15,4 0 0-15,-6-4-1 16,6 3-1-16,-2 4 0 16,-2 1 0-16,-2 0 1 15,2 0 0-15,5-3-1 16,-3 0 1-16,6-1 0 16,-5-4 0-16,1 2 0 15,7-4 0-15,-9-3-1 16,11 0 1-16,-7 4-1 15,5-1 1-15,-11 8 0 16,0-2 0-16,2 6 0 16,0-7 0-16,3 3-1 15,-10 0-1-15,3 0-1 0,-2 1-1 16,2-2 4-16,2 0-1 16,2 4 0-16,-2-6 0 15,-2 0 1-15,-3 1 0 16,3 3 1-16,-4-1-1 15,6 0-1-15,-11 2 1 16,5-1 0-16,2-1 0 16,-3 3-1-16,5-3 0 15,-2 2 1-15,2 2 0 16,2 1 0-16,-7-4 0 16,7 2 0-16,-11-2 0 15,5 3 0-15,6-2 0 16,-6 1 0-16,1-3 0 15,-1 2-2-15,0-2 2 0,3 2 0 16,-3-2-1-16,2 3 1 16,-3 1-1-16,1-2 1 15,-3-2 1-15,5-3-1 16,-2-4 0-16,-1-3-1 16,3-4 1-16,-3-4 0 15,3 3-2-15,0-2 1 16,-2 5 0-16,8 3 0 15,-9 0 1-15,-1 4 0 16,6 0 0-16,-5 5-1 16,-6 4 0-16,7-1 1 15,2 2 1-15,-5-1-1 0,0-2 0 16,9-2 0-16,3-3-1 16,1-5 1-16,5 4-1 15,-3 0 0-15,3 4 0 16,-1-3 0-16,1 6 0 15,-7 0 1-15,2 0-1 16,1 2 1-16,-8 2 0 16,8-2 0-16,-1-2 0 15,9-1 0-15,0-1-1 16,2 0 0-16,4-1 0 16,-4 3 0-16,2 1 1 15,3-4 0-15,-1 1 1 16,-4 3-1-16,-2 2 1 0,0 1 1 15,-7 4 0 1,3 2 0-16,-5-2-1 0,-6 2 1 16,2 2-2-16,-2 1 0 15,2 1 0-15,4-4-2 16,-2 3 2-16,7 2 0 16,4-5 0-16,4-1 1 15,0 2-1-15,5-2 0 16,3 1 1-16,1-3-1 15,-11 4 0-15,-4 4 0 16,-11-3 0-16,0 7 0 16,-7-2-1-16,5 2 1 15,2-3 1-15,5 3 0 0,1-2 0 16,3-1 0-16,4 0 0 16,-5 1 2-16,-10-1-2 15,6 3 1-15,-6 0-1 16,2 0-1-16,5 0 0 15,7 0 0-15,3 0 0 16,9 0 0-16,6 0 0 16,11 0 0-16,8 0 1 15,-4 0-1-15,-13 0 1 16,-10 0-2-16,-14 0 1 16,-3 0 0-16,-3 0 0 15,2 0 0-15,5 0 0 0,12 0 0 16,9 0 0-1,9 0 0-15,-5 5 0 0,5 6 0 16,-7 0 1-16,0-1-1 16,-2 2 2-16,-2-1-2 15,-6-3 0-15,-9 2 2 16,-1-2-1-16,-3-2-1 16,-7 5 1-16,7-4 0 15,-5 8 1-15,13 1 0 16,7 0 0-16,-1-1-2 15,16 4 2-15,0 1-2 16,-3 0 1-16,-1 0 0 16,1-1 0-16,-8 4 1 15,2-2-1-15,-9 8 1 0,12-7-1 16,-3 7 1-16,8-2-1 16,3 0 2-16,-7-3-2 15,1 1 0-15,-3-5 2 16,-11 1-1-16,-8-6 1 15,0-2-2-15,0 4 2 16,-4 0-1-16,8 2 0 16,0 0 1-16,7 3 0 15,1-1 2-15,3 2-4 16,-9-3 3-16,7-2 0 16,-11 0-1-16,5 3-1 15,-1 1 0-15,2 2 1 16,7 3 0-16,-2-2-1 0,6 0 2 15,-6-1-2-15,-5-2 1 16,7-3-3-16,-6 1 0 16,-1-2 2-16,-1-1-2 15,-1-3 0-15,0 3 1 16,3-1-1-16,3 5 1 16,3-6-1-16,2 1 0 15,-2-1 0-15,-6 3 1 16,-5-5-1-16,0 2 0 15,0-5 1-15,-4-2-1 16,4 7 0-16,-8-6 0 16,8 1 0-16,-6 2 2 0,-5-1-2 15,-6-3 0-15,-4-2 0 16,0-1-2-16,-3-3 2 16,1 4 0-16,6-1 0 15,-7 2 0-15,16 4 0 16,8 1 2-16,0-1-2 15,1 3 0-15,-1-1 0 16,-4-2 0-16,-1 3 0 16,1-3 0-16,-4 0 0 15,4 0 0-15,0 2 0 16,4-3 0-16,7 4 0 16,-9 1 0-16,2-8 0 15,-4 8 0-15,-1-8 0 16,-5 3 0-16,-1-1 0 15,1 0 0-15,1 3 0 16,5 0 0-16,-4-1 0 0,4 2 0 16,4 0 0-16,0 0 0 15,5 3 0-15,-1-8 0 16,-8 6 0-16,-4-2 0 16,-5-4 0-16,-11-5 0 15,3 0 0-15,-7 2 0 16,5-2 0-16,6 2 0 15,-2 3 0-15,15 4 0 16,8-1-2-16,1 1 2 16,10 2 0-16,-15-3 0 15,0 0 0-15,-8-5 0 0,-7-4 0 16,-6 0 2-16,-7 1-2 16,-4-3 0-16,4 0 0 15,1 3 0-15,10 0 0 16,-3-1 1-16,3 4-1 15,-6-3 0-15,8 1 0 16,7 3 0-16,4 0 0 16,4 4 0-16,6-6 0 15,3 4 1-15,0-4-1 16,6 0 0-16,-2 4 0 16,-6-1-1-16,-7-2 1 15,-4 2 1-15,4-6-1 16,-15-2 0-16,2 3 0 0,-4-3 0 15,-2 3 0-15,0 0 0 16,7-2 0-16,3 4 0 16,1-3 0-16,4-1 0 15,4 3 0-15,4-1 1 16,-4 0-1-16,-4 2 0 16,-4-3 0-16,-3 3-1 15,3 2 2-15,4-3-2 16,-5-1 2-16,1 2-2 15,0 1 1-15,-7-2 0 16,6 3 1-16,-3-1-1 16,1 2-1-16,3-2 1 15,4-1 1-15,-1 3-1 0,6 1 0 16,3-2 0 0,-8 0 0-16,0 0 0 0,-9-5 0 15,-10 1 0-15,-5 0 0 16,7-3 0-16,-11 0 0 15,8 3 0-15,1-3-1 16,2 1 1-16,2 3 0 16,-1-1 1-16,8 0-1 15,3 2 0-15,7-2 0 16,0 3 0-16,-2-5 0 16,0 3 0-16,4 2 0 15,-8-4 1-15,4 1-1 16,-7-3 0-16,-2 2 0 15,1 2 0-15,-3-4 1 0,2 2-1 16,5 0 0-16,-3 1 0 16,7-1 0-16,0 2 0 15,6 1 0-15,-6-5 0 16,2 0 0-16,-6 0 0 16,-5 0 1-16,-2 0-2 15,3 0 1-15,-1 0 0 16,-2 0 0-16,7 0 0 15,-1 0 0-15,5 0 0 16,0 0 0-16,-6 0 0 16,-3 0 1-16,4 0-2 15,1 0 1-15,-3 0 0 0,7 0 0 16,0 0 0-16,-4 0 0 16,-1 0 0-16,5 0 0 15,-4 0 0-15,-3 0 0 16,-1 0 0-16,-1 0 0 15,-10 0 0-15,-1 0 0 16,3 0-1-16,-3 0 1 16,5 0 0-16,-2 0 0 15,-2 0 0-15,3 0 0 16,-1 0 0-16,2 0 0 16,-4 0 0-16,-3 0 0 15,7 0 0-15,-5 0 0 16,3 0 0-16,2 0 0 0,2 0 0 15,2 0 0-15,7 0 0 16,4 0-1-16,0 0 0 16,0 0 1-16,-11 0 0 15,-2 0 1-15,-11 0-1 16,0 0-1-16,-4 0 1 16,5 0 0-16,-5 0 0 15,6 0 0-15,3 0 0 16,3 0 0-16,-1 0 0 15,6 0-1-15,-2 0 1 16,-2 0 0-16,2 0 0 16,-6 0 0-16,-1 0 0 0,-3 0 0 15,1 0 0 1,3-4 0-16,-1 3 0 0,-3 1 0 16,5-4 0-16,3 4 0 15,2 0 0-15,-2 0 0 16,2-2 0-16,-2 2 0 15,6 0 0-15,-2 0-1 16,3 0 1-16,-1-3 0 16,-6 3 0-16,0 0 0 15,-7 0 0-15,7 0-2 16,-4 0 2-16,-3 0 0 16,11 0-1-16,-2 0 0 15,-2 0 0-15,6 0 1 0,-10 0 0 16,0 0 0-16,-3 0 0 15,-2 0 0-15,-4 0 0 16,5 0 0-16,-1 0 0 16,-4 0 0-16,0 0 1 15,0 0-1-15,0 0 0 16,0 0 0-16,0 0 0 16,0 0 0-16,0 0 0 15,0 0 0-15,0 0 0 16,0 0-1-16,0 0 1 15,0 0 1-15,0 0-1 16,0 0 0-16,0 0 0 0,0 0 0 16,0 0 0-1,0 0 0-15,0 0 0 0,0 0 0 16,4 0-1-16,11 0 0 16,-6 0 1-16,10 0 1 15,-6 0-1-15,0 0 0 16,-3 0 0-16,-5 0 0 15,-1 0 0-15,-4 0 0 16,4 0 0-16,-4 0 0 16,0 0 0-16,0 0 1 15,0 0-1-15,0 0 0 16,0 0 0-16,0 0 0 16,0 0-1-16,0 0 1 15,0 0 0-15,0 0 0 16,0 0 0-16,0 0 0 0,0 0 0 15,0 0 0-15,0 0-1 16,0 0-3-16,0 0-4 16,0 0-2-16,0 0-2 15,0 0-4-15,0 0-11 16,0 0-16-16,0 0-12 16,0 0-14-16,0 0-39 15,0 0-80-15</inkml:trace>
  <inkml:trace contextRef="#ctx0" brushRef="#br0" timeOffset="71576.9032">14699 7583 120 0,'-47'99'38'0,"27"-21"-31"16,7-6 30-16,13-11-13 15,0-6-10-15,0-13-12 16,0-12 4-16,0-7 8 0,0-10-1 16,0-9-2-1,0-4-5-15,0 0 6 0,0 0 10 16,0 0 9-16,0-17-3 15,0-12-9-15,0-14-17 16,0-2 4-16,0-3 1 16,0 6 0-16,0 2-1 15,0 2 4-15,0 3 1 16,0 2-5-16,0 11-3 16,0 9 3-16,0 10 11 15,0 3 1-15,0 0-10 16,0 3-8-16,0 35-4 15,0 13 1-15,5 15 3 16,-1-2 3-16,-4-10-1 16,0-11-2-16,0-9 0 0,0-19 0 15,4-6 0-15,-4-6 0 16,0-3 1-16,7 0 0 16,-7 0 2-16,4 0 2 15,-4 0 5-15,4-30 2 16,-4-14-3-16,0-21-9 15,5-7-1-15,-5 4 1 16,0 13-3-16,0 23 3 16,4 16 0-16,-4 11 1 15,0 5 5-15,0 0 5 16,0 0-5-16,0 10-6 16,4 28-7-16,3 18 7 0,1 18 2 15,-4 1 1-15,-4-2-2 16,0-6-1-16,0-17-1 15,0-17 0-15,0-13-1 16,0-15 2-16,0-5 0 16,0 0 2-16,0 0 3 15,5 0 2-15,3-25 1 16,3-18-1-16,-7-17-7 16,1-17 0-16,-5-4 0 15,4 0 0-15,-4 16-5 16,0 21 3-16,0 26 2 15,0 18 1-15,0 0 1 16,0 0 2-16,0 0-4 16,0 38-2-16,0 16 2 0,0 17 2 15,4 7 5-15,-4-7-3 16,0-10-2-16,0-14 0 16,0-12-2-16,0-12 0 15,0-12 0-15,0-8 0 16,0-3 0-16,0 0-6 15,0 0-16-15,0 0-23 16,0 0-15 0,0 0-27-16,7 0-18 0,1 0-54 15</inkml:trace>
  <inkml:trace contextRef="#ctx0" brushRef="#br0" timeOffset="72218.5713">14615 8406 136 0,'-56'7'105'16,"37"-7"-57"-16,15 0 40 15,-1-7-21-15,5-12-40 16,0-3-11-16,0 2 0 16,0 0-12-16,0 1-3 15,5 4-1-15,23 6-2 16,17-2 0-16,-2 5 0 15,4 6 1-15,-7 0-3 16,-3 0 3-16,-13 6-4 0,-5 10 2 16,-11 0-1-16,-8-3-1 15,0 5-1-15,0 0 2 16,-23 1 3-16,-14-6-4 16,-3-2 0-16,1-8 4 15,7-3 1-15,4 0 5 16,0 0-1-16,9-11-4 15,2-22-2-15,8-5-3 16,9 6-1-16,0 1 5 16,0 8-2-16,9 10 1 15,36 10-3-15,-7 3 1 16,7 0 2-16,2 0 2 16,-6 0 1-16,-6 0 5 0,-23 10-3 15,-3 4-3-15,-9 5 0 16,0 6 1-16,-17 3-1 15,-35-4 0-15,5-6-3 16,-2-7 2-16,10-3 1 16,3-5 0-16,8-3 2 15,11 0 5-15,2 0 3 16,10 0 6-16,5-11-9 16,0-2-5-16,0-3-2 15,37 4 0-15,6 0 0 16,6 3 3-16,-2 3 3 15,-6-2 3-15,-2 5 4 0,-18 1-2 16,-6 2-9 0,-11 0-2-16,1 0-5 0,-5 0-37 15,0 0-44-15,0 13-59 16</inkml:trace>
  <inkml:trace contextRef="#ctx0" brushRef="#br0" timeOffset="72894.2466">13547 9069 229 0,'-24'-11'75'15,"24"-3"-41"-15,0-6 21 16,37 0-37-16,34-8-13 15,10 4 11-15,7 2 7 16,6 4-4-16,-16 0-1 0,-8 11-1 16,-20 4-3-16,-18 3 0 15,-13 0-8-15,-14 0-6 16,-5 0-1-16,0 0-2 16,0 24 3-16,0 17 1 15,0 8-1-15,-20 5-2 16,-16 6 2-16,-7-6-1 15,-2-1 1-15,0 0 1 16,13-9-1-16,8-6 1 16,5-6 0-16,14-8-1 15,5-2-2-15,0 0 0 16,0-7-1-16,0-5 2 16,0-2 1-16,15-2 0 15,3-2 1-15,-3-1-1 16,-11 0 1-16,4-3-1 0,-3 2 0 15,10-2-4-15,2 0-1 16,2 4-5-16,9-4-6 16,0 0 1-16,0 0 2 15,-11 0 5-15,-2 0 3 16,-11 0 4-16,-4 0 1 16,0 0-14-16,0 0-22 15,5-4-22-15,-5-4-60 16,0 0-59-16</inkml:trace>
  <inkml:trace contextRef="#ctx0" brushRef="#br0" timeOffset="73262.5599">13626 9354 153 0,'-6'-6'73'15,"6"4"-23"-15,0-1 19 16,0 0-30-16,0-3-16 16,6 1 6-16,31-3 17 15,12-3-14-15,13-3-3 0,7-2 0 16,6-2-9-16,2-7-7 15,-4 1 0-15,-2-1-2 16,-7 3-5-16,-4 3-2 16,-8 2-2-16,-11 3-2 15,-18 5 0-15,-8 3-1 16,-15 6-11-16,0 0-21 16,0 0-29-16,0 0-21 15,0 15-23-15,0-1-31 16</inkml:trace>
  <inkml:trace contextRef="#ctx0" brushRef="#br0" timeOffset="73587.1996">13626 9589 21 0,'-23'3'175'16,"23"-3"-124"-16,0 0-15 16,0 0 19-16,13 0-42 15,29 0 14-15,8 0 31 16,10-7-20-16,0-7-9 16,11 4-1-16,2-5-9 0,-3-1-1 15,-1 1-8-15,-13 3-7 16,0 2-3-16,-3-1 0 15,-1 0-4 1,3 2-15-16,-14 5-27 0,-2 0-11 16,-11 4-33-16,-28 0-44 15,0 0-87-15</inkml:trace>
  <inkml:trace contextRef="#ctx0" brushRef="#br0" timeOffset="74040.9706">14819 9282 149 0,'21'-15'86'0,"-14"15"-56"16,-7 0 26-16,0 0-27 15,0 0-25-15,0 26-3 16,0 15 14-16,-24 9-6 15,-23 6-7-15,-2 1-1 16,-11-2-1-16,2-6 2 16,0-8-2-16,13-12 0 15,6-10-3-15,15-10-2 16,5-9-2-16,17 0-1 16,-4-2-4-16,1-38 4 15,5-4 5-15,0-6 1 0,0 8-2 16,0 14 4-16,0 14 3 15,0 11 8-15,0 3 6 16,0 0 0-16,13 0-5 16,13 0 10-16,8 0 7 15,5 11-14-15,-7 11-8 16,4-1-4-16,-3 3-1 16,-5-2 1-16,-5-4-3 15,-6 1 0-15,-6-5-13 16,2-3-23-16,-2-3-23 15,-11-8-44-15,0 0-41 16</inkml:trace>
  <inkml:trace contextRef="#ctx0" brushRef="#br0" timeOffset="74287.6498">15096 9158 171 0,'15'-16'141'0,"-15"16"-108"16,8 0-4-16,-4 13 33 16,-4 36-36-16,0 22-12 15,0 15-2-15,-12 11 1 16,-34-3-6-16,-7 0-6 16,8-6-1-16,-2-11-1 15,6-10-12-15,-6-11-11 16,10-15-14-16,5-16-25 0,28-25-61 15,4 0-58-15</inkml:trace>
  <inkml:trace contextRef="#ctx0" brushRef="#br0" timeOffset="74804.7434">15093 9657 100 0,'11'-19'171'16,"-4"17"-116"0,10-7-27-16,-2 4 16 0,6-4-37 15,7 1-2 1,4 0 12-16,0 0 7 0,3 4 3 16,1-2-9-16,-4 1-2 15,1 5-3-15,-1 0-6 16,-9 0-6-16,-3 0-1 15,-12 0-1-15,-8 0-1 16,0 9-2-16,0 15-9 16,0 13 5-16,-43 5-1 15,-2 0-8-15,-6 1 3 16,6-5 11-16,2-2-1 0,11-3 3 16,4-10 1-1,15-6 0-15,9-3 5 0,4-9-1 16,0-3 4-16,0 1 4 15,0-3 1-15,32 0 1 16,9 0-1-16,10 0 4 16,5-5 7-16,4-14 3 15,4-6-10-15,1 2-1 16,-5-6-2-16,-7 5-4 16,-14 3-4-16,-11 4-1 15,-13 7-3-15,-7 5-2 16,-8 1-6-16,0 4-24 15,0 0-31-15,0 0-20 16,-19 0-21-16,-5 0-50 0</inkml:trace>
  <inkml:trace contextRef="#ctx0" brushRef="#br0" timeOffset="76577.2494">15224 7962 130 0,'39'-45'92'16,"-18"21"-54"-16,3 3 27 15,-5 6-16-15,-10 6-21 16,-5 6-15-16,-4 3 1 15,0 0-4-15,0 0-1 16,0 0-1-16,0 0-8 16,-32 9-4-16,-13 14-2 0,-11 13 2 15,0-1-4-15,5 0 7 16,19-11 0-16,4-6 1 16,19-14 0-16,9-4 0 15,0 0 2-15,0 0 5 16,0 0 4-16,0 0-1 15,24-15-5-15,25-16-2 16,22-6 1-16,6-2-4 16,2 4 0-16,-10 5 0 15,-9 9 0-15,-17 6 0 16,-26 10 0-16,-10 5-1 16,-7 0-1-16,0 0-7 0,-7 29-20 15,-38 8 4 1,-15 18 6-16,9-6 0 0,6-5 15 15,6-9 4-15,22-10 0 16,6-12 4-16,11-9 1 16,0-4 4-16,0 0 4 15,32 0 2-15,48-20-4 16,31-16 8-16,14-14-12 16,3-2-5-16,-8 3-1 15,-12 9 0-15,-25 6 4 16,-31 13 13-16,-31 10-6 15,-17 11-10-15,-4 0 0 0,0 0-2 16,-53 27-14 0,-18 15 7-16,-13 8-1 0,11 0 5 15,13-8 2-15,13-6 1 16,19-12 0-16,15-10 4 16,13-11-1-16,0-3-3 15,0 0 5-15,20 0-2 16,33 0 2-16,31-11 2 15,4-16-2-15,6-6-1 16,3 1-4-16,-9 2 1 16,-15 6 4-16,-26 7 6 15,-26 12-1-15,-14 2-7 16,-7 3 0-16,0 0-3 0,0 0-2 16,-24 17-7-1,-12 9 6-15,1 4 2 0,12-2 1 16,6-7 0-16,8-10 0 15,9-4-2-15,0-7-3 16,0 0 2-16,17 0 3 16,35 0 4-16,8 0 0 15,15-14-3-15,2-11-1 16,2 1-2-16,-6-4 2 16,-13 9 0-16,-21 6 1 15,-18 7 2-15,-14 6 0 16,-7 0 2-16,0 0 2 15,0 0-6-15,0 2-1 16,-24 24-7-16,1 2 7 0,-1 0 0 16,16-6-1-16,8-10 1 15,0-6-4-15,0-6-2 16,0 0 5-16,40 0 1 16,20 0 2-16,20 0-2 15,12-20-1-15,11-3-6 16,-2 3-2-16,-9-3 8 15,-23 11-1-15,-35 5 2 16,-26 7 2-16,-8 0-2 16,0 0 4-16,0 0-2 15,-15 0-2-15,7 9-2 16,4 1-1-16,4-7 2 16,0 0 1-16,0-3 0 0,0 0 5 15,12 0-1-15,16 0 2 16,5 0 0-16,5 0 0 15,-1 0 0 1,-10 0-6-16,-9 0-5 0,-8-3-19 16,-10 0-25-16,0-5-45 15</inkml:trace>
  <inkml:trace contextRef="#ctx0" brushRef="#br0" timeOffset="76974.4032">17736 6648 196 0,'0'-25'75'0,"0"25"-61"16,-15 0 49-16,-30 0-38 15,-24 30-19-15,-25 16 4 16,-16 14 3-16,-14 14 0 0,-3 4 3 16,3 7 2-1,8 3 0-15,24 0-3 0,19-4-7 16,13-11-3-16,17-8-5 15,11-11 0-15,4-11 0 16,15-9-2-16,-2-13-14 16,15-7-27-16,0-3-21 15,0-11-21-15,0 0-17 16,0 0-19-16</inkml:trace>
  <inkml:trace contextRef="#ctx0" brushRef="#br0" timeOffset="77238.1884">16593 7340 114 0,'0'0'66'0,"0"16"-32"15,0 22 29-15,0 1-14 0,0 1-30 16,-9-4-6-16,0-12 8 16,9-5-2-16,0-6-3 15,0-2-3-15,0-4 2 16,0 2-4-16,13-4 4 15,30-1-2-15,7-4-5 16,10 0 2-16,15 0-2 16,4-23-3-16,-2-6-5 15,-2-7-17-15,-2-2-31 16,-2 0-24-16,-58 25-20 16,-5-1-47-16</inkml:trace>
  <inkml:trace contextRef="#ctx0" brushRef="#br0" timeOffset="77783.8801">18600 6102 216 0,'0'0'40'0,"0"0"-31"16,-28 30 46-16,-27 16-32 15,-10 8-18-15,-3 4 6 16,-8-4 1-16,4 3-7 15,7-9-3-15,9-3 1 16,9-11-2-16,7-6-1 16,7-12 0-16,14-5-2 15,0-11-6-15,10 0-3 16,1 0 3-16,3-30-13 0,5-16 6 16,0-9 4-1,0 2-3-15,0 0 5 0,22 16 2 16,12 15 7-16,-8 11 2 15,-3 11 13-15,1 0 1 16,8 0 5-16,5 20 2 16,6 12-3-16,-3 6 12 15,-8-1 1-15,1 1-23 16,-10-5-7-16,-4 1-2 16,-10 0 0-16,-9-1-1 15,0-3-16-15,0-10-23 16,0-5-10-16,0-15-40 15,4 0-55-15</inkml:trace>
  <inkml:trace contextRef="#ctx0" brushRef="#br0" timeOffset="78015.1673">18976 6029 214 0,'27'-8'73'15,"-27"8"-46"-15,0 26 65 16,0 22-29-16,0 5-30 16,-19 8-10-16,-17 1-7 15,-7 6-9-15,2-1-6 16,0 1-1-16,13-6-21 16,0-12-34-16,9-13-4 15,11-9-15-15,8-28-56 0,0 0-64 16</inkml:trace>
  <inkml:trace contextRef="#ctx0" brushRef="#br0" timeOffset="78421.0887">18920 6508 16 0,'32'-23'191'16,"-8"9"-133"-16,8-5-31 16,13 0 37-16,2 3-33 15,-6 2-5-15,-3 6 5 16,-12 3-5-16,-7 5-7 15,-4 0-6-15,-15 0-12 0,0 0-1 16,0 0-3 0,0 5-1-16,0 24 4 0,0-1 3 15,-15 11 0-15,-21-2 0 16,-1 4-1-16,-1-5 0 16,6 1-2-16,14-8 0 15,3-11 0-15,15-5-2 16,0-8 0-16,0 1-1 15,0-4 3-15,0 0 11 16,20 4 5-16,21-6-4 16,6 0 4-16,8 0 3 15,1 0-3-15,-2 0-1 16,-7 0 0-16,-11-2-13 16,-12-4 1-16,-11 0-2 15,-7 2-1-15,-6 4-3 0,0 0-14 16,0 0-19-16,0 0-24 15,0 0-32-15,-15 0-57 16</inkml:trace>
  <inkml:trace contextRef="#ctx0" brushRef="#br0" timeOffset="80191.1136">2520 11059 223 0,'-23'0'93'0,"23"0"-70"15,0 0 53-15,0-3-18 0,0-7-36 16,15-2-9-16,43-11 11 16,40-3 5-16,25-8-10 15,3 9-5-15,1 4-7 16,-22 11 1-16,-24 8-7 15,-8 2-1-15,-30 0-1 16,-15 0-2-16,0 2-1 16,-15 26 0-16,-13 16-4 15,0 17-3-15,-26 12 0 16,-38 8 4-16,-14-1-4 16,-3-2 6-16,6 1 3 15,-11 0 1-15,26-9 1 16,9-8 0-16,23-12-1 15,19-15 0-15,7-9 0 16,2-7 0-16,0-4-1 0,0-6 2 16,2 7 6-16,26-7 0 15,4 0 4-15,13-5 0 16,22-4 2-16,6 0 2 16,8 0-1-16,-6-8-7 15,0-10-2-15,-10-3-4 16,-10-1-10-16,-3-1-19 15,-9-2-20-15,-13-3-24 16,-4 0-30-16,-26 17-23 16,0 1-39-16</inkml:trace>
  <inkml:trace contextRef="#ctx0" brushRef="#br0" timeOffset="80469.3193">2568 11421 45 0,'0'0'87'0,"57"0"-16"16,61-2 26-16,15-14-22 16,9-3-20-16,4-4-8 15,-24 2-4-15,-21 3-20 16,-30 3-18-16,-20 7-3 15,-12 2-2-15,-9 6-1 0,-2 0-9 16,8 0-20 0,-2 0-15-16,5 0-17 0,-9-1-16 15,-23-2-28-15,-7 3-19 16</inkml:trace>
  <inkml:trace contextRef="#ctx0" brushRef="#br0" timeOffset="80978.9693">4582 11310 250 0,'0'-3'84'0,"0"3"-55"16,0 0 20-16,0 22-41 15,-9 27-8-15,-34 16 3 16,-13 0 3-16,1 1-2 16,5-12-1-16,9-9 0 15,5-8-2-15,2-8 1 16,6-10-1-16,17-11 0 15,0-5 0-15,11-3 0 16,0 0 1-16,0 0 0 0,-6-28-2 16,4-14-21-16,-5-5 15 15,7 3 5-15,0 10 0 16,0 9 0-16,0 8 1 16,18 11 5-16,18 5 0 15,9 1-1-15,2 0 8 16,0 0 4-16,1 15-9 15,-12 19-5-15,-4 4 0 16,-4-1-1-16,-9 2-1 16,-4-5-6-16,-2-9-20 15,-4-8-11-15,6-9-17 16,-15-8-40-16,4 0-58 16</inkml:trace>
  <inkml:trace contextRef="#ctx0" brushRef="#br0" timeOffset="81209.7173">4993 11130 210 0,'5'-23'111'16,"-5"23"-79"-16,0 31 16 16,0 32-26-16,0 22 2 15,-33 5-5-15,-3 2 0 16,-11 0-9-16,10-3-9 15,7-8-1-15,2-10 0 0,3-14-9 16,14-5-19 0,2-12-29-16,9-6-1 0,0-34-75 15,0 0-28-15</inkml:trace>
  <inkml:trace contextRef="#ctx0" brushRef="#br0" timeOffset="81564.2101">5118 11796 242 0,'34'-30'104'16,"-12"3"-72"-16,5 4 27 16,8 5-34-16,-14 8-15 15,-6 8-3-15,-6 2-7 0,-5 0-2 16,2 0-2 0,-3 0 1-16,-3 6-3 0,0 24-3 15,0 12 1-15,-3 6 2 16,-42 7 2-16,0-8-2 15,-2 1 5-15,6-6 1 16,18-11 0-16,10-1 1 16,7-9 2-16,6-4 4 15,0-6-1-15,0-6 5 16,0-3 1-16,0-2 2 16,19 0 4-16,9 0 1 15,6 0-3-15,3 0-4 16,-1-11-3-16,-4-10-9 15,11-6-18-15,-6-6-27 16,12-8-31-16,-36 23-41 16,2-4-122-16</inkml:trace>
  <inkml:trace contextRef="#ctx0" brushRef="#br0" timeOffset="81789.7829">5630 11144 228 0,'0'-7'91'0,"0"0"-60"15,39 0 16-15,34 3 2 16,26-8-18-16,-14 6 1 0,-10 1-10 16,-12 5-19-1,-33 0-3-15,-13 0-6 0,-2 0-37 16,-15 23-46-16,0-9-43 15,0 1 13-15</inkml:trace>
  <inkml:trace contextRef="#ctx0" brushRef="#br0" timeOffset="81993.8394">5720 11370 184 0,'0'14'76'16,"0"-14"-41"-16,22 0 54 15,42 0-27-15,11-3-13 0,-10-13 0 16,-1-2-12 0,-10 5-23-16,-20 2-11 0,2 2-3 15,1 2-13-15,6 3-40 16,4-2-39-16,-34 6-58 16,-5 0 149-16</inkml:trace>
  <inkml:trace contextRef="#ctx0" brushRef="#br0" timeOffset="82719.1396">7087 10912 244 0,'-9'-12'49'0,"9"12"-25"15,0 4 33-15,9 40-52 16,42 17 4-16,-4 7 11 0,-2-7-2 16,-12-6-14-16,-6-8-2 15,-12-15 0-15,-10-7-2 16,-1-15 0-16,-4-7 3 16,0-3-3-16,4 0 3 15,-4 0 0-15,7 0 2 16,-7-3 2-16,0-24 1 15,0-13-6-15,0-9-2 16,8-1-1-16,5 10 1 16,15 10-1-16,0 5 0 15,6 10 1-15,3 4 0 16,1 9 2-16,-8 2 0 0,5 0-1 16,-7 4-1-16,-9 23-1 15,0 6-1-15,-6 4 1 16,-13-8-2-16,0-5-2 15,0-8-2-15,0-8 4 16,0-4 2-16,0-4 1 16,0 0 0-16,0 0 2 15,0 0 3-15,0 0 3 16,0-20-1-16,0-5-7 16,0-7 0-16,7 2-2 15,5 0 2-15,-3 7-1 16,-3 11 0-16,3 4 1 15,-9 6-2-15,0 2 1 0,0 0-6 16,0 0-7-16,0 0-17 16,0 0-7-16,0 0-26 15,0 0-57-15,0 4-63 16</inkml:trace>
  <inkml:trace contextRef="#ctx0" brushRef="#br0" timeOffset="83396.9442">6913 10623 165 0,'32'-10'44'0,"-17"10"11"16,-15 0 19-16,0 0-65 15,0 0-8-15,0 0 0 16,0 3 3-16,0 13 6 16,-6-2-1-16,-16-3-3 0,-3-4-2 15,7-6 4-15,-3-1 1 16,-5 0 6-16,13 0 14 15,-2 0-5-15,11 0-4 16,0 0-1-16,4-4 3 16,0-4-9-16,0 1-7 15,0-5-6-15,0 1 0 16,8 4-2-16,12-5-1 16,14 6-17-16,11 2-29 15,11 4-27-15,-28 0-28 16,2 0-45-16</inkml:trace>
  <inkml:trace contextRef="#ctx0" brushRef="#br0" timeOffset="84954.391">6924 10739 59 0,'0'-15'56'16,"0"12"-26"-16,0-3 32 0,0 6-16 16,0 0-17-16,0 0 0 15,0 0 2-15,0 0-17 16,-7-2-5-16,7 2 3 15,0 0 1-15,0 0 1 16,0 0-2-16,0 0 2 16,0 0-1-16,0 0-1 15,0 0-4-15,0 0-5 16,0 0-3-16,0 0-2 16,0 14-4-16,0 28-3 0,35 27 9 15,10 10 7 1,2 1 0-16,-4 0-1 0,-3-16-1 15,-12-12-1-15,-8-12-1 16,-5-11 0-16,-7-17 2 16,-3-6 1-16,-1-3-1 15,-4-3-1-15,0 0 3 16,6 0-1-16,-6 0 0 16,0 0 3-16,0-11 7 15,0-19 2-15,0-19-15 16,0-25-2-16,0-11-1 15,0-13-2-15,9 7-5 16,23 15-3-16,4 22 2 16,12 16 4-16,-5 18 2 0,-7 4 2 15,5 12 0-15,4 4 2 16,8 0 2-16,3 20-2 16,-2 19-2-16,-13 14 0 15,1 1 3-15,-20-3-3 16,-7 3 1-16,-11-8-1 15,-4-4 0-15,0-7 1 16,0-10-1-16,0-10 1 16,0-9-1-16,-4-6 0 15,4 0 0-15,0 0 2 16,-4 0 4-16,-1 0-1 0,-1-25-3 16,-3-1-2-16,9-13-1 15,0-4-1-15,0-1 2 16,0 0-2-16,20 7 0 15,12 6 2-15,-4 10 0 16,-5 5 2-16,-1 10 2 16,-3 5 3-16,-10 1 1 15,1 0 2-15,-1 0-6 16,6 9-4-16,4 24 3 16,-2 11-2-16,-4 5 1 15,-4 2 2-15,-9 1-2 16,0-6-1-16,0-9-1 15,0-9-4-15,0-7-7 0,0-9-18 16,6-8-24-16,5-4-26 16,-9 0-26-16,7 0-67 15</inkml:trace>
  <inkml:trace contextRef="#ctx0" brushRef="#br0" timeOffset="85167.3883">8281 10711 153 0,'9'-10'112'0,"0"10"-61"16,10 4 20-16,-2 23 1 15,7 8-19-15,-9 3-10 0,-7 5-20 16,1 7-14-16,-9 0-6 16,0 3-3-16,0-2 0 15,0-4-28-15,-5-8-24 16,-12-11-25-16,7-28-21 15,5 0-59-15</inkml:trace>
  <inkml:trace contextRef="#ctx0" brushRef="#br0" timeOffset="85370.2211">8258 10578 165 0,'-20'-44'148'0,"20"39"-88"15,0 0 33-15,0-2-27 16,0 7-42-16,0 0-8 0,0 0-3 16,0 0-13-16,0 0 0 15,0 0-24-15,0 0-35 16,0 14-39-16,5-3-16 16,14 5-4-16</inkml:trace>
  <inkml:trace contextRef="#ctx0" brushRef="#br0" timeOffset="85975.8614">8620 10926 75 0,'11'40'57'0,"-11"-28"-32"16,4-3 29-16,-4-9-10 0,7 0-25 16,-7 0 22-16,0 0 5 15,0 0-6-15,0 0 0 16,0 0-4-16,0-20-6 15,0-11-4-15,0-10-25 16,0-2 0-16,0-4-1 16,0 11 0-16,6 12-2 15,16 6 0-15,-5 6-1 16,2 10 0-16,-6 2-2 16,6 0 1-16,5 0 2 15,-3 18 1-15,7 15 0 16,0 8 1-16,0 8 3 0,-9 1 0 15,-6-6-1-15,-6-5-1 16,-7-4 0 0,0-8 0-16,0-7 1 0,0-4-1 15,0-5-1-15,0 0-1 16,0-4-1-16,0 2 0 16,0-6 0-16,0-3 0 15,0 4 2-15,0-4 1 16,0 0-1-16,0 3 0 15,0-3 1-15,0 0 1 16,0 0 0-16,0 0 9 16,0 0 3-16,0 0-1 15,0 0-4-15,0 0-5 0,0 0-3 16,0 0 2-16,0 0-2 16,0 0 0-16,0 0 1 15,0 0 0-15,0 0 1 16,0 0 0-16,0 0 1 15,0 0-3-15,0 0-1 16,0 0-6-16,0 0-10 16,0 0-12-16,0 0-17 15,0-7-25-15,-11 0-51 16,2-8-66-16</inkml:trace>
  <inkml:trace contextRef="#ctx0" brushRef="#br0" timeOffset="86393.9803">9322 10143 28 0,'-20'-2'17'0,"20"2"-15"15,0 0-4-15,-4 0-4 16,0 0-27-16</inkml:trace>
  <inkml:trace contextRef="#ctx0" brushRef="#br0" timeOffset="87008.0858">9322 10143 42 0,'-123'-36'96'0,"123"25"-46"15,0 0 17 1,0 0 4-16,9 8-32 0,-9-1 6 15,2 4-2-15,-2 0-14 16,13 0-16-16,15 22-7 16,15 27-5-16,6 21 9 15,-2 14 6-15,-10 5-7 16,-18 1-4-16,-19-3-3 16,0-4 1-16,0-3-2 15,-36-15 1-15,-3-7-1 16,11-18 0-16,11-16 2 15,13-6-3-15,-3-18 0 16,7 0-2-16,0 0-3 0,0 0-1 16,0 0-4-16,0 0 1 15,0 7 5-15,11 14 1 16,30 21 3-16,10 18-1 16,5 17 1-16,-5 19 0 15,-21 11 2-15,-10 5 0 16,-14 0 2-16,-6-6 1 15,0-8-1-15,0-6 2 16,0-14-1-16,0-8 0 16,0-9 2-16,9-12-7 15,10-11 0-15,-6-13-2 16,2-9-2-16,-9-9-24 0,9-7-22 16,11 0-42-16,-17-5 5 15,1-22-44-15</inkml:trace>
  <inkml:trace contextRef="#ctx0" brushRef="#br0" timeOffset="87352.2162">10598 10792 144 0,'32'-32'109'0,"-32"32"-67"16,0 0 14-16,0 0-5 0,0 15-40 15,0 26-2-15,-13 19 31 16,-25 10-15-16,-3 6-3 16,-15 3-3-16,5-2-8 15,-10-8-2-15,10-2-5 16,-5-16-3-16,18-13-1 15,3-7 0-15,16-11-11 16,17-12-19-16,-5-8-20 16,7 0-13-16,0 0 0 15,0-37-36-15,0-12 15 16,0 18-16-16</inkml:trace>
  <inkml:trace contextRef="#ctx0" brushRef="#br0" timeOffset="87571.1468">10066 10948 39 0,'-15'-58'107'0,"15"58"-33"15,0 0-10-15,0 0-36 16,23 33-20-16,38 4 46 16,9 10 4-16,12-2-8 15,6 2-7-15,-5-5-7 16,-3 2-2-16,-7-7-12 16,-3 0-6-16,-1 1-8 15,-5-1-6-15,-8-1-1 0,-6-3-1 16,-12 1-12-1,-10-6-24-15,0 0-31 0,-2-13-21 16,-26-15-40-16,0 0-24 16</inkml:trace>
  <inkml:trace contextRef="#ctx0" brushRef="#br0" timeOffset="87937.2854">11185 10146 172 0,'0'-19'56'0,"0"19"-53"0,22 47 39 16,4 23 33-16,2 19-43 15,-1 15 3-15,-5 17 12 16,-5 17-10-16,0 18 0 15,-8 7-6-15,-7 2-9 16,2-5 0-16,-4-5-6 16,0-14-9-16,5-19 3 15,-5-19-5-15,0-27-4 16,8-20 2-16,-1-20-2 16,-3-16-1-16,0-13-1 15,-4-3-1-15,0-4 2 16,0 0-5-16,0 0-10 0,0 0-7 15,0 0-20-15,0-4-34 16,0-10-36-16,0-8-114 16</inkml:trace>
  <inkml:trace contextRef="#ctx0" brushRef="#br0" timeOffset="89253.4212">12123 10856 208 0,'-5'-22'69'0,"5"18"-4"15,0 1 8-15,0 1-32 16,0 0-14-16,0 2 4 15,0 0-3-15,0 0-6 16,0 0-5-16,0 0-1 16,0 0-9-16,0 0-6 15,-4 0-1-15,4 0-3 16,0 11-2-16,0 23-2 16,0 24 7-16,0 23 2 15,0 5 0-15,9 1-2 16,4-8 2-16,-7-6-2 0,-2-10 1 15,-4-10 0-15,0-8 0 16,5-9-1-16,-5-5 1 16,0-4-1-16,0-8-2 15,0-7-9-15,0 2-17 16,0-5-25-16,0-4-14 16,0-5-14-1,0 0-32-15,0 0-30 0</inkml:trace>
  <inkml:trace contextRef="#ctx0" brushRef="#br0" timeOffset="89533.3638">12382 10873 142 0,'13'-29'113'0,"-13"29"-71"16,0 0 7-16,4 0 3 15,7 42-38-15,2 18-1 16,-4 20 31-16,6 1-18 16,-11-3-10-16,-4-1-5 15,0-7-4-15,0-5-5 16,0-11 1-16,0-5-3 16,-6-11 0-16,-12-6-8 15,8-10-16-15,-8-11-28 0,14-6-21 16,0-5-40-1,4 0-40-15</inkml:trace>
  <inkml:trace contextRef="#ctx0" brushRef="#br0" timeOffset="89967.0248">11878 10708 177 0,'0'-71'46'16,"0"38"8"-16,0 2 14 15,35 6-43-15,7-2-11 0,6 8 1 16,3 2-2-16,9 3-6 16,13 6-4-16,11 4 2 15,8 4-2-15,0 0-2 16,-8 0 0-16,-5 0 0 15,-10 12 4-15,-13 4 2 16,-9 1-2-16,-17 0-2 16,-4 2 1-16,-9-1-4 15,-4 4 2-15,-3 2-1 16,-10 9 1-16,0 0-1 16,0 2 5-16,0 4-3 15,-28 1 6-15,-19 1-2 16,-8 2 0-16,-1-6-1 0,-9-4-2 15,10-5-4-15,-1-7-1 16,15-1-4-16,9-7-7 16,13-5-18-16,10-1-24 15,9-7-23-15,0 0-69 16</inkml:trace>
  <inkml:trace contextRef="#ctx0" brushRef="#br0" timeOffset="90425.2313">13322 10410 141 0,'-35'-15'79'0,"23"15"-53"15,-8 0 51-15,-3 0-36 16,-14 30-35-16,1 13 5 16,-7 16 19-16,6 2-8 15,1 12 7-15,4 5-7 16,8 10-4-16,13 4-1 16,3-4-1-16,8-6-4 15,0-5 9-15,0-12-11 16,8-4-2-16,22-8 1 0,16-3-1 15,14-11-2-15,4-3 0 16,11-6 0-16,4-8 0 16,-4-6-1-16,-8-7-3 15,-11-7 0-15,-13-2 2 16,-11 0 0-16,-9 0-4 16,-10 0 0-16,-4 0-10 15,-5 0-6-15,-4-11-12 16,0-2-17-16,0-8-16 15,0-7-27-15,0 17 78 16,0-3-89-16</inkml:trace>
  <inkml:trace contextRef="#ctx0" brushRef="#br0" timeOffset="91017.68">13871 10681 151 0,'-28'-9'91'0,"28"2"-57"16,9 3 13-16,42-5-31 0,18-2 20 15,10 2 1-15,5-4 2 16,-3 2-7-16,3-1-9 16,-18 7-3-16,-16 2-11 15,-16 3-6-15,-21 0-3 16,-5 0-2-16,-8 6-1 16,0 29 3-16,0 17 7 15,-36 12-4-15,-33 10-3 16,-6 5-4-16,-4 0 2 15,6-4 1-15,2-8 1 16,18-4 0-16,10-8 0 16,19-15-1-16,13-3 1 0,11-11-1 15,0-8 1-15,0-4 0 16,0-2 5-16,0-1 0 16,22-5 3-16,14 1-1 15,18-5 4-15,12 2 1 16,9-4 2-16,11 0 3 15,9 0-2-15,-14 0-11 16,-2-11-1-16,-14-7-2 16,-14 5-1-16,-14-1-5 15,-9 1-7-15,-9 0-5 16,-6-1-12-16,-9-1-8 16,-4-2-9-16,0 3-21 15,0 1 3-15,0 9-51 0,-17-1-29 16</inkml:trace>
  <inkml:trace contextRef="#ctx0" brushRef="#br0" timeOffset="91308.9347">13839 11038 61 0,'-24'-7'149'0,"24"-4"-88"15,0 2-8-15,28-1 0 16,36-9-11-16,11 4-2 16,3-1 6-16,14 3-13 15,6 1-2-15,-1-2-6 0,-5 2-3 16,-8 2-6-16,-20-1-11 16,-19 2-3-16,-6-2-1 15,-18 8-1-15,-10 1-8 16,-2 0-20-16,-9 2-21 15,0 0-11-15,0 0-24 16,0 0-41-16,0 0 107 16</inkml:trace>
  <inkml:trace contextRef="#ctx0" brushRef="#br0" timeOffset="93805.1512">15027 10628 91 0,'-15'-12'126'15,"15"12"-59"-15,0-3 5 16,0 3 1-16,0 0-31 16,0-4-11-16,0 4-1 15,0 0-1-15,0 0-10 0,0 0-2 16,0 0-3-1,0 0-7-15,0 0-2 0,0 0-5 16,0 0-1-16,15 0-4 16,26 19 5-16,14 6 1 15,10 3 2-15,-5-4-3 16,4 3 0-16,-8-6 0 16,-5-5 1-16,-10-1 0 15,-9-5-1-15,-8-1 0 16,-5-7 1-16,-10 1-1 15,-1 1 0-15,-8-3 0 16,7-1 0-16,-3 3-1 0,0-3 1 16,1 3 0-1,-5 1 0-15,4-4-1 0,0 2 1 16,3-2-2-16,-3 0 2 16,-4 0-1-16,4 0-1 15,-4 0 1-15,0 2 0 16,0-2 1-16,0 0 0 15,0 0 1-15,0 0 0 16,0 0-1 0,0 0 1-16,0 0-1 0,0 0 1 15,0 0-1-15,0 0 2 16,0 0-1-16,0 0-1 16,0 0 1-16,0 0 1 15,0 3-2-15,0-3 0 0,0 4-1 16,0-4-1-16,-23 7 2 15,-9 4 0 1,-20 7 0-16,-8 7 0 0,-4-1 0 16,8-2 0-16,15-3 0 15,13-8 0-15,20-5 0 16,1-5 0-16,7-1-2 16,0 0-2-16,0 0-4 15,0 0-2-15,0 0-5 16,0 0-6-16,0 0-7 15,0 0-22-15,11 4-35 16,2-1-33-16,2-1-17 16</inkml:trace>
  <inkml:trace contextRef="#ctx0" brushRef="#br0" timeOffset="94444.4816">15224 11262 196 0,'-8'2'47'0,"8"-2"-21"16,0 0 41-16,0 0-40 15,0 0-17-15,0 0 13 16,0 0 11-16,0 0-2 16,8 0-6-16,20 0-3 15,15 0 4-15,6 0-12 16,3 0 0-16,4-5-5 16,-9-1-7-16,-11 3-1 15,-4 0-1-15,-8 0-1 16,-3 3 0-16,-6-2-1 15,-6 2 1-15,2-2 0 16,-3 2 0-16,1-3 1 0,-5 3-1 16,3 0 1-1,-7-4-1-15,0 4 0 0,0 0 0 16,0 0 2-16,0 0-2 16,0 0 0-16,0 0-2 15,0 0 2-15,0 0-1 16,0 0 0-16,0 0 1 15,0 0 0-15,0 0 0 16,0 0-1-16,0 0-1 16,0 0-3-16,0 0 1 15,0 0-3-15,0 0 1 16,0 0-1-16,0 0-3 16,0 0 1-16,6 0 0 15,-6 0 3-15,6 0 3 16,-1 0 2-16,-1 0 1 0,0 0-7 15,3 0-13-15,-3 0-20 16,-4 0-21-16,0 0-15 16,0 0-43-16</inkml:trace>
  <inkml:trace contextRef="#ctx0" brushRef="#br0" timeOffset="97752.639">16548 10640 117 0,'12'-12'93'16,"-12"12"-67"-16,0-5 20 15,0 5 11-15,0 0-37 16,0 0-6-16,0 0 11 16,0 0 3-16,0 0-5 0,0 0-8 15,0 0 0-15,0 0-3 16,-17 18-4-16,-34 27-2 16,-14 13-2-16,-22 10 0 15,-1 0-2-15,0 3 0 16,15-7 0-16,11-16-2 15,21-7 1-15,13-15-1 16,11-4 0-16,2-8-1 16,10-6 1-16,1-2-1 15,4-1-2-15,0-2-13 16,-4-3-24-16,4 0-16 16,0 0-17-16,0 0-29 0,0 0-17 15</inkml:trace>
  <inkml:trace contextRef="#ctx0" brushRef="#br0" timeOffset="98082.4078">15943 10657 148 0,'-7'-11'90'15,"7"11"-42"-15,0 0 26 16,0 0-25-16,0 0-31 16,0 1-8-16,24 35 10 0,19 8 22 15,10 4-13-15,3 2-7 16,0-2-2-16,0 2-5 16,-9-6-8-16,-6-4-5 15,-13-7-2-15,-1-8 1 16,-3-2-1-16,-11-12 0 15,2 0-1-15,-7-2-12 16,1-5-21-16,2 3-18 16,2-7-20-16,-13 0-26 15,8 0-23-15</inkml:trace>
  <inkml:trace contextRef="#ctx0" brushRef="#br0" timeOffset="98542.1192">16904 10266 183 0,'0'-13'72'15,"0"13"-49"-15,0 0 42 16,0 0-42-16,0 0-20 16,0 31 6-16,36 16 27 0,11 7-13 15,3 4-5-15,-3 6 4 16,4-5-4-16,-14 4-10 16,-5 2-2-16,-13 1-3 15,-19 8 1-15,0 0-3 16,0 5 2-16,-47-1 0 15,-9-6-1-15,-4-8-2 16,0-12 0-16,4-12 0 16,1-8 1-16,14-3-1 15,4-13 2-15,14-2-2 16,-1-6 1-16,1-3-1 16,1 1-1-16,-6-1-13 0,5-3-9 15,3 2-12-15,3-4-14 16,7 0-15-16,10 0-50 15,0 0-115-15</inkml:trace>
  <inkml:trace contextRef="#ctx0" brushRef="#br0" timeOffset="99123.8202">18139 10417 140 0,'21'-13'79'0,"-16"8"-40"16,1 1 31-16,-6 4-10 0,0 0-21 16,0 0-2-1,0 0-1-15,0 0-21 0,0 0-7 16,-15 11-1-16,-30 25-4 15,-11 9 0-15,-8 6-2 16,-2-1 0-16,6-1 0 16,14-5 0-16,10-5 3 15,12-14-3-15,9-8 2 16,11-4-1-16,4-4-1 16,0-5 1-16,0 2 2 15,0 0 2-15,4-1 1 16,44-2 3-16,7-3-1 15,14 0 1-15,6 0-5 16,-2 0-2-16,-4-5-3 16,-9-6 0-16,-13 3-1 0,-24 2-11 15,-10 3-13-15,-8 3-16 16,-5 0-17-16,0 0-23 16,0 6-51-16,-5 10-45 15</inkml:trace>
  <inkml:trace contextRef="#ctx0" brushRef="#br0" timeOffset="99403.4004">17579 11182 53 0,'-23'19'110'16,"23"-12"-78"-16,4-7 34 0,43 3 8 15,2-2-38-15,12-1 11 16,5 0-6-16,-2 0-7 15,9 0-7-15,-2 0-2 16,2-8-4-16,-4-5-7 16,-3 0-4-16,-21-2-3 15,-8 7-5-15,-14-3-1 16,-8 8-1-16,-11 3-3 16,1 0-19-16,-5 0-25 15,0 0-22-15,0 0-22 16,0 0-29-16,-15 0-66 15</inkml:trace>
  <inkml:trace contextRef="#ctx0" brushRef="#br0" timeOffset="100279.0856">19201 10152 214 0,'4'-9'55'16,"2"1"-12"-16,-1 6 33 16,-5 2-27-16,0 0-22 15,0 0-2-15,0 0 0 16,0 0-21-16,0 22-4 16,0 23 0-16,-28 17 8 0,-24 12-2 15,-12-6-2-15,-15-4-3 16,-3-5 1-16,3-13-1 15,10-3-1-15,13-13 0 16,18-15-3-16,16-6-1 16,12-9-7-16,10 0-9 15,-5 0-2-15,-3-18-9 16,3-21-21-16,-10-8 31 16,7-10 4-16,8-4-10 15,-4 2 8-15,4 21 4 16,0 14 15-16,0 20 5 15,0 4 11-15,0 0 1 16,0 0-10-16,23 13 15 16,18 14 12-16,6 9 8 15,2-4-4-15,3 5-3 0,-7 2-9 16,-2-4-3-16,-7 3-13 16,-3 1-8-16,-6-1-2 15,-3 6-5-15,-11 4-35 16,-13-35-47-16,0 0-63 15</inkml:trace>
  <inkml:trace contextRef="#ctx0" brushRef="#br0" timeOffset="100496.3471">18572 10900 116 0,'0'0'151'0,"9"0"-141"0,70 0 34 16,18 0 33-16,10-7-55 16,0-10-5-16,-15 0 2 15,-19 6-7-15,-17 7-10 16,-19 4-2-16,-18 0-21 16,-19 0-55-16,0 0-84 15</inkml:trace>
  <inkml:trace contextRef="#ctx0" brushRef="#br0" timeOffset="100856.0894">18592 11229 154 0,'0'2'107'16,"45"-2"-96"-16,62-5 58 15,17-20-25-15,1 2-26 16,-14 3 11-16,-42 10 6 15,-31 6-12-15,-29 4-13 16,-9 0-10-16,0 0-5 16,-4 34-5-16,-48 17 10 15,-12 9-3-15,0 5-1 16,4 0 0-16,8 0 2 16,16-6 2-16,16-6 5 0,16-8 2 15,4-6 0 1,0-9 5-16,9-5-5 0,33-7-1 15,14-7-2-15,9-11-1 16,8 0 3-16,6 0-6 16,5-34 0-16,-12-5-18 15,4-14-33-15,-12-9-18 16,-51 35-24-16,-3-6-100 16</inkml:trace>
  <inkml:trace contextRef="#ctx0" brushRef="#br0" timeOffset="101180.3269">19540 9871 117 0,'0'-15'52'0,"0"15"-30"15,0 0 32-15,0 0-22 16,8 0-12-16,5 0 15 16,-2 0-4-16,-3 0-6 15,-3 0-9-15,-5 0-7 16,0 0 1-16,0 0-4 16,0 0-2-16,0 0-3 15,0 0-1-15,0 0 0 0,0 0-1 16,0 4-9-16,0 14-23 15,0 5-4-15,0-15-62 16,0 4-115-16</inkml:trace>
  <inkml:trace contextRef="#ctx0" brushRef="#br0" timeOffset="102905.2808">4431 13687 218 0,'15'23'58'0,"5"-23"-19"16,3 0 21-16,10-14-15 15,9-17-7-15,3-13-10 16,7 2-10-16,-7-4-12 16,0 0-2-16,-19 4-3 15,-7 8 0-15,-19 6-1 16,0 6-4-16,0 13-2 16,-28 4-5-16,-19 5 4 15,-9 0 0-15,0 20-3 16,-4 21 4-16,9 6 6 0,12 7 1 15,-1-1 3 1,27-4 7-16,11-3-2 16,2-1 4-16,0-6-3 0,0-3-5 15,15-4-3-15,8-5 0 16,9-6-2-16,0-6-2 16,11-7-18-16,2-8-27 15,18 0-13-15,12-26-18 16,-45-3-32-16,4-2-95 15</inkml:trace>
  <inkml:trace contextRef="#ctx0" brushRef="#br0" timeOffset="103151.7828">4935 13444 198 0,'-62'0'74'0,"32"18"-30"0,4 31-5 15,26 5-28 1,0 6 4-16,0-7 6 0,35-3-8 15,12-3-6-15,-4-13 1 16,-7-4 1-16,-12-6-5 16,-7-7-2-16,-15-6 0 15,3-5-2-15,-5-4 1 16,0-2 0-16,0 0 0 16,0 0-1-16,0 0-3 15,0 0-18-15,0 0-17 16,0 0-32-16,-15 0-58 15</inkml:trace>
  <inkml:trace contextRef="#ctx0" brushRef="#br0" timeOffset="103667.8468">6430 13599 153 0,'28'0'93'15,"-19"0"-61"-15,2 0 18 0,6 0-15 16,6 0-18-16,1-4 12 15,2-10-5-15,-11-5-14 16,8-3-6-16,-3 0 0 16,-8-4 1-16,1-4-3 15,-13 1-1-15,0-4 2 16,0 9-3-16,-17 4 0 16,-19 11 0-16,-7 9 0 15,-7 0-5-15,-7 29-3 16,1 22 3-16,2 9 3 15,18 2 2-15,16-1 8 16,20-8 7 0,0-3-1-16,0-11 2 0,7-3-3 0,23-11-3 15,8-5 0-15,5-6-6 16,-13-5-1-16,18-8 0 16,-3-1-3-16,10 0-8 15,10-32-16-15,10-24-20 16,-7-11-26-16,3-10-20 15,-51 38-28-15,-18 4-51 16</inkml:trace>
  <inkml:trace contextRef="#ctx0" brushRef="#br0" timeOffset="103895.0483">6924 12863 72 0,'-17'-90'128'16,"17"85"-45"-16,0 5-13 0,0 0-21 15,0 16-28 1,0 36-14-16,0 21 34 0,19 21 7 15,-11 10-16-15,-1-1-5 16,4-6-1-16,-9-15-13 16,4-8-3-16,-4-8-9 15,-2-9 0-15,0-7-1 16,0-10-7-16,0-3-18 16,9-11-22-16,10-1-29 15,16-9-25-15,-16-16-34 16,2 0-18-16</inkml:trace>
  <inkml:trace contextRef="#ctx0" brushRef="#br0" timeOffset="104688.8546">8397 13269 61 0,'-23'-16'222'15,"12"14"-177"-15,7-2 8 16,-1 4 24-16,5 0-56 16,-8 0-21-16,-16 26 0 15,-8 26 5-15,-4 15-5 16,10 9 5-16,4-4 6 16,22-9-5-16,0-9 4 15,0-13-1-15,0-8-4 16,32-9-2-16,5-14 2 15,-5-6 1-15,7-4-2 16,1 0 1-16,12-23 3 0,4-20-6 16,6-8-2-16,-4-11-7 15,-2-6-4-15,-11-6-4 16,-26 3-3-16,-6 12 6 16,-9 19 4-16,-4 23 8 15,0 17 4-15,0 0 1 16,0 0-5-16,0 30-11 15,0 14 4-15,9 10 7 16,10 1 1-16,5-12-1 16,-1-5 2-16,-4-12 0 15,-1-6 1-15,-10-12-1 16,3-6-2-16,-7-2-1 16,1 0 1-16,10 0-1 0,-3 0 1 15,16-30-3 1,11-15-4-16,-9-16-9 0,-2-8-1 15,-2-5-4 1,-16 17 3-16,-3 16 18 0,-7 27 1 16,0 14 23-16,0 0 2 15,0 0-10-15,4 31-13 16,11 21 2-16,4 4 18 16,3 1 0-16,-5-8-11 15,2-9-6-15,-6-4-4 16,2-4-1-16,2-7-1 15,3-3-8-15,7-2-23 0,14-9-22 16,-21-11-50-16,3 0-86 16</inkml:trace>
  <inkml:trace contextRef="#ctx0" brushRef="#br0" timeOffset="108862.1612">20061 11166 100 0,'11'-8'153'16,"-11"8"-124"-16,0 0-1 15,0 0 38-15,0 5-38 16,0 28-10-16,0 4 20 16,0 7-8-16,-15 2 0 15,-13 1 3-15,-9 9-1 16,-14 5-4-16,-5 1-5 15,-4 3-11-15,11-11-7 16,10-6-4-16,7-11-1 16,15-12 0-16,6-7-1 0,2-7-18 15,5-6-16 1,0-3-32-16,4-2-38 0,0 0-46 16</inkml:trace>
  <inkml:trace contextRef="#ctx0" brushRef="#br0" timeOffset="119366.6178">20413 10192 70 0,'-33'0'86'15,"33"0"-42"-15,0-4 11 16,0 4-3-16,0 0-17 16,0 0-13-16,0 0 1 15,0 0 1-15,0 0-1 16,0 0 2-16,0 0-3 16,0-3-6-16,0 3-2 15,9-1 3-15,30-6-12 16,25 0 0-16,24 0 10 15,13-4 1-15,10 2-12 16,1 1-2-16,-3 0-2 16,-21 5 1-16,-21 3-1 15,-35 0 0-15,-19 0-3 0,-13 0-2 16,0 17-1-16,-5 23-1 16,-63 12 5-16,-20 10-1 15,-20 6-12-15,-16 8-4 16,0 6 4-16,-7 5 0 15,21 1 8-15,12-9 7 16,25-6 0-16,21-16-1 16,25-11-3-16,18-10 1 15,9-12-1-15,0-4-1 16,4-2 5-16,37-4 0 16,10 0 8-16,14-6 0 15,10-5 0-15,13-3 2 16,8 0 2-16,1 0-7 15,14-6 4-15,-14-18-1 0,2-3-4 16,-7 0-1-16,-19-4-1 16,-5 6-2-16,-25 7 0 15,-11 5-13-15,-23 8-18 16,-9-2-13-16,0 7-30 16,0 0-62-16</inkml:trace>
  <inkml:trace contextRef="#ctx0" brushRef="#br0" timeOffset="119635.7969">20280 10560 190 0,'64'-12'83'16,"0"4"-29"-16,20-1 32 15,8 2-37-15,5 0-20 16,10 6-12-16,-15 1-16 16,-4 0-1-16,-4 0-40 0,-76 1-43 15,1 9-80 1</inkml:trace>
  <inkml:trace contextRef="#ctx0" brushRef="#br0" timeOffset="120017.6342">21249 10694 188 0,'0'-41'118'0,"0"4"-74"16,0-6 18-16,32 10-10 16,7-3-34-16,-7 12-7 15,-4 4 2-15,-7 9-8 16,-6 5-5-16,-6 6-3 16,6 0-3-16,-2 0-4 0,2 20-4 15,-2 13 1-15,-9 9 8 16,0-8 5-16,7-4 3 15,-2-4-1-15,3-13-2 16,-1-1 1-16,-2-6-1 16,-1 0 0-16,7 1 2 15,9-7 3-15,4 3 0 16,4-3-3-16,4 0-2 16,12-3-3-16,-8-17-27 15,12-4-31-15,-39 12 8 0,-9 0 19 16</inkml:trace>
  <inkml:trace contextRef="#ctx0" brushRef="#br0" timeOffset="120544.7514">21689 10933 223 0,'0'-16'54'16,"0"-22"-15"-16,4 3 30 16,15-9-36-16,1 0-8 15,-12-4 2-15,1-8-2 16,-1-13-12-16,-1-2-3 0,-3-2-3 16,0 10-4-16,-4 23 0 15,0 18 0-15,0 14 3 16,0 8-2-16,0 0-4 15,0 14-10-15,9 31-5 16,2 21 15-16,6 10 0 16,2 5 0-16,5-4-4 15,-3-4-8-15,11-14-4 16,3-12 7-16,-3-11 5 16,-4-4 2-16,-7-17 1 15,-6-9 1-15,-2-6-7 16,-2 0 7-16,-3 0 5 0,10-29 9 15,-3-13-10-15,-7-12-2 16,3-9 9-16,-7-12 0 16,0-7 6-16,1 1-3 15,-1 2 1-15,7 14-1 16,2 13-4-16,6 14-6 16,-6 12-4-16,6 10-1 15,-2 4-11-15,3 7-20 16,7-1-21-16,10 4-31 15,-22 2-41-15,-2 0-94 16</inkml:trace>
  <inkml:trace contextRef="#ctx0" brushRef="#br0" timeOffset="120798.1896">22761 10122 155 0,'-36'24'76'0,"8"5"-53"16,-4 18 43-16,-5 8-31 15,-6 13-16-15,3 2 3 16,-1-4 0-16,2 5-14 16,11 0-3-16,11-8 0 15,6-10-4-15,11-6-2 0,0-14-16 16,0-11-37-16,39-11-7 15,-22-11-66-15,7 0-24 16</inkml:trace>
  <inkml:trace contextRef="#ctx0" brushRef="#br0" timeOffset="121119.472">22836 10496 137 0,'0'0'28'16,"-15"11"-1"-16,-17 37 18 15,8 1-28-15,12 4-7 16,3-10 13-16,9-5-11 0,0-7-1 16,0-8-5-16,0-7 1 15,21-8-2-15,12-8 5 16,5 0 10-16,3 0-8 16,2-24-6-16,-7-15-4 15,-3 1-2-15,-10-2 2 16,-14-6 0-16,-5 0 5 15,-4-3 2-15,0-5 15 16,-4 11-7-16,-24 5-10 16,0 18-3-16,4 10-4 15,3 10-2-15,-3 0-9 16,1 7-25-16,-9 34-19 16,16-16-37-16,8 1-56 15</inkml:trace>
  <inkml:trace contextRef="#ctx0" brushRef="#br0" timeOffset="121308.2407">23072 10930 118 0,'0'48'45'0,"0"-4"2"15,0 5 16-15,0 3-37 16,0-3-20-16,-11 1 0 15,-1-10-6-15,-8-3-7 16,7-11-40-16,9-26-74 16</inkml:trace>
  <inkml:trace contextRef="#ctx0" brushRef="#br0" timeOffset="121542.9651">23396 10473 140 0,'9'-13'69'0,"-9"13"-50"15,0 38 65-15,0 13-37 16,0 16-14-16,0-2-7 16,0 3-8-16,-9-4-15 15,-15-4-1-15,1-6-2 0,-5-8-9 16,9-8-45-1,14-38-50-15,1 0-55 0</inkml:trace>
  <inkml:trace contextRef="#ctx0" brushRef="#br0" timeOffset="121774.2089">23585 10314 72 0,'41'0'91'16,"1"19"-47"-16,-1 33 0 0,-9 6 15 16,-4 3-16-1,-13 1-18-15,-15 12-5 0,0-3-4 16,0-4-12-16,0 3 1 16,-19-6-5-16,-18-9-17 15,1-4-40-15,17-47-56 16,14-4-82-16</inkml:trace>
  <inkml:trace contextRef="#ctx0" brushRef="#br0" timeOffset="122829.2716">24241 9828 66 0,'0'-5'58'16,"-4"-3"12"-16,0 0 14 16,4-3-20-16,-5-3-10 15,-1 1-6-15,6-1-6 16,0 1-6-16,-5 1 4 15,5 5-8-15,0 3-4 16,0 4 5-16,0 0-7 0,-4 0-10 16,0 0-16-16,0 23-4 15,-11 25-7-15,6 26 7 16,0 25 4-16,5 12 3 16,4 12-1-16,0-3-2 15,0 2 0-15,0-9 0 16,22-12 0-16,1-15-1 15,1-17 0-15,-5-21-4 16,-2-14-3-16,-2-19 1 16,-6-8 2-16,-5-7 3 15,0 0 2-15,-4 0 3 16,5 0 3-16,1 0 3 16,-6 0-5-16,0 0-4 15,0 0-2-15,0 0-9 16,9 18-7-16,4 19 4 0,10 18 13 15,-3 5 1-15,-8 8-1 16,-1 4 0-16,-11 13 1 16,0 11-1-16,-19 1-1 15,-28 3-21-15,-9-8 22 16,7-6 1-16,-12-11 0 16,1-14 1-16,-10-8 0 15,-8-16 4-15,-10-10 8 16,-14-4-5-16,-8-6 2 15,-16-8-5-15,-3 3-5 16,-15-1-17-16,-17 0-26 16,-23 0-40-16,105-11-19 15,-5 0 69-15</inkml:trace>
  <inkml:trace contextRef="#ctx0" brushRef="#br0" timeOffset="124044.3983">9798 13212 11 0,'-77'0'83'16,"14"3"-67"-16,5 37 11 15,3 12 10-15,-3 8-18 0,6 8 5 16,12-5-3-16,7-12 1 16,18-10-13-16,7-10-1 15,8-16 0-15,0-8-5 16,0-4 1-16,0-3 5 16,0 0 6-16,0 0 11 15,15 0-11-15,6 0 0 16,7-25-3-16,11-4-4 15,-3-5-7-15,1-2-1 16,-7 6-2-16,-13 13 2 16,-6 10 1-16,-11 7-1 0,0 0-1 15,8 0 0-15,1 20-11 16,12 5 12-16,7 2 2 16,4-5 4-16,0-9-5 15,5 2-1-15,-7-10-6 16,-2 1-20-16,-7-6-22 15,7 0-36-15,-24 0-28 16</inkml:trace>
  <inkml:trace contextRef="#ctx0" brushRef="#br0" timeOffset="124418.8417">10066 13264 90 0,'13'-17'105'16,"2"17"-83"-16,4 0 14 0,-6 28 32 15,2 7-32-15,-13 2-23 16,-2 5-6-16,0-10 0 16,0-8-1-16,0-7-5 15,0-16 0-15,0-1 0 16,0 0 3-16,0 0 3 16,0 0 5-16,0-26 14 15,0-19-3-15,19-15-23 16,7 1-1-16,2 7 1 15,0 14-4-15,-4 18 1 16,-9 12 2-16,-3 8 0 16,1 0 1-16,-2 24 0 0,6 20-2 15,-15 8 2-15,-2 5 4 16,0-6-2-16,0-4 1 16,0-14-2-16,0-8-1 15,0-7-7-15,0-13-17 16,0-5-21-16,17 0-25 15,-6 0-38-15,-2-11 13 16</inkml:trace>
  <inkml:trace contextRef="#ctx0" brushRef="#br0" timeOffset="124629.467">10675 12675 135 0,'19'-9'105'0,"-4"19"-89"15,7 63 71-15,-3 17-27 16,-2 12-29-16,0 8-7 16,-8 0-10-16,-9-4-7 15,0-6-5-15,0-10 0 16,0-11-2-16,0-14-6 16,0-14-51-16,0-51-30 15,0 0-58-15</inkml:trace>
  <inkml:trace contextRef="#ctx0" brushRef="#br0" timeOffset="125041.1467">10598 13314 156 0,'0'-23'108'16,"0"21"-67"-16,36-2-6 15,41 2 26-15,11-2-35 16,-4 4-21-16,-20 0-5 15,-12 0 0-15,-11 0-21 16,-7 0-29-16,-6 0-7 16,-11 6-21-16,-6 3 6 15,-3-1 24-15,-3 8 32 16,-5 9 16-16,0 3 17 16,0 9 27-16,0-1 6 15,0-5 0-15,0-3-2 16,0-6-20-16,0-7-12 0,0-12-5 15,0 1-5-15,0-4-3 16,0 0-3-16,0 0 6 16,0 0 1-16,0-7-3 15,0-24-4-15,0-16-3 16,0-9 2-16,0-9-1 16,0-3 1-16,0-3-2 15,0 12-10-15,0 3-28 16,8 20-17-16,3 11 19 15,-11 25-14-15,0 0-42 16</inkml:trace>
  <inkml:trace contextRef="#ctx0" brushRef="#br0" timeOffset="125581.1934">11490 12605 43 0,'0'-21'60'0,"0"20"-40"0,0 1 16 15,0 0 19-15,0-3-16 16,0 3 8-16,0 0 8 16,0 0-13-16,0 0-10 15,0 0-17-15,0 0-15 16,0 3-3-16,0 32-9 15,0 17 12-15,13 21 2 16,6 17 3-16,-2 10 2 0,-12 7-3 16,-5-4-2-1,0-1-1-15,0-18 1 0,0-13-1 16,0-14-1-16,0-16 2 16,0-10-1-16,0-9-1 15,0-8-3-15,0-6-4 16,0-2-9-16,0-6-6 15,0 2-5-15,0-2-4 16,0 0-6-16,0 0 1 16,0 0-10-16,-5 0-20 15,-3 0-38-15</inkml:trace>
  <inkml:trace contextRef="#ctx0" brushRef="#br0" timeOffset="128160.9968">13335 13212 180 0,'0'-10'39'0,"0"-2"-7"15,0 5 21-15,-13-4-27 16,-2 2-15-16,-9 5 6 15,-4 0 7-15,-4 4-4 16,-15 0-13-16,-7 28-2 16,-6 24-5-16,-6 17-1 15,10 13 1-15,17-5 0 16,14-4 0-16,22-23-1 16,3-15-2-16,0-17 2 15,0-14 1-15,3-4 0 0,35 0 15 16,16-11 7-1,12-18 0-15,-1-12-11 0,3 1-7 16,-3-9-3-16,-5-3-1 16,-9 1-5-16,-4-5 0 15,-14-7-2-15,-12-9 1 16,-10-3 1-16,-11-9-1 16,0-5 2-16,0-1-2 15,-47 15 1-15,6 15 5 16,4 24 0-16,18 17 13 15,4 16-4-15,11 3-9 16,-1 3-7-16,1 52-9 0,0 19 16 16,4 27 0-1,0 4 0-15,0-1 0 0,0-7 0 16,28-11 1-16,15-18-1 16,2-15 0-16,0-14-1 15,6-13 0-15,-4-15-1 16,-2-8 2-16,-2-3 3 15,2-3-2-15,3-28 1 16,-8-8-2-16,1-9-6 16,-13-2-4-16,-9-1-6 15,-19 8 8-15,0 9 5 16,0 19 3-16,0 8 5 16,-13 7 11-16,-10 0-5 15,-20 27-3-15,2 15-4 16,0 10 3-16,3 0 2 0,21-6 2 15,12 2-7-15,5-8-3 16,0-1-1-16,0-4-1 16,37-8-1-16,4-3-5 15,-5-5-19-15,-2-8-2 16,3-4-6-16,-5-7-16 16,0 0 10-16,-4 0 15 15,-4-20 6-15,-7-2 13 16,-7 1 6-16,-5 3 11 15,1-4 24-15,-6 4 4 16,0-1-1-16,0 0-4 16,0-6 2-16,0 2-4 0,0-8-6 15,-11 1-4-15,11 2-5 16,0-6-5-16,0 7-12 16,0 3-2-16,33-1-13 15,7 12-14-15,16 1-28 16,9 7-18-16,-46 5-45 15,-2 0-48-15</inkml:trace>
  <inkml:trace contextRef="#ctx0" brushRef="#br0" timeOffset="129309.5067">14338 13212 62 0,'0'3'113'15,"0"-3"-47"-15,0 0 0 16,9-3-16-16,4-22-39 0,2 1-3 15,-2 4 1-15,2 6 2 16,-11 8 1-16,-4 6 5 16,0 0 4-16,0 0-16 15,0 0-5-15,-4 11-8 16,-20 18 8-16,-4 12 0 16,5 0 3-16,6 3 0 15,6-4-2-15,2-2 4 16,9-5-4-16,0-6-1 15,0-9 0-15,24-4-1 16,17-5-1-16,6-9 1 0,13 0-10 16,13-11-10-1,6-25 2-15,-6-4-19 0,-7-6 10 16,-12-4-8-16,-11 5-1 16,-15 4 37-16,-24 5 3 15,-4 7 25-15,0 7 9 16,-4 11-11-16,-24 11 6 15,-4 0-10-15,0 22-22 16,-7 32 4-16,7 9-4 16,8-3 4-16,16-4 3 15,8-12-2-15,0-7 4 16,0-11-9-16,0-10 3 0,28-12-2 16,8-4 9-1,11 0 5-15,5-15-15 16,12-26-1-16,9-15-24 15,8-11-21-15,-3-8 4 0,-10-11-62 16,-16-6 36-16,-16-6 22 16,-23-8 13-16,-13 2 33 15,0 12 26-15,0 24 8 16,0 27 23-16,-13 22 12 16,9 19-12-16,4 0-57 15,0 46 0-15,4 30 0 16,28 19 3-16,-8 6 7 15,-11 8-3-15,-2-8 0 16,-11-9-2-16,0-9 16 16,0-24-11-16,0-19-7 0,0-22 9 15,0-9-10-15,0-9 4 16,0 0 6-16,0-5 10 16,0-28 1-16,13-17-23 15,6-2-2-15,2 1-7 16,14 2-6-16,-3 17 4 15,-15 12 6-15,-2 16 4 16,-15 4-3-16,0 0 1 16,4 1 3-16,5 24-2 15,6 7 2-15,-2 3 3 16,6 9-2-16,2-2 0 16,3-2-1-16,15-1-5 0,1-16-30 15,12-8-4-15,-3-14 1 16,3-1-23-1,-5-6 1-15,-11-26-9 0,-8-4 9 16,-19 2 23-16,-5-7 37 16,-4 0 41-16,0 12 19 15,0 9 12-15,0 15-9 16,-13 5-18-16,-2 9-38 16,2 28-5-16,5 10-2 15,8-2 12-15,0-7-3 16,0-9 7-16,0-8-2 15,13-13 1-15,19-4 0 16,0-4 8-16,11 0 4 0,-2-10-1 16,-1-20-14-1,3-4-3-15,-15-2-5 0,-2 3-2 16,-24-5-1-16,-2 6-1 16,0 2-6-16,-19 11 0 15,-28 9-2-15,-3 10-6 16,-10 0-12-16,4 20-11 15,9 16-13-15,11 7-29 16,27-24-38-16,9-2-53 16</inkml:trace>
  <inkml:trace contextRef="#ctx0" brushRef="#br0" timeOffset="130124.691">16968 13114 175 0,'0'-43'140'16,"0"17"-106"-16,0 10 20 15,0 7 8-15,0 6-37 16,0 3-15-16,0 0-10 16,-13 3-3-16,-19 33-6 0,-7 17 7 15,3 10 2-15,4 5 0 16,12-4 0-16,16-3-1 16,4-12-2-16,0-12 1 15,4-15 0-15,39-14 2 16,7-8 0-16,16 0 1 15,7-22 5-15,2-18 0 16,-6-9-6-16,-5-7-1 16,-8-3-5-16,-5-6-1 15,-14-7-11-15,-14-10 3 16,-18-7 7-16,-5 0-8 16,0-1 3-16,-15 13 5 0,-26 23 6 15,4 19 2-15,14 21 12 16,10 14 5-16,-2 0-17 15,2 51-17-15,-2 26 16 16,11 16 1-16,4 12 1 16,0-5 1-16,4-5 5 15,28-19 0-15,11-16 0 16,-2-20 2-16,-5-7-4 16,12-14-3-16,3-10 1 15,3-9 3-15,12 0 10 16,7-24-10-16,2-20-6 15,-6-11-16-15,-5-5-7 16,-12-8-3-16,-16 9-2 0,-21 13-3 16,-11 18 24-1,-4 23 7-15,0 5 0 0,-19 14 0 16,-32 35 0-16,-9 11 8 16,14 3 8-16,10-2 8 15,12-4-7-15,20-8 3 16,4-12-2-16,0-3-1 15,0-9-3-15,13-6 1 16,23-7-2-16,7-5 5 16,7-7-5-16,1 0-5 15,5 0-7-15,0-9-1 16,-1-15-12-16,-10-6-26 16,-12 1-24-16,-33 14 25 15,0 3-19-15</inkml:trace>
  <inkml:trace contextRef="#ctx0" brushRef="#br0" timeOffset="138359.1245">18900 13031 202 0,'11'-25'75'16,"-11"22"-69"-16,4 3 22 15,-4 0 16-15,5 0-31 16,-1 0-12-16,5 36 3 15,1 23 15-15,-5 15 15 16,-5 1-13-16,0 0-12 16,0-5-3-16,0-11-3 0,0-10-1 15,0-16-1-15,0-12-1 16,0-10 1-16,0-8-1 16,0-3 5-16,0 0 3 15,0 0 0-15,0-6 6 16,0-27-1-16,0-17-12 15,0-2 1-15,0-8-1 16,0 3-1-16,0 0-2 16,8 3 2-16,33 4-1 15,2 10-1-15,-2 13 1 16,-9 14 1-16,-13 8-2 16,0 5-4-16,-1 0-1 15,1 21 6-15,4 25 1 16,-10 6 0-16,-4 8 3 0,-3 4 3 15,-6-1-6-15,0-6 1 16,0-3-1-16,0-6-9 16,0-12-13-16,0-6-12 15,0-8-23-15,0-14-33 16,0-8-16-16,0 0 1 16</inkml:trace>
  <inkml:trace contextRef="#ctx0" brushRef="#br0" timeOffset="138650.0986">19424 13352 92 0,'23'0'57'0,"-14"0"-6"16,4 31 37-16,2 7-34 15,-7 3-21-15,1-3-10 16,-3-2-8-16,3-7-9 16,0-4-4-16,-5-9-2 15,2-11 0-15,-6-2-7 16,5-3-11-16,-5 0 3 15,0 0 15-15,4-33-1 16,-4-19 1-16,0-18 0 16,0-8-1-16,0-6 1 15,4 5 1-15,5 9-1 16,6 15 1-16,-2 18 2 16,6 12-3-16,-6 8-3 15,2 9-21-15,2 8-36 16,-11 0-45-16,-1 0-65 0</inkml:trace>
  <inkml:trace contextRef="#ctx0" brushRef="#br0" timeOffset="139210.917">19683 13304 88 0,'22'48'55'16,"10"2"-2"-16,0 7 6 15,2-5-23-15,-1-3-7 16,-6-10-3-16,-5-17 3 15,-3-4-10-15,-14-8-5 0,-1-5-3 16,-4-5 0 0,0 0 9-16,0 0-4 0,4 0-2 15,11-5-4-15,-6-27-10 16,6-17-5-16,-11-6-12 16,0 1-13-16,-4 1-9 15,0 17 4-15,5 18 17 16,3 12 11-16,16 6-4 15,14 0-5-15,7 0 14 16,11 0 2-16,-11 6 0 16,2-5 0-16,-10-1 2 15,-9 0 6-15,-5 0 7 16,-10 0 4-16,-2-7 4 16,-2-13-4-16,-5 1-7 15,0-3 0-15,-4-2-3 0,0 3 2 16,0 4 1-1,-8 6 1-15,-25 9-8 0,1 2-5 16,-4 0-5-16,-3 35 0 16,7 17 5-16,0 7 3 15,15-4 5-15,10-7 1 16,7-7 1-16,0-8-1 16,0-8-4-16,7-4-2 15,20-5-1-15,-1-1 2 16,9-14-1-16,1-1 0 15,5 0-3-15,10-16-6 16,5-17-14-16,4-11-27 16,0-11-15-16,0-2-27 15,-47 28-29-15,-2-1-44 0</inkml:trace>
  <inkml:trace contextRef="#ctx0" brushRef="#br0" timeOffset="139497.5918">20653 12605 15 0,'0'-73'97'0,"0"64"-43"16,0 9 20-16,0 0-8 16,0 0-38-16,0 0-8 15,0 28-5-15,15 28 8 16,2 23 17-16,2 19-1 16,-10 9-15-16,2 3-1 15,-11-7 3-15,0-10-8 16,0-17-4-16,0-8-8 0,0-9-2 15,0-11-3-15,0-9-1 16,0-8 0-16,0-9 0 16,0-8-2-16,0 0-13 15,0-7-11-15,0 4-8 16,0-2-13-16,0 2-15 16,0-11-14-16,0 0-51 15</inkml:trace>
  <inkml:trace contextRef="#ctx0" brushRef="#br0" timeOffset="140179.747">22234 12830 133 0,'0'-14'122'16,"0"11"-78"-16,0 3 11 16,0 0-8-16,0 20-45 15,-13 28 2-15,-35 18 9 16,-5-7-2-16,1-5-4 15,1-5-2-15,6-9 2 16,-2-4-1-16,6-3 0 0,-6-6-3 16,10-8-3-1,5-5 4-15,17-7-4 0,7-7 3 16,3 0 1-16,1 0-4 16,-7-7-7-16,-6-34 5 15,-2-9 2-15,10 0-5 16,5-2 0-16,4 13 1 15,0 16 1-15,0 12-2 16,28 11 1-16,13 0-6 16,23 0 10-16,11 27 8 15,2 9 5-15,-6 10 4 16,-7-4-6-16,-19 5-8 16,-2-10-1-16,-11-1-1 0,-4-9-1 15,-4-5 0 1,-11-8-18-16,6-7-8 0,-6-7-19 15,15 0-17-15,-24 0-28 16,11-12-7-16</inkml:trace>
  <inkml:trace contextRef="#ctx0" brushRef="#br0" timeOffset="140383.3989">22725 12691 145 0,'19'-26'84'0,"-19"26"-54"15,0 26 18-15,0 33 30 16,0 24-32-16,0 6-18 16,-24 1 3-16,-31 2-11 0,-5-6-14 15,-5-1-4 1,1-4-2-16,12-2-12 0,5-5-22 16,19-10-34-16,20-20-23 15,8-44-47-15</inkml:trace>
  <inkml:trace contextRef="#ctx0" brushRef="#br0" timeOffset="140752.0047">22793 13322 139 0,'48'-31'92'16,"-21"19"-64"-16,6 6 26 15,-1 2-13-15,-4 4-29 0,-5 0-7 16,-10 0-1-16,-4 16-2 15,-3 14 1 1,-6 7 11-16,0 5-5 16,-23 9-1-16,-29 7-5 0,-8-1 3 15,0 0-3-15,8-7 3 16,16-2 4-16,12-11 3 16,20-9-9-16,4-3 17 15,0-12-21-15,0-2 0 16,0-4 0-16,0 2 6 15,28-4 1-15,19-1 0 16,18-4 2-16,14 0-1 0,2 0 0 16,-1-4 7-1,-20-13-10-15,-28 8-4 0,-13-2-1 16,-19 7-23-16,0 4-21 16,-10 0-28-16,-31 0 54 15</inkml:trace>
  <inkml:trace contextRef="#ctx0" brushRef="#br0" timeOffset="141980.0541">9742 14526 116 0,'0'-30'100'15,"0"24"-75"-15,0 0 29 16,-19 6-1-16,-9 0-31 0,-9 0-11 16,-10 6-1-1,-17 32-4-15,-13 17 0 0,2 16 4 16,6 11 0-16,17 4-1 16,25-3-3-16,18-6-5 15,9-15-1-15,0-13-1 16,0-17 1-16,28-15 0 15,4-11 0-15,9-6 5 16,2 0 0-16,2-23 3 16,15-22 0-16,-2-13-4 15,0-7-4-15,4-2-2 16,-24-7-5-16,1-6-4 16,-22-8 1-16,-17-2 1 15,0 4 1-15,0 12 0 16,-32 24 6-16,4 26 2 0,7 16 2 15,1 8 5-15,12 0-6 16,1 25-1-16,7 38-16 16,0 21 16-16,0 11 2 15,22-3 1-15,16-7 5 16,7-16-5-16,-6-11 5 16,0-15-5-16,-3-12-2 15,1-16 4-15,-5-9-5 16,-4-6 0-16,-5 0 2 15,5 0 2-15,4-3 1 16,5-30 2-16,10-12-3 16,-11-10-4-16,-10 0-9 0,-15 13-6 15,-11 14-1-15,0 17 10 16,0 11 6-16,0 0 0 16,0 11-5-16,0 28 4 15,0 10 1-15,0 5 11 16,0-3 1-16,0-4-9 15,17-2 2-15,19-7-4 16,-1-7-1-16,14-6 0 16,-6-5-21-16,4-9-17 15,13-11-13-15,13 0-38 16,-43-16 53-16,0-13-70 16</inkml:trace>
  <inkml:trace contextRef="#ctx0" brushRef="#br0" timeOffset="143012.9551">11007 14687 141 0,'-4'0'102'16,"0"1"-87"-16,4 46 27 15,0 2-2-15,0 5-23 16,8-1-5-16,16-2 1 16,4-11 2-16,-4-11-7 15,-5-9-5-15,-2-9-1 16,-2-6-1-16,-2-5 0 15,10 0 0-15,5 0 1 16,9-36 7-16,10-13-8 16,-4-8-1-16,-9-2-10 15,-6 7 0-15,-13 9 2 0,-11 16 7 16,-4 13 1-16,0 14 3 16,0 0 10-16,0 0-13 15,0 26 0-15,0 18-3 16,0 3 3-16,0 0 2 15,0-5 0-15,0-12-1 16,0-10-2-16,0-10-4 16,0-7-21-16,0-3-15 15,13 0-18-15,11-11 21 16,4-24 22-16,4-4-19 16,-8-7-14-16,-1 2 14 15,-14 13 12-15,-1 12 23 16,-8 14 19-16,5 5 22 0,1 0-7 15,3 20-22-15,14 20 34 16,1 5-7-16,4-8 20 16,0-3-48-16,-7-9-1 15,-6-9-6-15,-6-6 26 16,-9-7-19-16,0-3 8 16,4 0 3-16,-4 0-3 15,6 0-5-15,3-3 0 16,4-23-4-16,10-12-4 15,10-5-5-15,3 1-1 16,0 13 0-16,-8 11-3 16,-8 11 0-16,-16 7-1 0,0 0-3 15,0 0-3 1,7 11 1-16,2 14 2 0,6 7-8 16,-1 1-1-16,5-5-3 15,5-3 12-15,4-8-27 16,-4-6 6-16,-4-11-34 15,-1 0 43-15,-6 0-14 16,-2-5 20-16,-2-20 13 16,-2-2 2-16,-7-8 1 15,-4-1 5-15,0 3 7 16,0 7 9-16,0 9 5 16,0 12 7-16,-10 5-6 15,-8 0-9-15,-1 5-20 0,0 35-1 16,2 7 0-1,-3 5 1-15,12-3 4 0,8-9 3 16,0-13-3-16,0-13-3 16,0-9 1-16,0-5-1 15,0 0 5-15,13 0-3 16,19-11 4-16,6-21 3 16,-1-4-9-16,-9-5-2 15,-5 5-3-15,-12 2 2 16,-11 12 1-16,0 9 2 15,0 11 7-15,0 2 11 16,0 0-18-16,0 0-2 0,0 26-12 16,2 13 10-1,24 3 2-15,8 5 2 0,18-5-2 16,16-8-16-16,20-15-17 16,9-19 5-16,10 0-36 15,-68-3-31-15,-3-24-103 16</inkml:trace>
  <inkml:trace contextRef="#ctx0" brushRef="#br0" timeOffset="143389.8547">13538 14592 23 0,'18'0'118'0,"9"20"-75"15,10 24 14-15,-5-1 7 16,-4-1-27-16,-9-3-19 0,-14-9-1 15,-1-7 4-15,-4-12-6 16,0-7-6-16,0-4 0 16,0 0-2-16,0 0 1 15,4 0 3-15,3 0 8 16,1-21 0-16,1-20-17 16,14-9-2-16,14-2-2 15,14-6-4-15,9 15 0 16,-8 11 0-16,-7 14 2 15,-7 13-1-15,-3 5 0 16,-16 0 0-16,5 5-2 16,-9 29 5-16,-2 9 1 0,-5 6 1 15,3 4-3-15,2-5-16 16,15-10-14-16,8-14 15 16,11-13-69-16,9-11 13 15,0 0 13-15,0-9-19 16</inkml:trace>
  <inkml:trace contextRef="#ctx0" brushRef="#br0" timeOffset="143690.5272">14540 14706 15 0,'0'-37'56'0,"0"5"-3"16,0 7-3-16,-13 15 4 15,-2 7 3-15,11 3-11 16,4 3-46-16,0 29 0 16,0 7 0-16,0-2 15 15,0-11 5-15,19-6 8 16,9-8-7-16,4-7-2 0,5-5-4 15,-1 0 2-15,3 0-1 16,-3-4-2-16,1-14-2 16,-5-7-5-16,-4-4-4 15,-9-3-3-15,-10-1 0 16,-9 0 0-16,0 7 0 16,-9 1 1-16,-38 5-1 15,-9 5-8-15,7 4 3 16,-7 11-2-16,9 0-11 15,6 0-6-15,5 5-23 16,8 25-12-16,-4 6-25 16,25-22-27-16</inkml:trace>
  <inkml:trace contextRef="#ctx0" brushRef="#br0" timeOffset="144267.0325">15151 14367 155 0,'-8'16'99'16,"8"6"-96"-16,0 14 12 16,21 13 37-16,18 1-29 0,-11-2-9 15,-3-10 3-15,-10-10-4 16,-6-9-3-16,2-8-1 16,-11-7 2-16,4-1-3 15,-4-3-7-15,0 0 3 16,4 0 3-16,-4 0 3 15,5 0 9-15,-5-26 6 16,0-13-3-16,0-11-19 16,0-6-3-16,19 2 1 15,9 3-1-15,13-1-1 16,10 8-1-16,-2 12 0 16,-1 11-13-16,-1 7-30 15,-7 14-24-15,-31 0-25 0,-5 0-46 16</inkml:trace>
  <inkml:trace contextRef="#ctx0" brushRef="#br0" timeOffset="145130.6704">15735 14528 93 0,'0'60'52'16,"0"-32"-14"-16,4-10 26 16,-4-9-25-16,4-4-7 15,-4-5-2-15,0 0-1 16,5 0-2-16,-1 0 5 15,0 0-5-15,0-5-6 16,11-22-8-16,-2-8-8 0,19-13-5 16,3 10-3-1,1 3-13-15,1 11 1 16,-5 17 0-16,0 7-1 0,2 0 2 16,-4 7 1-16,5 29 4 15,-10 5-14-15,-5 2 8 16,-1-5 15-16,-15-12-2 15,-4-6 1-15,0-9-3 16,0-8 4 0,0-3 5-16,0 0 12 0,5 0 6 15,-5 0 5-15,0-6-6 16,0-19-8-16,4-6-11 16,5-9-3-16,14 1-3 0,9 1-2 15,0 8 2 1,7 13 1-16,-11 5 0 0,0 12-1 15,-11 0-1-15,2 0 3 16,-2 5 1-16,-2 22 0 16,-2 9 0-16,2 8 0 15,-2 4-3-15,11-4-5 16,8-8-19-16,4-8-31 16,-3-18-12-16,14-10-5 15,-11 0 3-15,-4-6-6 16,-4-23 57-16,-13-7 21 15,-6 0 35-15,-5-11 1 16,-4-3 12-16,0 5-12 16,0 11 4-16,0 17 4 0,0 14 4 15,-4 3 6-15,-15 0-39 16,-3 30-15-16,-10 15 0 16,4 15 1-16,0-3 0 15,9-6 6-15,10-8 3 16,5-14-2-16,4-20-1 15,0-6-6-15,0-3 0 16,0 0 6-16,0 0 3 16,28-3-4-16,4-24 8 15,9-7-9-15,6-4-5 16,-10-2 0-16,-5 1-4 16,-4 11 3-16,-20 15 1 15,-4 12 0-15,-4 1 5 0,0 0 2 16,0 1-7-16,0 23-9 15,7 8 9-15,1 10 8 16,5-7-3-16,7-2-4 16,3-4-1-16,-1-8 0 15,1-7-13-15,1-5-15 16,4-8-12-16,12-1-16 16,12 0 3-16,-28-1-43 15,-1-22-41-15</inkml:trace>
  <inkml:trace contextRef="#ctx0" brushRef="#br0" timeOffset="145338.7882">17399 14013 24 0,'0'-43'260'16,"0"43"-224"-16,22 22-30 16,5 32 47-16,6 14 7 15,-10 5-21-15,-4 6-10 16,-6-1-3-16,-8 4-18 15,1-1-5-15,-6 0 0 16,0 0-3-16,0-4-6 16,0-3-29-16,0-7-37 15,0-56-19-15,13-7-97 16</inkml:trace>
  <inkml:trace contextRef="#ctx0" brushRef="#br0" timeOffset="146090.9977">18877 14741 94 0,'38'5'57'0,"-16"-5"5"15,6 0 17-15,-5 0-22 16,5 0-19-16,0-16-12 16,4-4-9-16,-4 1-10 0,-4-4-3 15,-1-1-1-15,-10-2 0 16,-4 2-1-16,-9-3 0 16,0 5 2-16,0 8 3 15,-4 9 3-15,-29 5 10 16,-3 0-19-16,-1 14-1 15,-10 33-6-15,11 6 6 16,4 4 2-16,8-5 4 16,15-7 1-16,9-10 1 15,0-1-1-15,0-10-5 16,5-9 2-16,27-3-1 16,4-7-3-16,12-5 0 0,-3 0-7 15,15 0-13-15,10-21-17 16,8-14-14-1,10-6-16-15,-9-5-3 0,-15 0-6 16,-17 3 14-16,-25 7 43 16,-22 14 19-16,0 9 37 15,0 9 27-15,0 4 21 16,-22 0-20-16,3 0-24 16,0 4-6-16,2 17 0 15,6 4-2-15,7 1 1 16,4 1-16-16,0 1-14 15,0-2 0-15,0-4 0 16,23 3-2-16,1-3 0 16,-1-2 0-16,-5-2-2 15,-8-3 0-15,-10-1 0 0,0-3-3 16,0 3-3-16,0 0 3 16,-28-1 3-16,-19 2 4 15,-8-8-1-15,-1 1-1 16,-4-5-2-16,0-3 0 15,10 0-6-15,12 0-12 16,10 0-6-16,15-11-14 16,13-7-17-16,0-13-9 15,0 15-20-15,0-4-91 16</inkml:trace>
  <inkml:trace contextRef="#ctx0" brushRef="#br0" timeOffset="146343.6165">19776 14023 220 0,'8'-16'122'0,"-4"16"-110"16,1 22 10-16,10 33-5 16,-2 20 16-16,6 10 3 15,-2 4-12-15,2 0-2 16,-4 4-5-16,-2-1 3 15,0-11-13-15,-6-1-4 16,-7-10-3-16,0-10-12 16,0-12-25-16,0-15-22 0,0-14 1 15,0-19-80-15,0 0-4 16</inkml:trace>
  <inkml:trace contextRef="#ctx0" brushRef="#br0" timeOffset="147153.0563">19557 14673 229 0,'-45'-36'90'16,"45"33"-29"-16,0 3-11 16,28 0-37-16,40 0-9 15,33 0 21-15,11 0 4 16,3 0-16-16,1 3-4 16,-9-3-4-16,-19 0-4 0,-19 0-1 15,-13 0-3-15,-24 0-8 16,-8-3 3-16,-16-8 3 15,-8-2 2-15,0 2 3 16,0 4 0-16,0 7 1 16,-19 0-4-16,-13 0-2 15,-5 20 2-15,-10 24 2 16,2 10 1-16,2-2 7 16,15-10 3-16,11-8-4 15,13-9-1-15,4-12-4 16,0-8-1-16,0-5-2 15,0 0 2-15,0 0 3 16,13 0-1-16,19-12 6 16,6-16-8-16,-1-3-8 15,-5 7 7-15,-4 7-2 0,-19 13 3 16,-9 4 0-16,4 0 5 16,-4 0-5-16,15 3-2 15,2 20 2-15,7 6 2 16,3-3-2-16,1-3-7 15,0-2-24-15,4-6-23 16,-8-12-7-16,8-3-7 16,-4 0-25-16,0-18 36 15,-11-12 14-15,2-8 21 16,-14-4 22-16,-5 3 15 0,0 4 5 16,0 10 34-16,0 17-6 15,0 8-13-15,0 0 3 16,0 2-26-16,0 35-8 15,0 7 23-15,4 0-4 16,7-9-13-16,-11-12-1 16,4-12 1-16,0-6-2 15,-4-5 0-15,9 0 2 16,2 0 11-16,-3-2 2 16,5-26-2-16,11-14-16 15,19-6-5-15,6-7-3 16,15-1-1-16,7 7 4 15,-7 11-1-15,-12 15 0 16,-24 16 1-16,-11 7 4 16,-2 0 1-16,-2 2 5 0,10 32 2 15,-10-1-2-15,-2 9 0 16,-11 5-6-16,0-5-3 16,0 0-1-16,0-8-23 15,0-12-17-15,-4-5-19 16,-11-17-22-16,2 0-84 15</inkml:trace>
  <inkml:trace contextRef="#ctx0" brushRef="#br0" timeOffset="147355.7288">20421 14279 340 0,'-8'-31'54'16,"8"0"-52"-16,47-4 40 16,17 6-25-16,0 8-17 15,1 14-11-15,-5 7-26 16,-41 0-28-16,-6 0-58 16</inkml:trace>
  <inkml:trace contextRef="#ctx0" brushRef="#br0" timeOffset="148130.4699">21697 14548 27 0,'11'-20'108'0,"-11"7"-64"16,0-3 11-16,0 1 24 15,0 1-27-15,0 4-10 16,0 9 0-16,0 1-12 15,-11 0-16-15,-21 1-12 16,-13 35-2-16,-6 16-9 16,-9 10 4-16,8 3 3 0,11-4 0 15,18-6 2 1,14-17 0-16,9-9 0 0,0-11 0 16,0-11 1-16,28-3 3 15,9-4 0-15,3 0 1 16,12-18 3-16,4-18-4 15,4-6-4-15,-5-6-7 16,1-4-2-16,-15-5-2 16,-9-7 1-16,-13-7 4 15,-10-7 3-15,-9-2 1 16,0 7-2-16,0 18 3 16,-4 24 1-16,-16 20 9 0,16 11 9 15,4 0 0-15,0 0-16 16,0 24-2-16,0 25 0 15,0 13 11-15,0 6-2 16,0 3-1-16,11-3 0 16,6 0-5-16,11-5-2 15,0-1-1-15,4-14-14 16,15-4-19-16,2-13-15 16,11-12-34-16,-40-19-34 15,3 0-93-15</inkml:trace>
  <inkml:trace contextRef="#ctx0" brushRef="#br0" timeOffset="148537.1567">22497 14484 178 0,'0'-36'131'0,"0"33"-77"16,0 3 9-16,0 0-17 16,-13 0-46-16,-29 32 2 15,-8 15 0-15,-1 2 8 16,-1 1-4-16,12 2 3 15,12-9-1-15,15-7-6 16,6-10-2-16,7-12-1 16,0-6 1-16,0-8-2 15,15 0-1-15,18 0 3 16,3-4-1-16,15-21-2 16,1-12-2-16,2 0-1 15,-3-6 2-15,-14 5 2 0,-10 12 2 16,-12 10 3-16,-15 10 10 15,0 6 21-15,0 0-3 16,0 0-15-16,0 3-16 16,0 19-4-16,5 9 2 15,-1 5 2-15,11 1 0 16,-2 0-19-16,6-5-19 16,3-6-1-16,6-7-26 15,10-12 14-15,11-7-22 16,11 0-10-16,-36 0 2 15,4 0-12-15</inkml:trace>
  <inkml:trace contextRef="#ctx0" brushRef="#br0" timeOffset="148736.1307">23113 14816 126 0,'8'0'151'16,"-8"0"-83"-16,0-12 12 0,-21-1 0 16,2-2-34-16,10-1-9 15,5-3-4-15,-3-1-2 16,7-2-7-16,0 0-7 15,0-1-11-15,11-8-5 16,30 0-1-16,10 1-1 16,-1-1 0-16,-3 13-4 15,-6 4-35-15,6 11-30 16,-6 3-13-16,-31 0-42 16,-5 0-16-16</inkml:trace>
  <inkml:trace contextRef="#ctx0" brushRef="#br0" timeOffset="148893.3623">23718 14765 300 0,'10'19'98'0,"3"-19"-53"16,15 0 48-16,4 0-29 16,1-8-44-16,-6-6-13 15,-12 12-7-15,-15-2-57 16,0 4-31-16</inkml:trace>
  <inkml:trace contextRef="#ctx0" brushRef="#br0" timeOffset="170986.1977">1673 17068 102 0,'7'9'136'0,"-7"-9"-100"16,0 0-19-16,0 3 37 15,0-3-15-15,0 0-18 16,0 0 5-16,0 0 11 16,0 0-8-16,0 0-5 15,0 0-5-15,0 0-11 0,0 0-4 16,0-8 1-16,0 4-3 15,0 2-2-15,0 0-6 16,0 2 2-16,0-3 0 16,0 3 3-16,12 0-3 15,-5 0 0-15,1 0-4 16,-5 0-10-16,-3 13-6 16,0 9 4-16,0-1 16 15,0 2 4-15,-11-7 0 16,-17-6 3-16,0-6 1 15,-6-4 5-15,4 0-2 16,-5 0-2-16,14-9 0 16,12-2 5-16,9 1 0 0,0-5-10 15,0 6-2-15,26-6-4 16,13 4 2-16,-3 8 1 16,-8 3 2-16,-19 0-3 15,1 0-8-15,-10 0-5 16,0 6 7-16,0 5 2 15,0-4 8-15,0-1 0 16,0-3 3-16,0-3 3 16,-19 0-1-16,-15 0-5 15,6 0-15-15,0-19-27 16,7-14-27-16,12 15-36 16,9 1-36-16</inkml:trace>
  <inkml:trace contextRef="#ctx0" brushRef="#br0" timeOffset="171413.447">1729 16504 244 0,'-28'-24'54'0,"26"9"-25"16,-5 0 23-16,7-1-12 15,0 3-30-15,0-2-10 0,0 2 0 16,28 8 0-16,7 2-3 16,-7 3 1-16,-7 0 0 15,-8 0-1-15,-5 6-1 16,-1 12-9-16,-7 0 2 16,0 2-1-16,0-2 8 15,0-3 4-15,-7-1 0 16,-20-8 6-16,-1-6 0 15,0 0 3-15,-4 0 7 16,4-6 2-16,11-11-2 16,4 1 3-16,6 0-3 15,7-2-10-15,0 0-6 16,0 0-1-16,9-2-2 0,10 12 3 16,-10 5-3-1,-9 3 1-15,0 0-17 0,10 0-29 16,-3 19-33-16,-5 0-33 15,-2 6-64-15</inkml:trace>
  <inkml:trace contextRef="#ctx0" brushRef="#br0" timeOffset="171894.9686">2372 17208 106 0,'5'15'113'0,"-1"-15"-79"0,-4 0 23 15,0 0 2-15,0-22-40 16,0 4-15-16,0-1 5 16,0 5 1-16,0 6-10 15,19 1-1-15,-2 6-3 16,3-2 0-16,8 3 3 15,-16 0-4-15,8 0 1 16,-5 9-1-16,-15 9-3 16,0 3 2-16,0 1 6 15,0-2 0-15,0-9 1 16,-28-6 2-16,-9-3 1 16,-1-2 4-16,-14 0 8 0,1-12 2 15,12-7-1-15,5-6 5 16,15 3-2-16,19 6-13 15,0-4-5-15,4 2-2 16,39-2 1-16,2 5-1 16,-13 1 3-16,-8 6 5 15,-9 8-6-15,-11 0-2 16,-4 0-1-16,0 0-3 16,0 0-25-16,0 30-18 15,0 6-13-15,0-21-51 16,0-1 36-16</inkml:trace>
  <inkml:trace contextRef="#ctx0" brushRef="#br0" timeOffset="172855.232">3745 16879 109 0,'7'0'35'16,"3"0"12"-16,7 0 29 16,-2 0-23-16,20-20-10 15,1-18-2-15,9-10-6 16,2-10-21-16,-10 2-8 15,-14 2-3-15,-14 4-2 0,-9 3 1 16,0 10-2-16,-9 7-3 16,-31 12-2-16,-10 11-2 15,-5 7-1-15,-8 34-2 16,-1 36 3-16,15 20 4 16,14 8 2-16,33-1 1 15,2-13 3-15,0-19 4 16,45-15 2-16,5-21-5 15,12-9-1-15,-4-9-1 16,6-11 2-16,3 0-4 16,6-11-2-16,6-36-15 15,-6-21-25-15,-11-16-30 16,-53 39-38-16,-9-5-32 0</inkml:trace>
  <inkml:trace contextRef="#ctx0" brushRef="#br0" timeOffset="173042.745">4247 15959 167 0,'-11'-61'103'16,"11"61"-80"-16,0 29-5 16,41 29 45-16,21 21 6 15,-4 11-34-15,-2 2-9 16,-7 0-7-16,-10 0-8 16,-13 4-9-16,-7-1-2 15,0-1-8-15,-2-4-30 16,11-13-33-16,7-23-16 15,-27-54-49-15,5 0-38 0</inkml:trace>
  <inkml:trace contextRef="#ctx0" brushRef="#br0" timeOffset="173531.6703">5264 16551 191 0,'30'0'70'0,"-24"22"-47"16,3 21 32-16,-5-5-30 15,5-6-17-15,-1-10-5 16,1-11 0-16,-9-7-2 16,8-4 0-16,-8 0 4 15,0 0 2-15,0-18 6 16,0-25 3-16,0-16-16 16,0-5-1-16,0 15-3 0,0 14 2 15,0 19-4-15,20 11 1 16,18 5-5-16,7 0 7 15,2 18-1-15,-10 19 0 16,-9 0 2-16,-5 0 2 16,-10-8-1-16,-8-9 0 15,-5-11 1-15,0-7 0 16,0-2 1-16,0 0 2 16,6 0 4-16,-2-11 2 15,1-20 5-15,3-13-14 16,7-3-2-16,9 9 0 15,-3 12 0-15,3 9 1 0,-5 12 1 16,-6 5 1-16,6 0 0 16,-2 0 4-16,3 19 5 15,-1 17 0-15,-4 5-4 16,-4-2-6-16,6 0-2 16,-6-9-7-16,14-15-10 15,-3-9-17-15,12-6-24 16,5 0-42-16,-22-17-27 15</inkml:trace>
  <inkml:trace contextRef="#ctx0" brushRef="#br0" timeOffset="173707.7939">6205 15942 226 0,'9'-7'73'15,"4"25"-68"-15,6 60 63 0,5 5-29 16,-1 3-24-16,1 7-3 15,-5-7-7-15,-10 5-2 16,-9-6-3 0,2-9-25-16,-2-12-16 0,0-60-30 15,0-4-90-15</inkml:trace>
  <inkml:trace contextRef="#ctx0" brushRef="#br0" timeOffset="174691.2354">6107 16459 178 0,'0'-4'15'0,"70"4"0"16,35 0 63-16,7 0-29 15,-1 0-24-15,-14 0-8 16,-28-5 3-16,-22 2-20 16,-24 3 1-16,-10 0-1 15,-13 0-10-15,0 0-8 16,0 33-3-16,0 13 21 15,0 6 2-15,5-1 11 16,1-4-12-16,3-10 6 16,-5-6-4-16,0-14-2 15,0-5-1-15,-4-9 0 16,7-3 1-16,-7 0 0 16,0 0 5-16,0 0 3 0,0-10 11 15,0-15-4 1,0-8-15-16,0-5 6 0,0-3-2 15,0-7-4-15,41-4-1 16,10 0-2-16,5 9 2 16,0 13-1-16,-22 11 0 15,0 13-2-15,-12 6-3 16,1 0-1-16,14 27 7 16,10 17 8-16,4 7 2 15,9 1 1-15,-10-2-1 16,-7-10-10-16,-11-10 3 15,-4-6-2-15,-13-13-1 0,-2-6 0 16,-7-5 1 0,-6 0 2-16,0 0 6 0,0 0 4 15,0-8 5-15,0-27-7 16,0-8-10-16,0-9-1 16,0-5-2-16,0 9-4 15,0 8-8-15,0 11-8 16,0 10-8-16,37 10-13 15,40 9-19-15,19 0 32 16,5 0-46-16,-2 0-16 16,-11 4 35-16,-15-4 6 15,-20 0 37-15,-23 0 14 16,-21 0 41-16,-9 0 34 0,0-6 27 16,0-2-42-1,-28 3-12-15,0 5 0 0,0 0-12 16,2 0-22-16,-1 0-14 15,-6 21 0-15,-1 23-2 16,4 4 2-16,2 5 0 16,13-4 2-16,7-10-2 15,8-6 1-15,0-13-1 16,0-12-2-16,0-5 0 16,27-3 0-16,6 0 0 15,-1-14 2-15,11-19 0 16,-7-14-3-16,-6-2 0 0,7 1 0 15,-18 8 2 1,-2 16 0 0,-10 12 1-16,-3 12 3 0,-4 0 13 0,0 0-7 15,0 0-8-15,4 28 1 16,9 9 0-16,-2-3 3 16,6 2-3-16,-2-5-2 15,-2-12-7-15,-11-5-7 16,6-12-12-16,1-2-15 15,6 0-8-15,13-7-25 16,4-33 11-16,-19 14-2 16,6-7-65-16</inkml:trace>
  <inkml:trace contextRef="#ctx0" brushRef="#br0" timeOffset="174888.6268">8414 15913 102 0,'0'-70'177'0,"0"70"-97"0,5 0-41 16,3 0 12-16,7 48-31 15,5 22-15-15,1 22 21 16,-4 13-17-16,-15 10-4 16,-2 0-1-16,0-9-4 15,7-14-1-15,6-27-28 16,10-17-13-16,-1-21-14 16,14-20-14-16,9-7-30 15,-34-14 5-15,6-21-23 16</inkml:trace>
  <inkml:trace contextRef="#ctx0" brushRef="#br0" timeOffset="175165.5034">8811 16441 52 0,'19'-26'133'16,"-19"26"-83"-16,0 15-34 0,0 20 16 15,0 8 15-15,15-3-26 16,7-7-4-16,6-9 8 16,0-8-3-16,0-6-3 15,-1-7-3-15,1-3-4 16,-4 0-5-16,4 0 0 15,4-7-2-15,-8-17-2 16,-5-13-2-16,-13 0-1 16,-6-7-1-16,0-4 1 15,0 4 3-15,-32 9-2 16,-4 7-1-16,6 18 3 16,-9 10-3-16,-12 0-4 15,-5 14-5-15,-4 25-17 0,0 11-6 16,8 7-23-16,44-36 3 15,3-4-3-15</inkml:trace>
  <inkml:trace contextRef="#ctx0" brushRef="#br0" timeOffset="176406.8877">11162 15836 39 0,'41'-30'116'15,"-22"25"-79"-15,-6-1 5 0,6 2 17 16,-12 4-11-16,-5 0-5 15,-2 0-5-15,0 0-5 16,0 0-5-16,0 0-4 16,0 0-3-16,0 0-6 15,0 0-5-15,0 0 2 16,-22 0-12-16,-34 2-1 16,-14 15 0-16,-14 2-3 15,-4-1-2-15,13-3 2 16,6 3 3-16,20-5-1 0,17 1 0 15,15-5 1 1,6-1-2-16,11-5 0 0,0-3-2 16,0 1-2-16,0 6 2 15,0 6 5-15,0 6 1 16,0 8 7-16,13 10-3 16,6 5 1-16,-2 10-2 15,1 7-1-15,-10 10-2 16,-8 5 1-16,0 5-2 15,0 4 1-15,0 1 1 16,0-6 0-16,-15 0-2 16,4-7 0-16,3-12 1 15,8-11-1-15,0-12 0 16,0-10 0-16,0-10 0 16,0-6 2-16,34-1 4 0,0-4 0 15,9 1 3-15,7-4 2 16,12 0 0-16,11 1 0 15,15-3 0-15,4 0 1 16,0 0-3-16,-4-11-1 16,-9 1-4-16,-18-4-2 15,-10 4 0-15,-19 2-2 16,-15 5 0-16,-10-2-2 16,-7 1-6-16,0-3-9 15,0-11-9-15,0-2-15 16,0-15-26-16,0-7-36 15,0 27-50-15</inkml:trace>
  <inkml:trace contextRef="#ctx0" brushRef="#br0" timeOffset="177055.4179">11923 16100 139 0,'11'-11'44'16,"-11"11"-12"-16,0 0 28 15,6 0-20-15,-6 0-11 16,0 0 8-16,0 0 6 16,0 0-9-16,0 6-5 15,0 29-6-15,-25 16-10 16,-12 17-4-16,-12 7-3 16,-7 5-5-16,-6-4-1 0,13-8-9 15,1-13-9-15,16-15-9 16,9-13-11-16,18-13-11 15,5-14-15-15,0 0-50 16,0-3-57-16</inkml:trace>
  <inkml:trace contextRef="#ctx0" brushRef="#br0" timeOffset="177255.7274">11604 16151 111 0,'6'0'186'15,"11"0"-171"-15,20 47 33 0,16 4 40 16,3 4-52-16,-6 1-15 16,-5-1-14-16,-7-7-5 15,-10-4-2-15,-11-3-10 16,-8-11-22-16,2-8-20 16,-11-10-18-16,0-12-26 15,0 0-61-15</inkml:trace>
  <inkml:trace contextRef="#ctx0" brushRef="#br0" timeOffset="177487.006">11462 15835 175 0,'0'-15'115'16,"4"15"-113"-1,80 0 40-15,17-2 47 0,6-6-47 16,-2 2-8-16,-17-3-5 16,-19 9-18-16,-18 0-10 15,-8 0-1-15,-6 0-30 16,-5 0-40-16,-32 6-51 16,0 3-78-16</inkml:trace>
  <inkml:trace contextRef="#ctx0" brushRef="#br0" timeOffset="177869.3481">12168 16271 189 0,'0'2'56'0,"0"2"-20"0,23 0 31 16,20 2-17-16,9 0-1 15,6-6-7-15,-3 0-1 16,-3 0-13-16,-1 0-8 15,-14 0-8-15,-1 0-6 16,-8 0-4-16,-8-6-1 16,-8 0-1-16,-7 4-21 15,-5-4-13-15,0-1-13 16,0-4-21-16,0 5-23 16,0 3 38-16</inkml:trace>
  <inkml:trace contextRef="#ctx0" brushRef="#br0" timeOffset="178597.2087">13088 15991 187 0,'6'0'35'0,"7"0"-31"15,7 3 27-15,-3 27 12 16,-2 5-27-16,-11 3-2 16,-4-3 2-16,0 1-6 15,0-4-7-15,-36 0 1 16,-7-8 1-16,2-3-4 15,4-13-1-15,10-8-3 16,-1 0 1-16,6 0 1 16,-3-32-4-16,7-9 3 15,5-3 1-15,13 6 1 16,0 3 3-16,0 7-2 16,20 7 5-16,36-1 1 0,10 8-1 15,13 4 8-15,18-2 5 16,-5 5 3-16,-4-2 2 15,-15 4-8-15,-13 2-12 16,-17 0-4-16,-15 3 0 16,-5 0-7-16,-5-4-23 15,-8 0-37-15,-10 1-51 16,0-5-104-16</inkml:trace>
  <inkml:trace contextRef="#ctx0" brushRef="#br0" timeOffset="179227.5086">12792 15742 187 0,'-9'0'80'0,"9"0"-47"16,0-14 8-16,15-15-8 0,26-5-22 16,15 0 6-16,0 0 1 15,-1 2-2-15,-5 6-10 16,-12 5-2-16,-16 11-2 16,-11 7-1-16,-11 3-1 15,0 0-3-15,0 0 2 16,4 13-5-16,13 17 6 15,17 7 3-15,3 0 0 16,4-2 1-16,6-4-4 16,-2-5 0-16,2-1-2 15,-6-1-23-15,-3 4-36 16,-33-20-46-16,-5 3 91 16</inkml:trace>
  <inkml:trace contextRef="#ctx0" brushRef="#br0" timeOffset="179483.2581">12738 16441 205 0,'0'0'29'0,"80"-7"18"15,23-18 22-15,15 1-30 16,10-1-13-16,-8 10 3 16,-8 0-4-16,-33 8-21 0,-19 7-4 15,-19 0-3-15,-22 0-33 16,-19 0-35-16,0 7-72 16</inkml:trace>
  <inkml:trace contextRef="#ctx0" brushRef="#br0" timeOffset="182596.1902">9991 3936 35 0,'0'-8'107'0,"0"3"-43"16,4 3 1-16,-4-2 3 15,0 2-20-15,0 2-6 16,0 0-7-16,0 0-9 16,0 0-11-16,0 0-14 15,15 13-1-15,4 31 0 16,3 12 2-16,-7 7-2 0,-7 3-2 16,-3-4-1-1,-5-13-4-15,6-14-2 0,-4-14 1 16,5-10 0-16,-3-11 1 15,-4 0 3-15,4 0 1 16,1 0 2-16,3-27 0 16,3-13 1-16,-2-17-3 15,-1-8-1-15,-8-11-1 16,0-5 1-16,0-9 2 16,0 3 2-16,0 8 1 15,-2 15-1-15,-9 21 1 16,3 22-1-16,8 17 0 15,0 4 4-15,0 0 0 0,0 0 0 16,0 0-4-16,0 0-3 16,0 0-1-16,13 0 4 15,42-4 0-15,14 2 4 16,19-1 0-16,8 3 0 16,20-6-2-16,6 1 2 15,-4-3-3-15,-10 0 0 16,-12-1 0-16,-21 5-1 15,-19 0 0-15,-24 2 0 16,-19-1 0-16,-13 3-5 16,0 0-16-16,0 0-16 15,0 0-31-15,0 0-48 0,0 0-5 16</inkml:trace>
  <inkml:trace contextRef="#ctx0" brushRef="#br0" timeOffset="183781.8147">16996 3690 21 0,'-9'-17'156'16,"9"9"-104"-16,0 6 3 15,0 2 25-15,0 0-30 0,0 0-22 16,0 0-5-16,0 0-6 16,0 27-17-16,0 29 1 15,24 12 8-15,8 4 3 16,0-11-10-16,-4-12 1 15,-6-13-2-15,-3-11-1 16,-11-12 0-16,3-8-1 16,-11-5-5-16,0 0-6 15,0 0 2-15,0 0 5 16,9-21-4-16,-5-18 5 16,5-18-4-16,-3-13 3 15,-6-15 1-15,0-9 2 16,0 0 2-16,0 3 0 0,-15 16 0 15,6 15 1 1,5 16 0-16,4 20 2 0,0 12 1 16,0 8 1-1,0 4 1-15,0 0-3 0,0-4 0 16,13 2-3-16,34 0 0 16,22-4 0-16,19 6 1 15,13 0 4-15,19 0 0 16,15 0 0-16,-2 0-3 15,6 0 2-15,-8 0 0 16,-17 0-1-16,-16 0-2 16,-29 0 0-16,-28-3 1 15,-18 0-1-15,-12 1 0 16,-11-2 0-16,0 4 2 0,0-2-3 16,0 2-12-16,0 0-18 15,-15 0-13-15,-41 8-7 16,20 4-70-16,-11-1-95 15</inkml:trace>
  <inkml:trace contextRef="#ctx0" brushRef="#br0" timeOffset="185638.8598">12831 16811 99 0,'4'-8'111'0,"-4"5"-71"0,0 3 15 15,0 0 17 1,0 0-24-16,0 0-14 0,4 0 2 16,-4 0-5-16,0 0-5 15,0 0-12-15,9 15-14 16,1 29 2-16,5 16-2 15,5 8 11-15,-5-5-7 16,0-12-3-16,2-10 0 16,-6-11 0-16,-3-13-1 15,1-12 0-15,-9-2 0 16,0-3 0-16,8 0-2 16,-8 0-6-16,3 0 2 15,5-19 1-15,1-19-3 16,1-16-6-16,-5-15-1 15,-1-12-9-15,-4-1-3 16,0 6 6-16,0 21 5 0,0 18 9 16,0 16 7-16,9 11-2 15,-5 6 2-15,-4 4 5 16,0 0 1-16,6 0 1 16,3 0 1-16,10 0-3 15,18 0-1-15,18 0 10 16,27 0-2-16,21 0-2 15,8 0-2-15,10-3 5 16,-12-5-1-16,-10 2-5 16,-22-5 2-16,-15 4-1 15,-21-1-8-15,-13 3 2 16,-20 2-2-16,-3 3-14 0,-5 0-5 16,0 0-14-16,-5 0-50 15,-18 0-38-15,-5 0-129 16</inkml:trace>
  <inkml:trace contextRef="#ctx0" brushRef="#br0" timeOffset="186157.8447">13270 16814 142 0,'-10'1'85'16,"10"5"-78"-16,0 11 20 15,0 4 13-15,0 13-27 16,10 9 27-16,7 1-2 16,-8 4-11-16,2-4-19 15,-7-5-2-15,0-8-3 16,3-12 0-16,-7-8 0 15,0-8 1-15,0-3 5 16,0 0-2-16,8 0 1 16,-3-3 4-16,10-24-5 15,2-9-7-15,0-1-1 0,11-2-1 16,0 10 1-16,4 5 0 16,0 5 0-16,7 1-1 15,-3 7 0-15,-8 4 2 16,-9 5 1-16,-10 2 1 15,-5 0 3-15,0 0-1 16,11 2-3-16,-6 23 7 16,4 5 5-16,-7 1-4 15,-1 1-3-15,-5 2-3 16,0-13-3-16,0-2-2 16,0-7-6-16,0-6-8 15,0 1-15-15,0-4-22 16,0-3-28-16,0 0-46 15,0 0-67-15</inkml:trace>
  <inkml:trace contextRef="#ctx0" brushRef="#br0" timeOffset="186869.1255">14439 16013 181 0,'-15'-8'62'0,"15"5"-44"16,0 1 47-16,0-1-25 15,0 0-27-15,0 3 4 16,0-6 18-16,0 3-7 16,26-5-9-16,23-5-4 15,16-1 2-15,3 3-9 16,7 4-3-16,-10 2 0 0,-10-1-5 15,-7 3 0 1,-12 3 0-16,-8 0-2 0,-11 0 1 16,-6 0-1-16,-7 0 0 15,-4 0 0-15,0 17 2 16,0 5 0-16,0 9 0 16,0 12 2-16,-23 9-1 15,-23 6 0-15,-5-1-1 16,0-2 0-16,5-7 0 15,8-4 0-15,6-7 0 16,15-7 0-16,2-8 0 16,15-4 0-16,0-5 0 15,0 2 2-15,0-5-2 16,0 1 5-16,0 3 0 0,23-5-3 16,1-2 2-16,4-1-1 15,-1-4 1-15,6 1 0 16,16-3 2-16,7 0-1 15,8 0 2-15,3-9-2 16,-18 0-3-16,-6-2-2 16,-11 2-1-16,-15 1-7 15,-6 6-13-15,-11-3-8 16,0-1-11-16,0-3-28 16,0 5-43-16,0-5-98 15</inkml:trace>
  <inkml:trace contextRef="#ctx0" brushRef="#br0" timeOffset="187104.0871">14519 16338 159 0,'0'0'92'0,"0"0"-66"15,64-3 54-15,13-5 3 16,11-3-44-16,4 2-8 15,-12 0-3-15,-12 1-9 16,-16 3-11-16,-16 1-8 16,-8 0 0-16,-4 0-14 15,-9 4-20-15,-2 0-23 16,-13 0-35-16,0 0-55 16</inkml:trace>
  <inkml:trace contextRef="#ctx0" brushRef="#br0" timeOffset="187866.8177">15540 16304 96 0,'19'-8'79'0,"-19"8"-43"16,0 0-2-16,0 0 5 16,0 0-23-16,0 24-5 15,0 14 26-15,0 5-12 16,-7 6-7-16,-25 2-7 16,-4 1-2-16,-9-5-2 15,-2-7-5-15,-1-4-2 16,16-13 2-16,4-7-2 0,11-10-2 15,13-4-4-15,4-2 3 16,0 0 3-16,0-12-4 16,0-23-11-16,0-12 3 15,0 0-3-15,0 7-1 16,28 11 11-16,-7 12 5 16,-6 11 1-16,-6 6 14 15,6 0 10-15,-7 0-12 16,12 0 1-16,1 18 5 15,3 11-2-15,4 0-1 16,-1 2-7-16,-7-7-4 16,-3-2-2-16,-2 0-2 15,-6-6-1-15,3-2-20 0,3-4-34 16,5-10-23-16,-16 0-41 16,5 0-60-16</inkml:trace>
  <inkml:trace contextRef="#ctx0" brushRef="#br0" timeOffset="188062.7387">15956 16249 242 0,'8'-18'101'16,"-8"18"-68"-16,0 1 30 16,0 38-28-16,0 14-16 15,0 16-5-15,-28 1-7 0,-17 4-3 16,-6-1-4-1,6 1-2-15,2-11-25 16,11-1-26-16,27-57-30 0,5-5-91 16</inkml:trace>
  <inkml:trace contextRef="#ctx0" brushRef="#br0" timeOffset="188414.7276">15975 16643 99 0,'36'-27'180'0,"-3"11"-149"16,7-2-2-16,7 5 36 16,-6 6-45-16,-9 7-8 15,-12 0-8-15,-12 0-4 16,-8 0-1-16,0 26-2 0,0 9-4 16,-13 12 2-16,-29 2 4 15,-4-2-2-15,10-4-6 16,8-12 7-16,5-2 2 15,14-10 1-15,3-12 7 16,6-1-2-16,0-5-1 16,0-1 5-16,0 0 4 15,0 0-4-15,0 0-2 16,15 0-2-16,17-3 2 16,4-13 2-16,-4 2-5 0,7-1-5 15,-11 5-7 1,-7 1-27-16,3 7-29 0,-24 2-48 15,0 0-128-15</inkml:trace>
  <inkml:trace contextRef="#ctx0" brushRef="#br0" timeOffset="188738.1088">16747 16369 165 0,'32'-24'154'16,"-23"24"-133"0,10 0-6-16,-2 0 31 0,3 2-18 15,-1 22-4-15,-6 9 1 16,0 10-6-16,-13 4-6 15,0 3-6-15,0 3-7 16,-9-5 0-16,-27-2-10 16,-1-8-11-16,5-8-10 15,4-5-8-15,9-9-9 16,-5-5-23-16,20-11-33 16,4 0-47-16</inkml:trace>
  <inkml:trace contextRef="#ctx0" brushRef="#br0" timeOffset="189106.3329">17948 15942 12 0,'15'-18'177'0,"-15"18"-99"0,0 0-15 16,0 0 8-16,0 24-32 15,-6 19-36-15,-20 15 17 16,-13 5-5-16,-6 0-4 15,-6 5-4-15,-9-2 2 16,-5-4-8-16,5-3-1 16,0-6-2-16,5-10-19 15,12-12-19-15,17-10-16 16,26-21-25-16,0 0-59 16</inkml:trace>
  <inkml:trace contextRef="#ctx0" brushRef="#br0" timeOffset="189351.2823">17436 16116 20 0,'4'0'124'16,"28"35"-74"-16,15 20 10 16,3-1 21-16,10 1-27 15,0-7-9-15,6-2-17 16,-6-10-1-16,-6-7-8 15,-3-7-7-15,-8-5-6 16,-6-4-4-16,-9-2-2 16,-5 0-5-16,-1-2-15 15,-7 3-20-15,-3 0-18 0,-12-1-15 16,0-11-54-16</inkml:trace>
  <inkml:trace contextRef="#ctx0" brushRef="#br0" timeOffset="189637.4099">17360 15829 206 0,'0'-11'30'16,"15"11"-4"-16,50 0 53 0,14 0-38 0,3 0-15 16,6 0 3-16,-9 2-8 15,-10 2-8-15,-9-4-8 16,-9 0-4-16,-8 2-1 16,-11-2-20-16,0 3-30 15,-32-3-31-15,0 2-66 16</inkml:trace>
  <inkml:trace contextRef="#ctx0" brushRef="#br0" timeOffset="190086.8982">18336 16112 231 0,'0'-31'80'0,"0"23"-40"16,0 6 48-16,0 2-30 15,0 0-40-15,5 0-5 16,1 0 3-16,7 12-9 16,0 21-6-16,10 8 12 15,-3 8-1-15,-3 5-8 16,2-2-2-16,-10 2-2 15,1-4-12-15,-10-5-13 16,0-6-11-16,0-10-10 16,0-7-9-16,0-10-18 15,0-12-54-15,-4 0-63 0</inkml:trace>
  <inkml:trace contextRef="#ctx0" brushRef="#br0" timeOffset="190327.6561">18176 16323 143 0,'-5'-8'122'0,"5"5"-89"15,9 3-4-15,55-3 37 16,15-2-30-16,9-1-15 16,-4-2 1-16,-2-1 1 15,-3-1-16-15,-15 0-4 16,-8 2 1-16,-9-2-4 0,-10 4 0 15,-1 0-9-15,-8-2-18 16,-4 2-20-16,-7 1-22 16,-17 5-44-16,0 0 58 15</inkml:trace>
  <inkml:trace contextRef="#ctx0" brushRef="#br0" timeOffset="191241.1542">19420 15893 189 0,'4'-2'80'0,"-4"2"-25"16,4 0 9-16,0 0-22 15,16 0-35-15,-3 33-6 16,2 7 29-16,-6 6-8 16,-7 0-12-16,-6-2-6 15,0-1-2-15,-15-2-2 16,-25-6-5-16,-8-5-8 16,12-8-10-16,4-8 3 15,8-9 4-15,5-5 1 0,2 0 6 16,2 0-6-1,-2-29 0-15,2-9 0 0,2-17 9 16,13-1-8-16,0 0 7 16,0 13-1-16,0 15 7 15,0 15 1-15,0 8 6 16,0 2 4-16,17 3 5 16,17 0 5-16,7 0-1 15,10 0-4-15,10 0 3 16,7 0 5-16,5 0-4 15,2 0-1-15,-2 0-5 16,-2-5 0-16,-7-1-1 16,-4-1-6-16,-13-4-6 15,-14 3-6-15,-12-1-18 16,-10 1-21-16,-11 3-26 0,0 2-36 16,0-3-79-16</inkml:trace>
  <inkml:trace contextRef="#ctx0" brushRef="#br0" timeOffset="191731.512">19081 15647 112 0,'0'-13'102'15,"0"1"-58"-15,10-7-5 16,31 1 21-16,11-2-43 16,3-3-10-16,5 3 0 15,-6-3-3-15,2 3-4 0,-13 3 0 16,-11 5 0-16,-19 11-1 16,-9 1 1-16,-4 0 0 15,0 0-1-15,6 7 0 16,7 23 1-16,7 6 19 15,1 0-9-15,7-5-1 16,4 0-3-16,2-7-2 16,-6-3-2-16,4-2-2 15,1-2 0-15,-5 3-37 16,-24-18-34-16,0 1-13 16</inkml:trace>
  <inkml:trace contextRef="#ctx0" brushRef="#br0" timeOffset="192254.9943">18757 16421 136 0,'0'2'16'0,"0"2"16"16,32-1 15-16,34-3-14 15,16 0 2-15,21 0 4 16,2 0-4-16,11 0-4 0,0 0-10 15,-1-3-3-15,-3-1-5 16,-1-3-7-16,-10 3-1 16,-8-2-1-16,-25 1-3 15,-16 1-1-15,-29 0-2 16,-18 4-18-16,-5 0-21 16,0 0-22-16,-18 0-45 15,-16 0-106-15</inkml:trace>
  <inkml:trace contextRef="#ctx0" brushRef="#br0" timeOffset="192802.0642">18564 16888 120 0,'0'37'72'16,"0"-1"-15"-16,8 7 6 15,16 3-15-15,4-3-39 0,4-1-7 16,0-7-2-16,-8-16 1 15,-7-7-1-15,-6-12-1 16,-7 0 1-16,9 0 0 16,6-26 2-16,9-15-2 15,4-10-5-15,-8-10-30 16,-7-4-8-16,-11-4 6 16,-6 2-18-16,0 16 14 15,0 14 41-15,0 17 5 16,0 9 18-16,0 11 20 15,0 0-7-15,0 0-22 16,0 0-8-16,0 0-2 16,45 0 11-16,15 0 14 0,15 3-8 15,18 3-3 1,7-4-1-16,21-2-1 0,9 0-2 16,3 0 11-16,-12-11-8 15,-29-5-15-15,-32 3-2 16,-28 5-19-16,-21 5-6 15,-11 3-22-15,0 0-6 16,-39 0-18-16</inkml:trace>
  <inkml:trace contextRef="#ctx0" brushRef="#br0" timeOffset="193280.9642">19160 16917 132 0,'0'13'66'0,"0"4"-22"16,19 10 17-16,-10 8-20 16,-1 6-31-16,-3 2-8 15,-5-5 1-15,0-5-3 16,0-14-5-16,0-12 0 15,0-3 2-15,0-4 3 16,0 0 0-16,4-11 8 16,11-22-7-16,9-13 1 15,4-3-2-15,12 3 0 16,7 6 0-16,-6 9-2 16,-4 12 2-16,-5 7 0 0,-4 7 8 15,0 4 2-15,-1 1 1 16,1 0-5-16,5 0 0 15,-6 5 2-15,-3 16 1 16,-5 13 0-16,-6 3 1 16,-9 0 6-16,-4 11 10 15,0-6-20-15,0-1 1 16,0-6-2-16,0-10-5 16,0-8-3-16,0-3-17 15,-8-3-17-15,-1-6-11 0,3-3 3 16,6-2-86-16,0 0-76 15</inkml:trace>
  <inkml:trace contextRef="#ctx0" brushRef="#br0" timeOffset="194377.2778">20428 15799 94 0,'-24'2'142'16,"24"-2"-94"-16,0 0-4 15,0 0 24-15,0 0-28 16,0 0-28-16,13 0-7 16,34 0 5-16,22 0 9 15,10 0 2-15,-2 0-14 16,-2 0 2-16,-19 0-3 15,-19 0-5-15,-14 9-1 16,-19 5-4-16,-4 6-1 16,0 16-2-16,-4 11-3 15,-43 7 9-15,2 3-2 16,-7-3 3-16,12-3 0 0,1-2 1 16,3-4 1-16,8-3-2 15,11-5 0-15,2-1 2 16,15-9 0-16,0-5-2 15,0-8 0-15,0-6 0 16,15-5 1-16,25-3 3 16,8 0-1-16,5 0 1 15,-1-5-4-15,-1-15-1 16,-19 1-8-16,-12 6-16 16,-12-4-16-16,-8 14-19 15,0-1-78-15</inkml:trace>
  <inkml:trace contextRef="#ctx0" brushRef="#br0" timeOffset="194595.2862">20385 16194 91 0,'0'-5'186'15,"0"0"-147"-15,36 0 11 16,39-5 44-16,13 5-58 15,4-1-13-15,1 2 2 16,3 4-11-16,3 0-14 16,-11 0-3-16,-11 0-36 15,-2 0-29-15,-71 0-41 0,5 0-50 16</inkml:trace>
  <inkml:trace contextRef="#ctx0" brushRef="#br0" timeOffset="194960.7158">21457 16138 159 0,'0'0'115'0,"0"0"-103"15,0 11 30-15,0 21 20 16,-8 10-37-16,-20 1-15 16,-13 0 3-16,-6 6-10 15,-13-6-3-15,4-5 0 0,11-7-16 16,2-12-13-16,26-12 4 15,2-3 4-15,15-4-2 16,0 0 10-16,0-11 1 16,0-26 12-16,0 0 0 15,0-1 0-15,0 8 7 16,0 10 1-16,0 16 7 16,0 4-8-16,0 0 7 15,0 0 4-15,15 11-16 16,2 10 12-16,11 6-5 15,-5 0-1-15,5-2-6 16,-4-4 1-16,-3-6-3 0,-1-8-5 16,12-7-25-1,-24 0-32-15,12 0-73 16</inkml:trace>
  <inkml:trace contextRef="#ctx0" brushRef="#br0" timeOffset="195141.2945">21792 16164 224 0,'0'10'50'0,"0"28"26"15,0-1-3-15,-20 7-34 16,-3 1-28-16,-9 2-5 16,-5 2-6-16,-6 0-7 15,7-3-38-15,19-36-48 16,10-5-64-16</inkml:trace>
  <inkml:trace contextRef="#ctx0" brushRef="#br0" timeOffset="195459.8281">21764 16483 168 0,'36'-22'96'0,"-8"11"-56"15,4 2 10-15,-4 5-15 16,-11 1-26-16,-6 3-9 15,-7 0-1-15,-4 0-2 16,0 5-6-16,0 19-1 16,0 9 5-16,-23 4 5 15,-9-4 1-15,-1 1-1 0,6-7 0 16,14-9 2-16,2-4 6 16,11-8-4-16,0-1-2 15,0-2 5-15,19-3 3 16,18 0-3-16,14 0 0 15,1 0-3-15,-3-11-4 16,2-14-7-16,-10-2-15 16,-2-8-18-16,-39 22-58 15,0-5-123-15</inkml:trace>
  <inkml:trace contextRef="#ctx0" brushRef="#br0" timeOffset="195952.1255">21912 15692 28 0,'0'-24'229'0,"0"10"-174"16,49-1-35-16,35-4 51 15,-1 6-31-15,1 2-15 16,-11 1 4-16,-22 6-1 15,-14 4-22-15,-13 0-4 16,-12 0-2-16,-5 0-1 0,-3 0-2 16,-4 0-1-16,4 21 1 15,-4 20 3-15,0 3 3 16,0 13 12-16,0 8-5 16,-8 5-4-16,-11 11-1 15,10 7-2-15,3 6 1 16,6 5 5-16,0 0 10 15,0 5-3-15,0-5-8 16,0 0-1-16,6-7-4 16,-6-13-2-16,0-11 0 15,0-12-1-15,0-9 1 16,0-10 0-16,-15-6-1 16,-13-7 0-16,-8-3 0 15,-12-2 0-15,-5 4 3 16,-14-2-2-16,-10 3 1 0,2-6-2 15,6 2-2-15,1-6-5 16,1-5-12-16,-6-2-36 16,45-7-23-16,-8 0-32 15</inkml:trace>
  <inkml:trace contextRef="#ctx0" brushRef="#br0" timeOffset="196838.0778">2212 17898 156 0,'-15'-26'68'0,"15"21"-55"16,-7 5 48-16,1 0-5 15,-3 0-34-15,-10 0 9 16,-18 0 1-16,-10 29-15 16,-15 22-11-16,-2 21 4 15,6 7 2-15,15 2-6 16,15-7-1-16,24-11-5 15,4-13 0-15,0-11-3 16,19-14-5-16,30-7-30 16,13-16-4-16,5-2-16 0,-39-5-19 15,6-25-62-15</inkml:trace>
  <inkml:trace contextRef="#ctx0" brushRef="#br0" timeOffset="197106.9945">2278 18211 83 0,'-4'61'27'0,"4"-6"4"16,0-13 15-16,43-15-27 15,6-11-2-15,-2-8-5 16,-4-8 6-16,-13 0-2 16,4 0 1-16,-14-8 2 15,1-22-5-15,-6-6-7 0,-13-1-7 16,-2-6 0-16,0-3-3 15,-10-9 0-15,-44 3 3 16,-10 9 3-16,-1 13-3 16,3 17 0-16,17 13 0 15,13 3-26-15,19 43-18 16,13-17-32-16,0 1-16 16</inkml:trace>
  <inkml:trace contextRef="#ctx0" brushRef="#br0" timeOffset="197474.2166">2679 18369 0 0,'2'36'38'16,"-2"-26"-12"-16,0-7 16 16,0-3 4-16,7 0-4 15,-7 0 4-15,0-3 3 16,0-25-12-16,0-7-22 15,0-5-6-15,0-8-3 16,8-2-1-16,14 1 2 16,14-3 1-16,9 3 5 15,-6 12-3-15,-1 12 9 16,-25 15 0-16,-4 10-11 16,-9 0-8-16,0 0-3 15,6 32-5-15,3 24 6 16,-5 19 1-16,5-2 1 0,-3-9-2 15,-4-11-3-15,13-16-6 16,-4-12-3-16,2-12-15 16,2-7-9-16,-2-6-18 15,10 0-2-15,-18-11-9 16,3-14-62-16</inkml:trace>
  <inkml:trace contextRef="#ctx0" brushRef="#br0" timeOffset="197683.4358">3149 17569 130 0,'-22'-41'195'0,"16"41"-159"15,6 2-3-15,0 55 13 16,0 24-35 0,0 20 16-16,28 3-14 0,0-2-3 15,-11-7-8-15,2-9-1 16,-10-8-1-16,-3-11-11 15,-6-10-19-15,0-8-30 16,0-49-23-16,0 0-78 16</inkml:trace>
  <inkml:trace contextRef="#ctx0" brushRef="#br0" timeOffset="198030.3138">2898 18268 122 0,'-13'-20'137'0,"13"15"-135"0,60-2 23 16,32-9 52-16,7-1-48 16,-13 4-7-16,-11 3-7 15,-19 10-15-15,-11 0 0 16,-9 0-21-16,-4 12-15 16,-4 24-27-16,-2 4 5 15,-18-4 14-15,-8-6 22 16,0-6 9-16,0-8 13 15,0-8 15-15,0-3 12 16,0-5 4-16,0 0-1 0,-15 0 7 16,3 0 0-1,-3-13-12-15,-5-16-9 0,-1-15 0 16,-3-4-7-16,9-5-9 16,15 3-4-16,0 5-14 15,0 13-20-15,39 8-32 16,-18 24-38-16,5 0-33 15</inkml:trace>
  <inkml:trace contextRef="#ctx0" brushRef="#br0" timeOffset="198793.2054">3743 18095 83 0,'0'0'42'0,"0"0"27"16,0 0 8-16,0 0-45 0,0 0-18 15,0 0 2 1,0 0-7-16,0 13-9 0,0 17-16 15,0 11 14-15,0 3 2 16,0-3 1-16,0-13-1 16,0-5 0-16,0-12-7 15,2-11-7-15,15 0 7 16,0 0-1-16,-2 0 7 16,7-25 1-16,-1-10-3 15,5-11-3-15,-7 2-9 16,5 9-1-16,-9 11-8 15,-6 15 9-15,-5 9 8 16,0 0-15-16,0 38-3 16,11 6 19-16,5 2 6 15,-12-5 51-15,12-12-50 0,-16-13 2 16,4-7 35-16,-3-9-33 16,-5 0 4-16,4 0 19 15,-4 0-10-15,11-16 15 16,6-22-11-16,7-11-20 15,6-5-2-15,6-1 0 16,5 3 0-16,2 6 0 16,-13 20-1-16,-2 8 1 15,-13 18 1-15,-5 0-1 16,-1 25-8-16,-7 29-1 16,4 12-21-16,-1-1 3 15,3-15 1-15,1-16 13 0,10-17 11 16,-6-15 2-16,0-2-1 15,-2 0 1-15,8-2 12 16,2-26 14-16,14-8-18 16,-1-1-6-16,-12 2-2 15,-1 0-2-15,-2-2 0 16,-4 6 2-16,-6-1 8 16,-5 7 16-16,-4 10-5 15,0 10 8-15,0 5 0 16,0 0-14-16,0 0 4 15,-4 24-17-15,-20 10 0 16,5 3 7-16,10 4 8 0,5-3-1 16,4-1-5-16,0-4 0 15,0-6-3-15,0-6-6 16,0-13 0-16,19 4 0 16,3-8-1-16,21-2-1 15,13-2 0-15,27 0-1 16,29 0-4-16,14-2-28 15,-70-7-44-15,-5-2-60 16</inkml:trace>
  <inkml:trace contextRef="#ctx0" brushRef="#br0" timeOffset="199207.8663">5991 17907 170 0,'-17'-18'94'16,"2"14"-42"-16,2 4 30 16,-9 0-32-16,-6 0-39 15,-6 13-10-15,-2 29-1 16,-1 13-2-16,-2 6 2 16,18 0-1-16,6-13 1 15,11-15-4-15,4-15 3 16,0-10 1-16,0-8-4 15,0 0-3-15,0 0-2 16,19 0 2-16,13-32 4 16,5-14-6-16,-3-5 2 0,-4-9-2 15,-4 9 5-15,-11 10 4 16,-2 14 1-16,-11 21 19 16,-2 6 21-16,0 0 4 15,0 0-37-15,0 13-8 16,0 23-6-16,13 13 6 15,10 5 5-15,9-5-3 16,-8-1-2-16,4 2-20 16,0-5-26-16,-20-31-26 15,10-5-64-15</inkml:trace>
  <inkml:trace contextRef="#ctx0" brushRef="#br0" timeOffset="199948.6125">7411 18401 172 0,'-3'11'85'16,"3"-11"-22"-16,0 0 19 0,0-14-8 16,0-24-45-16,9-10-4 15,21-21 1-15,9-12-7 16,6-17-11-16,2-13-6 16,-6-6-1-16,-5 4-1 15,-2 17-8-15,-16 28 0 16,1 32 5-16,-15 28 2 15,-4 8-1-15,0 0-5 16,13 18-7 0,6 27-1-16,9 16 13 0,0 6 2 15,0-2 2-15,-9-1-1 16,1-10 0-16,-8-5 0 16,-3-10-1-16,6-6 0 15,-6-13-1-15,4-12-10 16,-5-8-5-16,11 0-13 0,9-6-1 15,-2-34-9 1,4-17 14-16,4-19-17 0,-14-9-19 16,-12-4 0-16,-6 6 14 15,-2 25 40-15,0 22 7 16,0 23 36-16,0 13 16 16,0 0 10-16,0 0-28 15,0 0-26-15,0 0-3 16,5 27 0-16,8 14 23 15,-5 16 13-15,-1 4-14 16,-3 11-2-16,0-7-5 16,3 0-7-16,1-10-1 0,1-9-1 15,1-11-5-15,-1-14-3 16,0-5-2-16,-1-8 0 16,1-2-1-16,-7-6-1 15,-2 0-1-15,0 0-3 16,0 0-3-16,4 0-3 15,-4 0-7-15,0 0-13 16,0 0-9-16,9 0-12 16,-9 0-26-16,0 0-65 15</inkml:trace>
  <inkml:trace contextRef="#ctx0" brushRef="#br0" timeOffset="200474.0639">9622 17723 187 0,'-19'-9'74'16,"10"9"-37"-16,-2 0 31 15,3 0-15-15,-1 0-34 16,-19 0-6-16,-4 34-2 16,-15 9-11-16,2 8 2 15,6 1 14-15,11 0-8 16,11-2-1-16,17-3 1 0,0-6-7 15,0-12-1-15,45-7-11 16,22-11-5-16,16-11-6 16,3 0-18-16,15-18-19 15,-22-23-22-15,5-8-22 16,-24-1 7-16</inkml:trace>
  <inkml:trace contextRef="#ctx0" brushRef="#br0" timeOffset="200731.2211">10006 17872 6 0,'0'-23'83'0,"0"10"-11"16,0 12-2-16,-24 1-4 15,1 1-36-15,-1 32-30 16,11 12 0-16,13-2 3 16,0-4 5-16,0-8 1 0,0-9 0 15,24-11-7-15,4-7 6 16,0-4 4-16,4 0 0 16,0 0 5-16,0-26 2 15,-4-6-9-15,0-6-7 16,-11-2-3-16,0 1-2 15,-17-2-3-15,0 3 3 16,0-3-4-16,-26 9-2 16,-6 5-14-16,4 6-8 15,5 13-14-15,10 8-18 16,13 0-22-16,0 0-50 16</inkml:trace>
  <inkml:trace contextRef="#ctx0" brushRef="#br0" timeOffset="201021.0133">10006 17872 41 0,'193'100'53'16,"-185"-84"-5"-16,3-5 8 0,-11-2-18 16,7-7-17-16,-7-2-5 15,0 0 3-15,0 0-5 16,0 0 1-16,6-2 10 16,7-31 0-16,6-7-22 15,13-6-3-15,11 5-3 16,-6 11-5-16,-9 14 6 15,-15 13 2-15,-3 3 8 16,-1 0 7-16,-1 0-5 0,7 0 9 16,3 13 2-16,1 11 5 15,0 9-2-15,-6 2-13 16,6 12-6-16,9 4-4 16,4 3-1-16,7 7-24 15,10-13-41-15,-32-37 9 16,3-8-81-16</inkml:trace>
  <inkml:trace contextRef="#ctx0" brushRef="#br0" timeOffset="201419.844">9553 17804 97 0,'-23'-11'87'0,"18"11"-48"16,5 0 10-16,0 0-16 16,0 0-33-16,0 17-13 15,0 9 13-15,0 10 1 16,0 2-1-16,9 3-14 15,4-28-33-15,6 0-57 16</inkml:trace>
  <inkml:trace contextRef="#ctx0" brushRef="#br0" timeOffset="202032.6835">12035 17907 96 0,'-24'-9'114'16,"20"9"-77"-16,4 12-16 16,0 37 10-16,0 13 0 15,0 12-5-15,4 0-6 0,20-1-2 16,-5-6-8-16,-2-7 0 16,-6-11-9-16,-2-9 3 15,-1-16-4-15,-8-9 0 16,0-11 0-16,0-4-7 15,0 0-4-15,0 0-3 16,0-11 12-16,0-29-3 16,0-16 3-16,0-23 1 15,0-16 1-15,0-6-1 16,0 9 2-16,9 22-1 16,25 20 1-16,7 15 8 15,10 11 2-15,5 5 0 16,4 2-5-16,-6 11 2 0,-3 6 8 15,-14 0-2-15,-9 0-4 16,-18 18-10-16,-10 19 1 16,0 16 2-16,-19 5 4 15,-45 5-5-15,-11 0-2 16,-3-9-7-16,3-8-3 16,7-10-1-16,16-16-4 15,24-10-19-15,15-10-5 16,13 0-15-16,0-18-62 15,0-12-35-15</inkml:trace>
  <inkml:trace contextRef="#ctx0" brushRef="#br0" timeOffset="202521.9029">12580 18027 23 0,'38'24'97'15,"-38"-5"-81"-15,0-9 6 16,0-6 43-16,0-1-33 15,0-3-5-15,0 0 16 16,0 0-9-16,0-11-12 16,0-19-14-16,-6-8 7 15,6 0-12-15,0-5-3 16,0-1-3-16,43 9-2 16,17-1-4-16,4 12-10 15,-4 7-3-15,-6 9 4 0,-18 8 7 16,-16 0 5-1,-14 0 3-15,-2 0-2 0,-4 17 5 16,0 9 6-16,0 10 13 16,0 2-9-16,-23 0-1 15,10-3-4-15,-2-4-2 16,11-7 0-16,4-8-3 16,0-5-2-16,0-6 1 15,10-5 1-15,27 0 3 16,8 0-1-16,6-21-2 15,1-10-4-15,-3 0-6 16,-6 1-4-16,-24 1 2 0,-6 3 5 16,-13-1 7-1,0 0 9-15,0 0 8 0,-19 5 1 16,-13 6-4-16,-5 7-9 16,14 7-5-16,-5 2-14 15,6 0-23-15,16 11-55 16,2 5-111-16</inkml:trace>
  <inkml:trace contextRef="#ctx0" brushRef="#br0" timeOffset="202985.4248">13639 17340 240 0,'4'-43'55'0,"-4"43"-19"15,0 0 13-15,15 38-49 16,-2 30 7-16,7 19-7 16,-7 10 5-16,-13 1-3 15,0-9-2-15,0-8-14 16,-5-18-3-16,-18-19 5 16,5-20-4-16,8-14 5 15,5-10 0-15,5 0-2 16,0-1 4-16,0-30 8 15,0-10-16-15,33 1 11 16,3 2 1-16,11 3 4 16,-6 13-2-16,-2 5 3 0,-3 12 3 15,-4 5 7-15,-2 0 5 16,-2 0 3-16,-11 0-5 16,-4 18-3-16,-13 10-6 15,0 5 4-15,0 5 6 16,-28-3-4-16,-19 0-2 15,-11-4 2-15,-4-7 6 16,-2 0-2-16,-5-10-3 16,13-4-3-16,5-6-8 15,19-4-1-15,14 0-20 16,12-4-18-16,6-9-41 16,0-3-37-16</inkml:trace>
  <inkml:trace contextRef="#ctx0" brushRef="#br0" timeOffset="203407.5015">14431 17731 184 0,'0'-3'43'0,"-28"3"-32"15,-9 0 56-15,-6 16-30 16,7 14-35-16,-1 8 0 15,-1 4 11-15,1 2-3 16,1 1-5-16,8-7 1 0,22-6 3 16,6-10-4-1,0-8-5-15,0-9-4 0,23-5-5 16,20 0 0-16,9-8-9 16,8-21-4-16,-5-11-10 15,-10 3 10-15,3-5 16 16,-16 11 6-16,-15 0 7 15,-2 13 24-15,-15 12 9 16,0 6 11-16,0 0-2 16,0 0-13-16,0 0-17 15,0 6-7-15,0 21-11 16,0 8 2-16,0 6-2 16,0 0 0-16,0-4-1 0,0 2-14 15,0 1-30 1,36-5-33-16,-16-26-66 0,1-9 13 15</inkml:trace>
  <inkml:trace contextRef="#ctx0" brushRef="#br0" timeOffset="203713.3978">15908 17383 99 0,'0'-16'199'0,"0"16"-170"15,0 0-10-15,-8 0 49 16,-9 36-41-16,-18 18-6 0,-10 12 3 16,-6 8 4-16,6 0-12 15,-2-1-5-15,19-2-6 16,15-8-4-16,13-9-1 15,0-2-3-15,0-12-8 16,49-8-12-16,18-8 1 16,6-13-32-16,10-11-5 15,-51 0-52-15,-8-11-47 16</inkml:trace>
  <inkml:trace contextRef="#ctx0" brushRef="#br0" timeOffset="203917.7362">16376 17544 257 0,'4'-29'74'16,"1"29"-61"-16,5 7 34 15,3 30 0-15,-2 18 6 16,2-1-16-16,-5 3-4 16,-1-2-19-16,1-6-10 15,-3-6-3-15,-1-1-1 16,5-9-24-16,1-3-37 15,-5-30-36-15,-1 0-47 16</inkml:trace>
  <inkml:trace contextRef="#ctx0" brushRef="#br0" timeOffset="204103.3181">16792 17714 224 0,'15'-15'212'0,"-2"8"-184"15,30-4-6-15,17 1 20 16,13-4-27-16,15 1-10 16,-5 0-5-16,-5-4-6 15,-3 5-47-15,-2 3-42 16,-54 5-42-16,-4 2 65 16</inkml:trace>
  <inkml:trace contextRef="#ctx0" brushRef="#br0" timeOffset="204487.092">17768 17455 63 0,'0'0'256'16,"0"0"-214"-16,0 16-4 15,-9 32 49-15,-42 11-58 16,-9 13-13-16,-13 3 3 16,-2-4-1-16,6-8-13 15,13-8-5-15,14-22 0 16,20-12 0-16,3-14-16 15,10-7-16-15,-1 0-9 16,10-3-2-16,0-31-21 16,0-10 21-16,0-14-2 0,0-9 6 15,0 4 9-15,0 9 6 16,0 24 24-16,6 19 47 16,-6 11 13-16,4 0 0 15,5 0-17-15,10 11-18 16,13 19 9-16,0 3 2 15,9 2-3-15,2 5-6 16,2 2-11-16,2-4-11 16,-10-5-4-16,-1-2-1 15,-12-7-14-15,-1-9-41 16,1-12-43-16,-24-3-50 16,0 0 94-16</inkml:trace>
  <inkml:trace contextRef="#ctx0" brushRef="#br0" timeOffset="204706.244">17892 17383 248 0,'11'0'98'0,"11"10"-96"16,10 39 46-16,6 4 34 16,-5 1-55-16,-1 4-2 15,-15 3 4-15,-17 5-5 16,0 4-15-16,0-2-5 15,-32 6-4-15,-22-7-13 16,-2-7-27-16,5-14-20 0,10-19-26 16,30-27-26-16,11 0 69 15</inkml:trace>
  <inkml:trace contextRef="#ctx0" brushRef="#br0" timeOffset="205019.6751">18943 17547 241 0,'18'-25'104'0,"-14"25"-59"0,-4 0 37 16,0 0-1-16,0 0-44 15,0 8-18-15,0 31-7 16,0 10 3-16,-28 12-3 16,-9 4-6-16,1 1-2 15,-11-4-1-15,6-2-2 16,5-11-1-16,3-9-8 16,6-7-27-16,3-9-20 15,-4-11-24-15,19-13-34 16,5 0 27-16</inkml:trace>
  <inkml:trace contextRef="#ctx0" brushRef="#br0" timeOffset="205365.3794">18549 17701 246 0,'0'-16'107'16,"0"16"-82"-16,0 0 0 15,0 0 22-15,19 0-24 16,-6 0-6-16,-13 0-17 16,0 0-2-16,0 0-3 15,0 14-7-15,-9-1 0 16,-19-5-2-16,5 0 8 16,1-8 4-16,-1 0 2 15,3 0 2-15,8 0 5 0,12 0 14 16,0-5-5-16,0-6-9 15,12 2-7-15,31-2-4 16,2 4 1-16,7-2 2 16,-16 7 0-16,-8-1 1 15,-8 3-4-15,-12 0-29 16,-8 0-23-16,0 0-53 16,0 3-67-16</inkml:trace>
  <inkml:trace contextRef="#ctx0" brushRef="#br0" timeOffset="205896.5713">19248 18043 141 0,'8'-5'57'16,"-3"-1"-13"-16,1 4 24 0,3-4-10 16,4 3-37-16,10-1-8 15,1 0 6-15,-1 1-7 16,-5 1 1-16,-8 2 0 15,-10 0-7-15,0 0-3 16,0 0 2-16,0 0-5 16,-10 0-11-16,-31 13-7 15,-6 4 3-15,10-9 5 16,14-8 10-16,10 0 3 16,2 0 2-16,11 0 6 15,0-11-4-15,0-5 10 16,0 3-12-16,0-5 6 15,34 5-3-15,-1 6-4 16,-1 3-1-16,-9 4 0 16,-6 0 4-16,-2 0 2 0,-10 0 1 15,-1 0 0-15,-4 8-3 16,0 4-3-16,0 0-4 16,0 2-6-16,0 3-30 15,0-1-24-15,-4-10 60 16,-20-1-93-16</inkml:trace>
  <inkml:trace contextRef="#ctx0" brushRef="#br0" timeOffset="206163.4522">20385 17977 355 0,'43'-7'123'16,"-39"7"-88"-16,4 0 53 16,1-2 16-16,-3-2-59 15,-6 2-33-15,0 2-12 16,0 0-14-16,0 0-81 15,0 0-44-15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15:42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11717 5711 222 0,'-10'-3'98'0,"10"3"-50"15,0 0 25 1,0 0-22-16,0 0-28 0,0 0-7 15,0 0-5-15,0 0-10 16,0 21-1-16,10 10 0 16,31 16 2-16,-4 1 2 15,-1 1-2-15,-4-2-2 16,-4-2-1-16,-4-5-11 16,1-4-12-16,-10-9-13 15,9-7-25-15,0-12-15 16,-20-8-43-16,0 0-12 0</inkml:trace>
  <inkml:trace contextRef="#ctx0" brushRef="#br0" timeOffset="215.6347">12095 5861 102 0,'0'-6'86'16,"0"6"-39"-16,0 11 7 15,0 45-12-15,-13 18-8 16,-34 19-9-16,-9 2-5 15,5 0-7-15,1-6-5 16,7 1-6-16,9-10-1 16,0-2-1-16,14-16-1 0,8-17-8 15,12-15-16 1,0-18-19-16,0-12-24 0,0 0-50 16,23-31 35-16</inkml:trace>
  <inkml:trace contextRef="#ctx0" brushRef="#br0" timeOffset="724.2138">12955 5776 161 0,'0'-56'73'0,"0"25"-36"16,-24 5 15-1,-21 7-18-15,-2 5-16 0,6 14 8 16,-6 0-11-16,2 7-15 16,-11 43-4-16,5 23 4 15,4 16-1-15,19 2 0 16,15-10 1-16,13-10-1 16,0-24-2-16,4-11-4 15,39-16-5-15,2-15-6 16,2-5 7-16,-6 0 11 15,2-19-3-15,-6-24 2 16,-5-14-2-16,-9-9 3 16,-3-14-3-16,-8-1 1 15,-12-18 0-15,0-1 2 0,-10 6 0 16,-27 23 1-16,5 21 9 16,4 26 6-16,11 19 5 15,11 5 3-15,1 0-6 16,5 0-16-16,0 18-2 15,0 28-3-15,0 17 3 16,0 11 10-16,11 3-4 16,2 3-4-16,-4-6-1 15,10-2 2-15,-2-6-3 16,11-7-13-16,6-10-31 16,7-11-19-16,13-22-36 15,-39-16-15-15</inkml:trace>
  <inkml:trace contextRef="#ctx0" brushRef="#br0" timeOffset="1117.2629">13236 5799 196 0,'-49'-6'63'16,"10"6"-18"-16,3 0-4 16,3 0-27-16,1 19-8 15,4 23-2-15,0 6 1 16,16 5 3-16,9-1-4 15,3-6-3-15,0-10-1 16,0-8-1-16,15-17-3 16,9-1 1-16,8-10-8 0,0 0 4 15,5 0 2 1,1-28 5-16,-5-15 1 0,-1-9 1 16,-19 1-1-16,-3 0 2 15,-10 6-2-15,0 20 4 16,0 10 10-16,0 15 10 15,-6 0 2-15,-3 0-5 16,5 9-22-16,0 22-6 16,4 18 2-16,0 4 4 15,0-2 0-15,0-7 0 16,0-10-19-16,32-1-20 16,9-8-19-16,10-13-13 15,5-8-21-15,-28-4 48 16,-11 0-9-16</inkml:trace>
  <inkml:trace contextRef="#ctx0" brushRef="#br0" timeOffset="1301.2626">13564 6113 61 0,'0'-11'122'0,"-13"-2"-40"15,-28-1-9-15,9-5-22 16,4-1-7-16,13-2-4 16,3-3-9-16,1-9-18 15,11 1-5-15,0-7-7 16,0 1 1-16,0 8-2 15,6 0-2-15,31 7-11 16,8 11-22-16,11 5-25 0,8 8-17 16,-36 0-62-1,-5 0-50-15</inkml:trace>
  <inkml:trace contextRef="#ctx0" brushRef="#br0" timeOffset="1536.1864">14199 5704 150 0,'0'0'109'0,"0"0"-65"16,4 0 16-16,5 0-19 15,6 14-21-15,-2 23-19 16,2 11 11-16,-7 7-3 16,1-5-5-16,2-7-3 15,-7-9-1-15,5-5-3 16,-9-11-19-16,4-10-16 0,-4-8-10 15,4 0-24-15,3-5-24 16,-7-16-10-16,0-8 40 16</inkml:trace>
  <inkml:trace contextRef="#ctx0" brushRef="#br0" timeOffset="1670.2817">14199 5704 34 0,'64'-53'86'0,"-87"21"1"16,10 10-3-16,13 9-10 15,0 1-17-15,0 1-26 16,0 2-21-16,0 4-9 15,4 5-1-15,33 0-5 16,10 0-24-16,13 31-31 16,0 19-37-16,-43-27-37 0</inkml:trace>
  <inkml:trace contextRef="#ctx0" brushRef="#br0" timeOffset="1986.7125">14671 5926 133 0,'0'9'78'15,"0"-9"-25"-15,0 0 7 16,0-25-23-16,0-13-4 16,0-6-18-16,0-3-4 15,0-1-2-15,0 4-8 16,17 5 1-16,22 5-2 16,-12 13 1-16,-9 10 5 15,-10 11 1-15,3 0-7 16,-2 0-2-16,10 8-2 15,9 22 4-15,-7 11 6 0,3 4-3 16,-9 2-3-16,-7 1-1 16,-8-3-4-16,0-13-5 15,0-8-2-15,0-11-5 16,0-8-7-16,9-5-18 16,15 0-43-16,12-20-3 15,-17-5 40-15,5-9-15 16</inkml:trace>
  <inkml:trace contextRef="#ctx0" brushRef="#br0" timeOffset="2181.6849">15216 5109 208 0,'4'-59'115'0,"-4"59"-54"16,0 0-18-16,11 8-26 16,6 40-16-16,15 19 2 15,0 18 28-15,-4 5-21 16,-4-1-3-16,-9 4-7 15,-7 3 0-15,1-7-10 16,-5-5-34-16,-4-9-4 16,0-14-23-16,0-61-50 15,0 0-35-15</inkml:trace>
  <inkml:trace contextRef="#ctx0" brushRef="#br0" timeOffset="2932.469">15128 5651 90 0,'-13'-25'100'16,"13"25"-75"-16,28 0-5 16,40 0 42-16,20 0-12 15,0 0-15-15,-8 0-3 16,-16 0-17-16,-15 0-12 16,-4 0-2-16,-17 0-1 15,-13 0 0-15,4 0 0 16,-10 0-3-16,-5 0-2 15,-4 0 2-15,0 0 2 16,0 0 1-16,0 0 0 16,0 0-1-16,0 0-5 15,-13 4-14-15,1 34 4 16,-8 9 16-16,12 7 2 16,8-2-2-16,0-12 0 0,0-4-2 15,28-10-2-15,25-5-5 16,7-7 2-16,0-6 6 15,-8-4-2-15,-16-4-2 16,-16 0-3-16,-12 0 8 16,-8 0 1-16,0 0 18 15,0 0 16-15,0-10 1 16,0-17-22-16,-21-9-2 16,-7-6 0-16,-4 2 1 15,8 1-4-15,9 5-1 16,6 7 0-16,9 5-6 0,0-3-2 15,0 7-3-15,33-2 0 16,7 5 1-16,8 6-1 16,-1 6-5-16,-6 3-7 15,-5 0-11-15,-4 0-2 16,0 5 9-16,-8 17 5 16,-5 3 9-16,-6 2 5 15,-2 2 0-15,-7-1 1 16,0-1 4-16,5-3-2 15,-5-7 1-15,7-3 3 16,-2-10-1-16,-5-1-2 16,-4-3 1-16,4 0 1 15,-4 0 2-15,4 0 1 0,-4 0 2 16,7 0 1-16,-7-7 5 16,0-18-4-16,0-8-7 15,0-12-4-15,0-2-2 16,0 2-4-16,0 3-9 15,0 12-11-15,0 11-6 16,0 8-13-16,0 10-5 16,17 1-29-16,2 0-24 15,-1 0-62-15</inkml:trace>
  <inkml:trace contextRef="#ctx0" brushRef="#br0" timeOffset="3380.9597">16884 5527 125 0,'0'-23'52'0,"-21"9"-10"15,-3 2 8-15,5 7-22 16,2 5 0-16,-2 0-6 16,-9 2-19-16,-9 37-3 15,-1 12 0-15,5 10 1 16,1-3 5-16,15 0 6 15,-2-12-4-15,10-11-1 16,9-15-3-16,0-9-3 16,0-11-1-16,0 0 0 0,0 0 3 15,17 0-1 1,16-29 6-16,1-6-3 0,7-11-5 16,-5 0-2-16,-4 7-2 15,-12 17-4-15,-16 13 8 16,-4 9 3-16,0 0 16 15,0 0-2-15,0 11-10 16,0 24-7-16,0 6 0 16,0 4 1-16,0-5-1 15,0-8 0-15,0-3 0 16,0-10-2-16,4-8-12 16,7-5-9-16,-3-6-9 15,10 0-17-15,1 0-12 16,13-36 10-16,-17 12-16 0,-6-6-74 15</inkml:trace>
  <inkml:trace contextRef="#ctx0" brushRef="#br0" timeOffset="3591.9572">16972 5038 170 0,'-23'-72'108'16,"18"72"-32"-16,5 0-25 15,0 7-40-15,0 45-9 16,0 23-2-16,0 23 12 15,0 5-4-15,0 1-5 16,0-1-2-16,0-8-1 16,0-9-5-16,0-9-27 15,0-18-23-15,0-22-4 0,15-14 11 16,13-17-4-16,-19-6-34 16,10-11-10-16</inkml:trace>
  <inkml:trace contextRef="#ctx0" brushRef="#br0" timeOffset="3911.8003">17167 5657 148 0,'0'0'65'0,"0"2"-33"16,0 28-18-16,0 12 15 15,0-3-12-15,5 1-4 16,8-7 2-16,14-8-1 16,1-5-3-16,5-9 5 15,-1-6-15-15,-4-1 15 0,-1-4-9 16,1 0 5-16,5-6-3 15,-1-22-2-15,-4-9-4 16,-1-4-1-16,-7 0-1 16,-16-6 1-16,-4 4 0 15,0 8 1-15,0 8-1 16,-32 8 3-16,4 13 6 16,-4 6-3-16,0 0-8 15,-1 0-3-15,-9 0-3 16,9 19-6-16,6 6-16 15,9 4-11-15,3-1-17 16,15-7-29-16,0-14-2 16,0-7-7-16</inkml:trace>
  <inkml:trace contextRef="#ctx0" brushRef="#br0" timeOffset="4295.0342">17944 5467 2 0,'4'-14'221'0,"-4"14"-147"16,-28 0-26-16,-4 0 3 16,9 0-37-16,5 9-9 15,8 7 2-15,5 3-7 16,1 2 0-16,4 8 0 16,0 0 0-16,0 3-1 15,0 0 0-15,0 2 0 16,32-1-2-16,0-7 2 0,1 1 0 15,-6-8-1-15,-7-5-6 16,-12-7 6-16,-8 0 1 16,0-7 1-16,0 3 2 15,0-3 3-15,0 2 6 16,-36 1 3-16,-16 0-4 16,-3-3 9-16,-5 0-16 15,-5 0-3-15,1 0 0 16,8-19-19-16,20-4-7 15,16 2-5-15,20 5-18 16,0 2-18-16,60 7-18 16,-12 4 36-16,3-1-90 15</inkml:trace>
  <inkml:trace contextRef="#ctx0" brushRef="#br0" timeOffset="5023.8145">18776 5400 81 0,'4'-39'114'16,"-4"19"-72"-16,0-1 22 16,0 11-17-16,0 5-17 15,0 5 2-15,-4 0-2 16,-5 0-10-16,-10 3-9 16,-9 32-11-16,-4 16-2 15,-4 17 1-15,3 8 0 0,18-6 1 16,11-7 0-1,4-9 1-15,0-16-1 0,9-16-1 16,23-8-2-16,2-10 2 16,-2-4 1-16,-4 0 0 15,9-13 4-15,4-30 2 16,10-11 0-16,0-13-6 16,-5-11-7-16,-14-11-3 15,-13-9-8-15,-19-10 3 16,0 5 0-16,0 11 11 15,-36 26 2-15,12 29 2 16,0 24 12-16,16 13 4 16,3 0-5-16,1 0-11 0,4 28-1 15,0 32-9-15,0 19 10 16,0 8 1-16,0 0-1 16,9-12 1-16,14-7 3 15,10-14-2-15,-1-10 0 16,4-14 1-16,-4-8-3 15,5-12-1-15,-5-7 1 16,-4-3 4-16,10 0 1 16,-1-5-3-16,8-27-2 15,6-16 0-15,-8-3-13 16,-6-2-4-16,-29 1-8 16,-8 14 17-16,0 16-4 0,0 14 12 15,-8 8 19-15,-24 0 0 16,-11 28-17-16,2 14 3 15,5 9 8-15,12 1 10 16,15-5-8-16,9-9-8 16,0-9-4-16,0-7 0 15,22-5-1-15,16-4 5 16,-1-4-4-16,-1-4 4 16,-4-1-2-16,1-4-3 15,5 0-2-15,3 0 0 16,10 0-12-16,10-21-22 15,-1-11-30-15,-43 15-41 16,-2-2-55-16</inkml:trace>
  <inkml:trace contextRef="#ctx0" brushRef="#br0" timeOffset="5397.8916">20464 5120 216 0,'-24'-14'70'0,"12"14"-41"16,1 0 49-16,2 0-40 15,-4 3-24-15,-6 27-6 16,-9 16 3-16,-8 11-1 16,8 6 3-16,4-4-8 15,11 1-2-15,7-6-2 16,6-5-1-16,0-6-1 16,0-7-11-16,11-12-13 15,17-8-14-15,8-12-14 16,9-4 4-16,11 0-15 15,0-35 2-15,-1-10-17 16,-7-7-5-16</inkml:trace>
  <inkml:trace contextRef="#ctx0" brushRef="#br0" timeOffset="5658.4003">20629 5383 16 0,'0'-25'67'0,"0"21"-10"16,0 4 6-16,-8 0-10 0,-5 15-37 16,-2 24-5-16,6 6 7 15,5 2 6-15,4-13-13 16,0-9 6-16,0-6 2 15,17-11-2-15,2-2 5 16,5-6-4-16,4 0-7 16,4 0 0-16,0-8 0 15,9-22-4-15,-2-6 1 16,-14-7-8-16,-10-3-5 16,-15-3-9-16,0 1-8 0,0 10-11 15,-47 9 3 1,-13 17 17-16,4 12-19 0,3 0 6 15,-3 18-29-15,37 7-18 16,6-2-42-16</inkml:trace>
  <inkml:trace contextRef="#ctx0" brushRef="#br0" timeOffset="5781.0801">20629 5383 153 0</inkml:trace>
  <inkml:trace contextRef="#ctx0" brushRef="#br0" timeOffset="6022.464">20629 5383 153 0,'303'171'61'0,"-303"-171"-4"0,0 0-1 0,0-16-40 0,0-11 6 16,0-9-14-16,0-4-1 16,0-4-2-16,0 3-2 15,0 7-3-15,8 6-2 16,16 9-2-16,-3 8 2 15,14 4 1-15,-3 2 1 16,0 5 3-16,0 0 2 16,0 5-1-16,-4 27-4 15,-11 9 6-15,-6 10 3 16,-11 0-6-16,0 3 0 16,0 0-2-16,0-12-1 15,0-10 0-15,0-3-7 0,4-11-10 16,16-8-28-16,1-7-16 15,-10-3-61-15,2 0 53 16</inkml:trace>
  <inkml:trace contextRef="#ctx0" brushRef="#br0" timeOffset="6274.5826">21665 4650 165 0,'0'-78'93'15,"-36"67"-26"-15,-1 8-3 16,1 3-37-16,1 0-7 16,-1 24-18-16,4 34-1 0,0 20 5 15,-1 17 4 1,21 6-8-16,1 4 0 0,11-4 2 16,0-1-1-16,0-10-3 15,0-12 0-15,19-4 0 16,-6-6-23-16,11-9-23 15,-16-8 4-15,-8-51-49 16,0 0-38-16</inkml:trace>
  <inkml:trace contextRef="#ctx0" brushRef="#br0" timeOffset="6785.4232">21356 5475 107 0,'-4'-46'76'0,"4"22"-51"15,9 5 10 1,46 8-14-16,10 0-3 0,3 11 0 15,3 0 3-15,-7 0-12 16,-3 24-5-16,-10 10 1 16,-15 6-5-16,-3 1 1 15,-14-3 0-15,-2-7 0 16,-6-8-2-16,-7-12 1 16,-4-9 0-16,0-2 0 15,0 0 3-15,0 0 6 16,0-8 10-16,0-22 5 15,0-13-21-15,0-6-3 16,0-3 0-16,0 4-9 0,13 7-5 16,30 9-6-1,2 10-8-15,6 10 4 0,-6 10 4 16,-2 2-8-16,-6 0 8 16,-9 0 11-16,0 19 9 15,-9 6 5-15,-11-4 17 16,5 6 8-16,-6-2-3 15,-3 0-5-15,-4-4 0 16,0-4-3-16,4-4-7 16,1-6-4-16,-5-3-6 15,4-4-2-15,0 0 2 16,-4 0 2-16,4 0 5 16,-4 0 16-16,0-24-2 15,0-14-4-15,0-19-19 0,0-9-1 16,0-2-19-16,0 9-14 15,0 18-9-15,0 14-10 16,0 14-15-16,0 13-49 16</inkml:trace>
  <inkml:trace contextRef="#ctx0" brushRef="#br0" timeOffset="7551.5389">22624 5238 170 0,'0'0'66'0,"0"0"-18"16,0 0-17-16,0-11-15 16,0 0-3-16,0 4-1 0,0 5 4 15,-15 2-1 1,-13 0-6-16,-4 20-9 0,-5 22-6 16,1 15 4-16,-3 5 2 15,11-1 2-15,16-10 1 16,3-13 0-16,9-17-3 15,0-10 0-15,0-11 1 16,4 0 7-16,20 0-2 16,8-11 3-16,4-24 0 15,10-9-4-15,1-4-5 16,-7-4 0-16,-12 6-4 16,-8 6-2-16,-12 17 6 15,-8 14 2-15,0 9 10 0,0 0 12 16,0 0-17-16,0 3-7 15,0 22-3-15,0 11-1 16,0 10 4-16,0 1 0 16,5-4 0-16,18-5-13 15,9-8-17-15,-4-12-4 16,-4-7-7-16,-1-11-28 16,-10 0 16-16,2 0-4 15,-6-21 22-15,-9-6 35 16,0 2 3-16,0 8 26 15,0 7 10-15,0 10 7 16,0 0-3-16,0 0-12 0,0 0-27 16,0 10-1-1,0 13-1-15,0-7 8 0,0-6-5 16,0-4 4-16,0-6 1 16,0 0 4-16,0 0 9 15,0 0 3-15,0-8-1 16,8-16-5-16,7-15-18 15,3-9-2-15,9-3 0 16,1 2-2-16,-4 9 2 16,-5 20-1-16,-6 9 1 15,-9 11 1-15,-4 0 9 16,0 0 0-16,0 0-6 16,11 6-4-16,2 23 0 15,6 10 8-15,-2-2-4 0,7 4-4 16,-9 2-2-16,-2-5-13 15,-5-2-13-15,3-5-16 16,-11-11-12-16,0-9-7 16,0-11-63-16,0 0-20 15</inkml:trace>
  <inkml:trace contextRef="#ctx0" brushRef="#br0" timeOffset="7844.3995">23109 5269 109 0,'0'-27'114'0,"0"25"-77"16,0-4 7-16,4-1 9 16,47-2-18-16,14-2 5 0,-1 2 2 15,-8 2-12 1,-5 7-15-16,-14 0-14 0,-9 0-1 16,-5 0-4-16,-6 16 1 15,-12 11-10-15,-5 8-3 16,0 1 14-16,0 0 2 15,0-5 2-15,-9-2 0 16,-14 2 0-16,10-4 1 16,-2-8-1-16,10 0 0 15,5-8-2-15,0-3-15 16,0-6-35-16,0-2-25 16,0 0-40-16,0 0-32 0</inkml:trace>
  <inkml:trace contextRef="#ctx0" brushRef="#br0" timeOffset="8270.3101">23797 5161 123 0,'15'-61'104'0,"-15"35"-42"16,0 10 7-16,0 12-11 16,0 4-31-16,-6 0-12 15,-16 7-14-15,-10 30-1 16,-7 13 0-16,-6 9 3 15,9 5-3-15,2-1 1 16,6-6 2-16,19-5-1 16,9-15-2-16,0-9-1 15,0-13-1-15,0-11-1 0,4-4-3 16,16 0 2-16,3 0 4 16,5-13 0-16,9-21 0 15,-1-6-1-15,1-6-9 16,-9 2-7-16,-9 10-1 15,-11 17 13-15,-8 12 5 16,0 5 15-16,0 0 6 16,0 0-13-16,0 7-8 15,0 18 1-15,0 4-1 16,0 7 2-16,11-1 0 16,-7-2 0-16,5 0-2 15,0-1 0-15,-3-8-1 0,-2-2-20 16,-4-6-16-16,0-10-23 15,0-6-39-15,0 0-45 16</inkml:trace>
  <inkml:trace contextRef="#ctx0" brushRef="#br0" timeOffset="8662.3309">23209 5603 112 0,'-4'3'66'0,"4"-3"-17"15,0 0 24-15,0 0-27 16,0 0-18-16,0 0 13 15,4 0-3-15,16 0-17 16,8 0 4-16,4 0-12 16,9 0-6-16,1-3-4 15,3 0 0-15,-2 3-2 16,-2 0-1-16,2 0 0 16,-11-3-3-16,-10 3-7 0,-7 0-3 15,-7-2-5 1,-3 2-5-16,-5 0-3 0,0 0-2 15,0 0-9-15,0 0-22 16,0 0-58-16,0 0-73 16</inkml:trace>
  <inkml:trace contextRef="#ctx0" brushRef="#br0" timeOffset="10563.8549">23237 5552 53 0,'0'0'38'16,"5"0"-5"-16,-5 0-4 16,0 0-10-16,6 0 7 15,-6 0 5-15,4 0-6 16,-4 0-4-16,5 0 2 15,-1 0-4-15,4 0-5 16,3 0-3-16,2 0-4 16,2 0-3-16,2 0 1 0,3 0-3 15,-8 0-2-15,-1 0 0 16,-2-5 0-16,-5 0 1 16,5 1-1-16,-3 0 0 15,3 0 0-15,-5 4 0 16,0-3-1-16,-4 3 1 15,0 0 0-15,0 0 1 16,0-3 1-16,11 2-2 16,-3-6 0-16,1-1 0 15,10 0 0-15,5-6 1 16,-7 1-1-16,7 2 1 16,-5-1 3-16,-2 5-2 15,-2-1 2-15,-11 2-1 0,5 1-1 16,-9 0 0-16,4 2-2 15,-4-1 0-15,0 4-1 16,0 0-1-16,0 0-9 16,0 0-9-16,0 0-22 15,0 0-29-15,-8 0-32 16</inkml:trace>
  <inkml:trace contextRef="#ctx0" brushRef="#br0" timeOffset="12087.0605">2357 8279 279 0,'0'-6'92'16,"0"-2"-36"-16,0-3-1 16,5-7-26-16,5-7-19 15,-5-6-3-15,3 1 3 16,-3 1-1-16,-1 5 2 15,-4-1-4-15,0 7-2 16,6 9 0-16,-6 4 1 16,5 5-3-16,-5 0-3 15,0 0 0-15,0 0-8 16,12 24-5-16,21 19 0 16,9 18 12-16,-9 9 0 15,-5 6 0-15,-13-3 1 0,-7-3 1 16,-8-7-1-16,0-9 0 15,2-12 1-15,9-16-1 16,-5-13 0-16,-3-9 0 16,3-4-6-16,-4 0-7 15,9 0-16-15,-5-20-13 16,-4-22-2-16,-2 13-44 16,0-5-83-16</inkml:trace>
  <inkml:trace contextRef="#ctx0" brushRef="#br0" timeOffset="12621.9445">2091 7734 73 0,'-64'0'96'0,"47"0"-71"15,-5 0-12-15,-12 13 4 16,-4 22 0-16,-10 13 2 16,-7 13 11-16,-1 12-2 15,6 8-3-15,14 18-7 16,19 5-4-16,17 13 3 16,0 9-2-16,11 1-9 0,44-5-1 15,14-8-5 1,15-16 1-16,14-26 0 0,22-11 1 15,3-21 0-15,1-15 1 16,-4-14 8-16,-17-11-5 16,-4 0-4-16,-5-25 2 15,-6-17 2-15,-9-17 0 16,-3-10-3-16,-16-4-1 16,-15-4 0-16,-9-1-1 15,-17-5 1-15,-19-8 0 16,0-12 3-16,-12-13-4 15,-59-12-1-15,-21-3-1 16,-5 20 0-16,-6 24 1 16,9 31 0-16,10 25 5 15,11 16-4-15,0 14-1 0,5 1-6 16,-5 1-10-16,-5 30-12 16,-5 8-8-16,3 3-13 15,25 6-17-15,44-30-28 16,11-5-50-16</inkml:trace>
  <inkml:trace contextRef="#ctx0" brushRef="#br0" timeOffset="13339.7376">4138 7924 141 0,'-3'-50'162'16,"-50"30"-129"-16,3 2 10 16,-16 18-7-16,-7 0-31 15,-11 36-5-15,-8 38-2 16,9 16 2-16,14 12 2 15,26-2-1-15,26-4 2 16,17-6 4-16,0-18-5 0,32-10 1 16,37-8-3-16,12-13-3 15,5-8 0-15,6-11 3 16,0-10-4-16,11-8-13 16,0-4-14-16,-8 0-9 15,-3-29-19-15,-11-11 9 16,-23 1 8-16,-21 3 5 15,-18 3 37-15,-19 2 7 16,0 0 40-16,0-5 13 16,-43 7-4-16,2 4-10 15,-6 10-7-15,9 9 1 16,10 6-18-16,8 0-9 16,-3 8-13-16,4 36-4 0,-1 9 1 15,12 10 2 1,8-11 0-16,0-10 1 0,0-14-2 15,0-14-7-15,8-9-3 16,20-5-10-16,6 0 7 16,5 0 3-16,-2-28 9 15,-3-9-3-15,2-4-2 16,-12-2 3-16,-5 5 1 16,-10 16 4-16,-9 11 1 15,0 11 12-15,0 0 7 16,0 5-20-16,0 32-18 15,0 7 16-15,11 5 0 16,6-8 1-16,2-8-5 16,0-10-3-16,3-12-10 15,-3-9-15-15,5-2-14 0,-5 0-5 16,2-25 6-16,-12 1-8 16,0-1-58-16</inkml:trace>
  <inkml:trace contextRef="#ctx0" brushRef="#br0" timeOffset="13533.8198">4787 7946 152 0,'-17'-58'93'15,"17"58"-35"-15,0 0-15 16,0 14-30-16,0 32-9 16,0 20 32-16,11 8-15 15,4 11-7-15,-13-4-8 0,5-1-6 16,3-8 0-16,-1-4-29 15,19 0-25-15,8-12-41 16,18-6 8-16,-26-48 26 16</inkml:trace>
  <inkml:trace contextRef="#ctx0" brushRef="#br0" timeOffset="14134.787">5294 8322 142 0,'0'-55'89'15,"-13"48"-29"-15,-4 7-6 16,-3 0-12-16,-8 5-23 0,-6 40-19 16,4 8 0-16,0 10 1 15,13-4 6-15,6-6-3 16,11-5-2-16,0-13-2 16,0-8-1-16,19-11-3 15,9-8 0-15,0-5-4 16,-6-3 4-16,3 0 1 15,3 0 3-15,-6-36 2 16,6-6-2-16,0-11-1 16,-11 5-7-16,0 9 0 15,-15 17 5-15,-2 13 3 16,0 9 10-16,0 0 0 16,0 2-10-16,0 31-9 15,0 8 9-15,0 1 1 16,0-6 2-16,0-11-2 0,6-9 1 15,5-10-2-15,-2-6 0 16,-7 0-5-16,6 0 5 16,10 0 5-16,-3-9 1 15,8-18 3-15,3-9-2 16,-5-3-7-16,5-5-3 31,-11 0-1-31,-6 14 1 0,-3 14 3 0,-6 14 1 16,0 2 6-16,0 0-7 15,0 2-6-15,0 26-14 16,0 6 20-16,0 7 1 0,0-3 4 16,0-3 0-16,0-6-1 15,0 2 0-15,4-10-3 16,14-5-1-16,5-1 0 16,-3-13-5-16,3 1-29 15,-6-3 6-15,7 0-42 16,8-11 14-16,-23-7-24 15,1-5-9-15</inkml:trace>
  <inkml:trace contextRef="#ctx0" brushRef="#br0" timeOffset="14352.1559">5695 7863 117 0,'-13'-33'65'0,"13"33"-46"16,0 2 18-16,0 33 8 15,0 20 13-15,0 9-20 16,4 11-12-16,5 10-12 16,1-1-8-16,-1-2-2 15,-3-1-4-15,3-2-7 16,-5-7-30-16,11 0-29 16,13-22-52-16,-15-46-2 15,11-4 63-15</inkml:trace>
  <inkml:trace contextRef="#ctx0" brushRef="#br0" timeOffset="14809.7063">6042 8452 114 0,'0'-46'62'15,"0"35"2"-15,-6 11 7 16,-3 0-33-16,-8 0-19 16,-11 25-13-16,0 16-4 15,-2 4 1-15,9-2 5 16,8 2-4-16,13-11-2 15,0-7-2-15,0-10-1 16,8-8-1-16,20-9-2 16,-2 0 4-16,4 0 0 15,-2-6 3-15,8-21-3 16,-3-9 0-16,-1 1-2 16,-4 7-1-16,-13 13-5 0,-7 8 0 15,-8 7 4 1,0 0-2-16,9 22-16 0,6 9 10 15,13 5 12-15,-5-10 0 16,1-4 1-16,-11-5 13 16,-7-12-12-16,-4-5 6 15,-2 0 3-15,0 0 15 16,0 0 3-16,0 0 2 16,0 0 3-16,0-8-4 15,0-15-12-15,0-5-14 16,11-12-4-16,6 6-1 15,11 1-2-15,6 7-2 16,3 4-8-16,10 5-27 16,20 4-23-16,16-1-21 0,-38 12-12 15,-2 2-112-15</inkml:trace>
  <inkml:trace contextRef="#ctx0" brushRef="#br0" timeOffset="15333.8707">8116 7994 110 0,'0'-11'128'0,"0"11"-51"16,0 0-13-16,0 0-34 16,-6 3-21-16,-9 26-8 15,0 16 3-15,-11 2 2 16,17 8 3-16,-1 0-3 16,10-5-5-16,0-3-1 15,10-9 0-15,36-8-1 16,14-6-2-16,19-10 3 15,13-6 10-15,11-8-1 16,9 0-6-16,-14-8-3 0,-1-22 0 16,-26-6-13-16,-16-2 5 15,-22 1-5-15,-14-4 10 16,-19 1 3-16,0-8 8 16,0 4 8-16,-15-6 2 15,-26-1-3-15,-15 4-12 16,5 13-3-16,1 3 1 15,1 15-1-15,2 5 0 16,2 8-8-16,-11 3 2 16,-6 0-3-16,-2 28-12 15,4 7-17-15,0 3-14 16,12-2-27-16,44-29-14 16,4-3-32-16</inkml:trace>
  <inkml:trace contextRef="#ctx0" brushRef="#br0" timeOffset="15643.5634">8509 7513 193 0,'2'-11'62'0,"4"11"-16"15,5 0 2-15,6 31-36 0,11 28-3 16,11 24 35 0,-3 21-18-16,-14 19-9 0,-10 18-6 15,-12 15-7 1,0 8-4-16,0-4-2 0,0-11-20 16,0-20 3-16,0-24-21 15,0-26 14-15,0-29 12 16,5-22-8-16,5-19-24 15,-10-9-54-15,7-20-14 16</inkml:trace>
  <inkml:trace contextRef="#ctx0" brushRef="#br0" timeOffset="16088.7121">7754 7941 51 0,'0'0'41'0,"0"0"-29"15,0 0 3-15,0 0-12 16,0-4-3-16,0 1-10 16,0-3-23-16</inkml:trace>
  <inkml:trace contextRef="#ctx0" brushRef="#br0" timeOffset="17057.642">7912 7365 129 0,'-27'7'87'15,"27"-7"-41"-15,0 0 32 16,0 0-26-16,0 0-12 16,0 0-4-16,0 0-4 15,0 0-9-15,0 0 1 16,0 0-9-16,0 0-6 16,30 0-4-16,34-3-3 0,39-7 6 15,49-9 12 1,41-3-10-16,28-1-1 0,17 4-4 15,22-1 0-15,12 1-1 16,-23 8-3-16,-30 2-1 16,-54 5 0-16,-66 4-1 15,-33-4 0-15,-30 4-1 16,-20 0-1-16,-4-3 1 16,-9 3 2-16,5 0 0 15,-8-3 3-15,4 2 1 16,3-4 1-16,-7 3-2 15,0 0-3-15,0 2-2 16,0 0-19-16,0 0-15 16,0 0-4-16,-34 0-22 0,12 0-46 15,-17 4-60-15</inkml:trace>
  <inkml:trace contextRef="#ctx0" brushRef="#br0" timeOffset="17414.3482">8818 7709 150 0,'-15'-5'98'16,"-5"5"-88"-16,-3 10 17 15,-14 41-15-15,-4 23-3 16,-10 20 5-16,12 2 8 16,3 3-14-16,17-7 0 15,12-14 2-15,7-13-6 16,15-15-4-16,60-11 0 0,24-12-12 15,17-8-1 1,8-15-50-16,-77-4-25 0,-10-6-60 16</inkml:trace>
  <inkml:trace contextRef="#ctx0" brushRef="#br0" timeOffset="17660.6066">9770 7706 118 0,'6'-2'97'15,"-6"2"-77"-15,0 43 6 16,-34 20 24-16,-15 9-33 0,-14 4 0 16,-1 6-1-1,-4-5-5-15,-3-2-6 0,2-7-4 16,13-14-1-1,9-14-8-15,19-12-22 0,18-15-23 16,10-13-42-16,0 0-27 16</inkml:trace>
  <inkml:trace contextRef="#ctx0" brushRef="#br0" timeOffset="17885.2098">9002 7891 112 0,'-17'-24'103'0,"17"24"-71"16,0 21-10-16,36 24 29 16,29 8 6-16,12 1-23 15,2-2-2-15,5 2-3 16,-11-2-15-16,-2-3-12 16,-3-1-2-16,12-3-9 15,-3-1-18-15,11-11-7 16,-13-19-37-16,-62-14-49 15,-5 0-15-15</inkml:trace>
  <inkml:trace contextRef="#ctx0" brushRef="#br0" timeOffset="18132.2625">10014 7684 189 0,'-8'-32'70'0,"8"32"-32"15,0 0 19-15,28 32-39 16,25 24 29-16,3 8-14 16,-2 6-2-16,-20 7-17 15,-2 1-6-15,-12-4-3 16,-16-2-2-16,-4 0-1 16,0-13 0-16,0-4-2 15,-28-10-20-15,-4-5-19 16,-7-4-37-16,20-36-49 15,0 0-89-15</inkml:trace>
  <inkml:trace contextRef="#ctx0" brushRef="#br0" timeOffset="18808.7676">8987 8713 118 0,'6'0'60'0,"-6"0"-21"16,0 0 23-16,0 0-25 16,9 0-11-16,2 27 0 15,-3 9-12-15,5 0-6 16,2-3-2-16,-6 4-4 16,-5-15-1-16,5-7-1 15,-9-8-1-15,8-7-1 16,-1 0-4-16,3 0-2 15,-1 0 3-15,0-18 5 16,12-17 5-16,5-6-2 16,4-2-1-16,-2 10-2 15,4 11-1-15,-9 8 0 16,-10 10 2-16,2 4 1 16,-10 0 9-16,3 0 5 0,7 4-11 15,2 25-2-15,3 5-2 16,-1 9 4-16,-10 4-3 15,-1-3-2-15,-1-6-8 16,5-8-19-16,8-13-18 16,8-8-11-16,-15-9-25 15,10 0-34-15</inkml:trace>
  <inkml:trace contextRef="#ctx0" brushRef="#br0" timeOffset="19072.5855">11102 8056 141 0,'0'-2'63'16,"0"2"-44"-16,41 0 59 15,4 0-33-15,2 0-11 16,0 0-3-16,-11 0-12 16,-8 0-17-16,-2 0-2 15,-11 7-30-15,-15-1-36 16,0-1-75-16</inkml:trace>
  <inkml:trace contextRef="#ctx0" brushRef="#br0" timeOffset="19256.4238">11007 8334 168 0,'0'16'42'15,"0"-16"13"-15,52 0 27 16,12 0-43-16,11 0-4 16,3-11-3-16,-1 0-16 15,-15 4-12-15,-6 0-4 16,-15 5-28-16,-35 2-51 15,-6 0-102-15</inkml:trace>
  <inkml:trace contextRef="#ctx0" brushRef="#br0" timeOffset="20164.0929">12552 7513 96 0,'-5'-8'76'0,"5"5"-28"16,0-1 17-16,0-5-18 16,28-1-16-16,37-1-13 15,23-9 13-15,30 1 4 16,19 0-11-16,7-4-4 16,4 4-4-16,-11 1-8 15,-21 3-6-15,-24 4-2 16,-32 3 0-16,-21 1-22 15,-27 5-15-15,-12 2-20 16,0 0-17-16,-4 0-24 16,-37 0-39-16</inkml:trace>
  <inkml:trace contextRef="#ctx0" brushRef="#br0" timeOffset="20613.734">12831 7502 127 0,'0'11'66'0,"4"-11"-40"15,69 0 54-15,15 0-24 16,0 0-22-16,-13 0 0 16,-15 6-14-16,-24 4-18 15,-16 7-2-15,-12 8-2 16,-8 18-1-16,0 13-8 0,-36 14 7 15,-39-4-10 1,-3 0-6-16,3-5 3 16,7-14 8-16,12-9 9 15,19-11 0-15,14-8 1 0,14-8 4 16,9-4 1-16,0 5 1 16,0 0-4-16,5-1 7 15,40 4 1-15,28 2 3 16,17-4 0-16,25-5 2 15,18-5 0-15,7-3 8 16,-3 0-5-16,-6 0-2 16,-20-14-4-16,-14-1-10 15,-24-1-1-15,-28 5 0 16,-24 4-2-16,-14 0-5 0,-7-2-21 16,0-3-10-16,-17-3-30 15,-15 9-42-15,-3-1-6 16</inkml:trace>
  <inkml:trace contextRef="#ctx0" brushRef="#br0" timeOffset="21095.8983">12196 7276 62 0,'-13'-7'79'0,"13"5"-25"16,0 2 5-16,0-3-2 15,0 3-17-15,0 0-4 16,0 0 6-16,0 0-16 0,0 0-10 15,0 31-3-15,0 22-8 16,0 9 17-16,0 3-15 16,0-2-6-16,0 0-1 15,4-3-9-15,-4 4-16 16,0 1-24-16,0 1-21 16,0-55-36-16,0 0-54 15</inkml:trace>
  <inkml:trace contextRef="#ctx0" brushRef="#br0" timeOffset="21334.3089">11876 8078 132 0,'0'0'66'16,"0"0"-37"-16,47 0 28 15,41-3 0-15,19-18-11 16,9 5-9-16,-8-2-4 16,-5 9-20-16,-24 5-13 15,-13 4-3-15,-6 0-25 16,-19 0-22-16,-41 0-30 16,0 4-57-16</inkml:trace>
  <inkml:trace contextRef="#ctx0" brushRef="#br0" timeOffset="21806.5672">11859 8491 142 0,'-19'58'19'0,"19"5"11"0,0 3 16 16,0 1-34-16,0 0-1 15,0-16 5-15,17-8-1 16,-11-14-3-16,-1-12 1 16,3-7-6-16,-6-10-2 15,-2 0 5-15,7 0 0 16,-5 0-3-16,6 0 3 15,-3 0 4-15,10-13-5 16,-2-24-5-16,14 0-2 16,12-4-2-16,-7 5-1 15,0 14 0-15,-8 8 0 0,-15 8 1 16,-5 6 0 0,0 0 3-16,-4 0 0 0,9 0-3 15,-3 6 0-15,7 19 2 16,6 11 4-16,-6-3 2 15,7 8-6-15,-12-1-2 16,7 5-13-16,2-7-25 16,7-3-34-16,-16-30-36 15,7-5-66-15</inkml:trace>
  <inkml:trace contextRef="#ctx0" brushRef="#br0" timeOffset="22248.2357">13024 8678 66 0,'0'-18'66'0,"0"6"-24"16,28 0 26-16,-9 10-22 0,-15 2-19 16,-4 0-15-16,0 0-12 15,0 25-2-15,0 18 2 16,-19 8 5-16,2 1-1 15,2-3-2-15,6-9 5 16,5-4 3-16,4-10 0 16,0-6 6-16,0-10-3 15,0 0 0-15,0-8-8 16,4-2-3-16,9 0-2 16,2 0 0-16,4 0-21 15,7-18-9-15,2-19-27 16,-17 17-52-16,-3-3-50 15</inkml:trace>
  <inkml:trace contextRef="#ctx0" brushRef="#br0" timeOffset="22417.2923">12983 8417 166 0,'0'-3'71'0,"0"3"-16"16,0 0-17-16,0 0-38 15,0 0-2-15,21 0 0 16,18 0-39-16,-20 0-48 16,-2 0-68-16</inkml:trace>
  <inkml:trace contextRef="#ctx0" brushRef="#br0" timeOffset="22620.491">13343 8549 202 0,'-8'9'55'16,"8"-9"-22"-16,15 0 13 15,40 0-22-15,3 0 15 16,2 0-12-16,-19 0-22 16,-2-3-5-16,-16 3-11 15,-6 0-40-15,-17 0-54 16,0 0-53-16</inkml:trace>
  <inkml:trace contextRef="#ctx0" brushRef="#br0" timeOffset="22774.8666">13352 8812 189 0,'0'0'48'16,"19"0"-3"-16,45 0 19 15,5-4-39-15,6-12 0 16,-6 2-16-16,-9-5-9 15,0 0-27-15,-49 10-49 16,-3 2-70-16</inkml:trace>
  <inkml:trace contextRef="#ctx0" brushRef="#br0" timeOffset="22970.7777">14049 8558 87 0,'0'52'65'0,"0"2"-7"16,0 9 8-16,0-1-43 16,0-2-17-16,6-12 10 15,7-15-16-15,-2-8-26 16,-11-13 1-16,0-12-61 16,0 0-1-16</inkml:trace>
  <inkml:trace contextRef="#ctx0" brushRef="#br0" timeOffset="23736.5286">12959 6682 215 0,'0'-4'84'0,"0"4"-27"16,0 0-8-16,0 0-47 16,0 17-2-16,0 28-11 15,0 14 11-15,17 7 7 16,-2-5-6-16,0-12 5 15,-6-10-6-15,-5-14 0 16,5-9-2-16,-9-10 2 16,0-6 0-16,11 0 2 15,-7 0-2-15,5 0 0 16,-5-12 1-16,7-23 7 0,-3-10-8 16,16-11-1-1,4 0-2-15,4 7 0 0,4 11 1 16,5 10 0-16,6 9 0 15,0 5 2-15,7 10 2 16,2 4 1-16,-7 0 6 16,-15 0-2-16,-1 18-7 15,-10 22-2-15,-4 6 2 16,-6 13 1-16,2-2-1 16,-10 9-13-16,-5 9-14 15,0-47-49-15,0 0-69 16</inkml:trace>
  <inkml:trace contextRef="#ctx0" brushRef="#br0" timeOffset="24288.9075">14383 7332 67 0,'-12'-8'167'16,"1"8"-117"-16,-2 8-21 15,-6 40-6-15,-5 18 4 16,3 10-13-16,1 4 5 16,7 2-8-16,13-2-4 0,0-12 0 15,0-15-3-15,0-10-2 16,13-13-2-16,15-8-2 15,0-12 1-15,9-4 1 16,-5-6 1-16,4 0-1 16,18 0-5-16,-5-27-5 15,5-9 5-15,-11-15-4 16,0-1-5-16,-18-14 9 16,-5-11-2-16,-20-2-2 15,0 0-2-15,0 19 10 16,-9 24 1-16,-15 19 4 15,12 17 12-15,-3 0-5 16,-5 0-9-16,-1 21 0 0,-9 25 2 16,-15 20 12-16,8 6-5 15,1 8 3-15,8 4 0 16,9-6-4-16,6 0-1 16,13 1-5-16,0-7-4 15,4-2 0-15,48-10-2 16,1-9 2-16,7-10-2 15,7-5-29-15,1-15 5 16,5-10-13-16,-49-11-20 16,-1 0-83-16</inkml:trace>
  <inkml:trace contextRef="#ctx0" brushRef="#br0" timeOffset="24588.5169">15276 7343 167 0,'-13'-19'84'16,"-2"19"-23"-16,-2 0-3 16,-7 21-39-16,-12 25-5 15,-12 17 16-15,8 10-15 16,1 6-6-16,11 5 0 15,15 1 1-15,9 3-6 16,4 0-3-16,0-7-1 16,0-10 0-16,39-10-5 0,10-8-14 15,11-17-14-15,4-18-17 16,9-16 6-16,-45-2-37 16,0-6-29-16</inkml:trace>
  <inkml:trace contextRef="#ctx0" brushRef="#br0" timeOffset="24846.1352">15983 7379 137 0,'0'-7'101'15,"0"7"-55"-15,-8 46-5 16,-24 19 8-16,-11 17-22 15,-2 3-5-15,-2-1-4 16,-5-1-7-16,3 2-4 16,2-10-4-16,-1-3-3 15,12-15-11-15,8-14-24 16,11-14-13-16,6-18-23 16,11-11-50-16,0 0-55 15</inkml:trace>
  <inkml:trace contextRef="#ctx0" brushRef="#br0" timeOffset="25077.9112">15387 7491 245 0,'-15'-43'78'0,"15"43"-57"16,0 9 0-16,32 34-18 0,24 18 48 15,15 15-5-15,-2 5-2 16,-9 2-12-16,-5-6-11 15,-3-3-11-15,-7-8-6 16,2-6-3-16,-2-6-1 16,-6-6-6-16,-3-6-15 15,-4-11-23-15,1-11-17 16,-29-20-35-16,11 0-95 0</inkml:trace>
  <inkml:trace contextRef="#ctx0" brushRef="#br0" timeOffset="25303.1208">16331 8135 28 0,'-6'0'180'15,"1"0"-140"-15,1 29 13 16,0 13 4-16,-1-1-29 16,1 2 4-16,4-5-6 15,0-5-6-15,0-4-12 16,0-6-7-16,0-5-1 15,13-5-3-15,11-5-14 0,-1-5-15 16,5-3-17 0,4 0-20-16,-23-11-14 0,-1-7-40 15</inkml:trace>
  <inkml:trace contextRef="#ctx0" brushRef="#br0" timeOffset="25602.8683">16320 7826 87 0,'-8'-22'122'16,"8"22"-86"-16,0 0-9 15,4 0 6-15,24 0 3 0,-9 0-6 16,-10 7-3-16,-9-1-19 16,0 3-7-16,0-3 0 15,0-2 10-15,0 2 0 16,0-3-2-16,0-3-2 15,0 0 5-15,-5 0 10 16,-3 0 2-16,-3 0-8 16,7-9 0-16,4-1-7 15,0-1-9-15,0 2-7 16,0-1-9-16,0-4-17 16,0 0-38-16,0 6-43 15,15 2-72-15</inkml:trace>
  <inkml:trace contextRef="#ctx0" brushRef="#br0" timeOffset="25947.7113">16751 7239 14 0,'17'-16'247'15,"-17"16"-169"-15,11 0-40 16,6 9 12-16,16 28-27 16,14 23 14-16,4 13-8 15,5 14-12-15,-7 14-1 16,-2 7-7-16,-10 9-5 0,-13 8 6 16,-24-1-2-16,0-4 2 15,-5-20-6-15,-42-16-3 16,-9-21 2-16,7-15-3 15,2-11 0-15,19-19-11 16,9-8 9-16,1-10-22 16,-1 0-35-16,-9 0 5 15,15 0-47-15,-2-7-87 16</inkml:trace>
  <inkml:trace contextRef="#ctx0" brushRef="#br0" timeOffset="31653.8958">2269 10926 43 0,'103'-46'115'16,"0"28"-75"-1,-8 8 11-15,-14 2-10 0,-36 8-28 16,-15 0-10-16,-13 0 4 16,-14 18-7-16,-3 15-1 15,0 5 1-15,-30 7 3 16,-33 8-1-16,-1-4 6 15,0-6-7-15,16-8 0 16,12-5 2-16,12-7-1 16,20-5 2-16,4 0 3 15,0-1 0-15,4-1 6 16,35-3-2-16,10 4 0 16,14-5 0-16,-6-5 0 0,14-2-3 15,-2-5-7 1,-5 0-1-16,5 0-20 0,-5-12-3 15,3-24-37-15,-59 16-52 16,1-4-77-16</inkml:trace>
  <inkml:trace contextRef="#ctx0" brushRef="#br0" timeOffset="32085.9026">2184 10379 84 0,'-163'13'48'0,"88"38"-21"15,10 18 12-15,9 13-17 16,16 20-1-16,10 18-3 16,13 15 6-16,17 10-6 15,0-8 1-15,0 0-6 16,60-7-6-16,19-12-2 15,24-14 0-15,11-17 17 16,10-26-18-16,11-21 11 16,-4-18-3-16,0-20-9 15,-11-2 3-15,-21-22-2 16,-1-26 4-16,-12-15-3 16,-13-10-2-16,-7-6-2 15,-12-8-1-15,-18-7 0 0,-25-8-3 16,-11-11 2-16,0-17-2 15,-38-3 1-15,-44 8 0 16,-4 24-1-16,-6 31-5 16,15 29 4-16,8 22-2 15,18 19-4-15,6 0-15 16,17 25-39-16,26 6-38 16,2 6-48-16</inkml:trace>
  <inkml:trace contextRef="#ctx0" brushRef="#br0" timeOffset="32805.6881">4238 10690 151 0,'-8'-4'84'16,"-50"4"-77"-16,-24 29 40 16,5 29-15-16,-2 13-15 0,10 11-5 15,13-1 10 1,20 0-3-16,17 0-2 0,19-3-6 15,0-2-3 1,0-2-4-16,34-3-3 0,15-10-1 16,20-5-3-16,6-17-19 15,7-8-14-15,8-20-2 16,6-11-11-16,-4 0-8 16,-8-14 2-16,-11-24 5 15,-13-8-2-15,-13 0 48 16,-10-3 4-16,-18-3 36 15,-15 1 4-15,-4-9 16 16,0 0-10-16,-23 11-2 16,-25 14-21-16,8 17 2 0,3 18-2 15,-6 0-11-15,3 34-12 16,1 26-5-16,-2 12 2 16,15-5 3-16,18-2 0 15,8-7 0-15,0-15-3 16,0-14-1-16,8-13 2 15,18-11 1-15,2-5-3 16,4 0 4-16,0-16 0 16,11-18 5-16,-6-13-2 15,4-2-2-15,-3 1 0 16,-14 10-1-16,-11 13 0 16,-7 17 1-16,-6 8 10 0,0 0 6 15,0 4-17-15,0 30-10 16,0 6 10-16,2 1 2 15,13-3 0-15,-2-9-2 16,6-4-4-16,-4-8-16 16,-2-3-21-16,-13-14-32 15,0 0-53-15</inkml:trace>
  <inkml:trace contextRef="#ctx0" brushRef="#br0" timeOffset="33236.5103">4880 10705 180 0,'-7'-5'97'0,"7"5"-56"0,0 0 5 15,0 44-34-15,0 25 11 16,26 30 7-16,-15 9-18 16,-5 2-5-16,-6-3-2 15,0-10-2-15,0-6-3 16,-6-8-13-16,-5-12-28 16,0-14-14-16,11-21-18 15,0-36-35-15,0 0-28 16</inkml:trace>
  <inkml:trace contextRef="#ctx0" brushRef="#br0" timeOffset="33928.0508">5399 11174 140 0,'0'-22'114'16,"-5"22"-66"-16,-22 0 9 15,-10 11-22-15,1 30-26 16,-1 10-1-16,5 4 3 16,8 1-1-16,14-1-3 15,10-6-1-15,0-6-6 16,0-6 1-16,19-8-1 16,9-11-2-16,6-7-2 15,-4-11-6-15,5 0-2 0,5 0-2 16,5-27 7-1,11-16-1-15,-4-6-8 0,-1-3-4 16,-10-1-3-16,-18 3 9 16,-10 9 14-16,-13 17 1 15,0 10 8-15,0 14 15 16,0 0-10-16,0 25-14 16,0 20-5-16,-4 11 5 15,-9 0 0-15,9 0 2 16,4-17 2-16,0-6 18 15,0-13-18-15,0-9-3 16,0-11 0-16,8 0-1 0,12 0 1 16,8-9 1-16,8-24 3 15,11-8-5-15,3-4-4 16,-8 3-6-16,-7 5-6 16,-12 14 5-16,-18 15 10 15,-5 8 1-15,0 0 4 16,6 0-3-16,3 23-1 15,16 10 0-15,5-1 0 16,-12-2 7-16,5-6-5 16,-1-8 0-16,-20-6-2 15,6-4 4-15,-3-6-3 16,1 0 1-16,-6 0 5 16,0 0 3-16,0 0 3 15,7 0-6-15,-1-14 1 16,7-9-6-16,6-10-2 0,0 1-3 15,-6 3-5-15,2 6-9 16,-2 10-10-16,2 2-26 16,-15 11-50-16,0 0-88 15</inkml:trace>
  <inkml:trace contextRef="#ctx0" brushRef="#br0" timeOffset="34336.5685">6111 10819 248 0,'-9'0'83'0,"9"0"-35"15,0 0 3-15,0 35-39 0,0 37-12 16,0 20 28-16,0 9-12 15,0 2-10-15,-4-11-3 16,-15-11-2-16,14-8-1 16,5-9-23-16,0-9-21 15,0-10-16-15,52-16 25 16,8-18-39-16,-32-11-29 16,0-6-25-16</inkml:trace>
  <inkml:trace contextRef="#ctx0" brushRef="#br0" timeOffset="34825.5159">6484 11395 49 0,'11'-53'106'0,"-11"34"-30"16,0 10 14-16,0 2-17 0,-17 7-23 15,-5 0-22-15,-12 3-26 16,-3 32-2-16,-3 12-5 16,5 4 4-16,14 1-1 15,12-9 1-15,9-7-1 16,0-10-1-16,0-12 0 15,2-7-3-15,24-4 2 16,4-3-2-16,7 0-5 16,8-10 10-16,10-19-2 15,-7-7-2-15,-3-2-7 16,-11 8-1-16,-13 11 2 16,-14 8 8-16,-7 11 3 0,0 0-2 15,0 0-4 1,4 38-21-16,13 11 23 0,-6 0 4 15,8-4 0-15,3-15 7 16,-7-10-1-16,-2-10-4 16,-7-5 6-16,-6-5 8 15,0 0 10-15,0 0 6 16,0 0-2-16,0 0 4 16,0 0 0-16,0-11-10 15,4-7-12-15,5-7-3 16,10 0-4-16,5-1-5 15,6-4 0-15,4 4-1 0,7-2-3 16,6 9 0-16,-4-2-14 16,-4 4-15-16,6 3-16 15,-11 2-23-15,-30 12 50 16,1-4-65-16</inkml:trace>
  <inkml:trace contextRef="#ctx0" brushRef="#br0" timeOffset="36063.803">9603 10778 211 0,'0'-16'81'0,"0"16"-32"0,0 0 13 16,0 0-36-16,0 2-26 15,0 37-8-15,19 14 8 16,26 14 0-16,-9 2 4 16,3-9-3-16,-18-8 0 15,-1-8-1-15,-16-12-1 16,-4 0 1-16,0-7 1 16,-36-3 1-16,-3-9 1 15,-2-8 1-15,7-5 1 16,-3 0 2-16,-1 0-2 15,-18 0 0-15,0-18-1 16,-8-15-3-16,-7-11-1 0,7-8-1 16,2-7-3-16,19 3-1 15,4 1 4-15,22 3-1 16,6 12-1-16,11-1 2 16,0 6 0-16,0 7 1 15,0 3 2-15,0 6-1 16,0 0 3-16,7 4 3 15,6-6-4-15,12 9 0 16,3-7-1-16,9 8 1 16,21 4 6-16,21 0-3 15,26 7-2-15,26 0 11 16,21 0 0-16,13 0 4 16,7 0 0-1,-7 0-1-15,-30-1-6 0,-19-13-4 16,-24 3-6-16,-25 0 0 0,-31 2-1 15,-23 6-1-15,-13 1-6 16,0 2-17-16,0 0-18 16,0 0-21-16,-17 0-22 15,-11 0-28-15,-4 0-113 16</inkml:trace>
  <inkml:trace contextRef="#ctx0" brushRef="#br0" timeOffset="36723.6118">9124 10314 72 0,'-6'-8'81'0,"6"5"-39"16,0-3 7-16,0 4 4 15,0-4-22-15,0-1 4 16,0-4 7-16,0-1-8 15,0 2-11-15,8-4-3 16,12 1-10-16,-3-3-6 16,9-5-1-16,4 0-2 15,2-2 2-15,15-7-1 16,-6-3 0-16,15-4-2 16,-1-3 2-16,-3 9-2 15,-1-2 0-15,-14 5 0 16,-9 7 1-16,-7 8-1 0,-10 5-1 15,-3 5 1-15,-8 3 0 16,0 0 0-16,0 0 0 16,0 0-1-16,0 0 1 15,0 0 2-15,20 0-1 16,14 14 0-16,17 11 8 16,20 0-1-16,13-1 6 15,4 1-1-15,-9-2-4 16,-6 1 0-16,-13-5-5 15,-15 0 1-15,0-9-4 16,-15 1 0-16,-2-5 0 16,-11-2-1-16,3 2 0 15,-7-2-3-15,-3-2-17 0,-5-2-10 16,-5 2-14 0,0 7-31-16,0-7-29 0,0 2-69 15</inkml:trace>
  <inkml:trace contextRef="#ctx0" brushRef="#br0" timeOffset="37436.0212">10070 11354 220 0,'0'-14'77'16,"0"14"-44"-16,0 0 11 15,0 0-30-15,0 0-14 16,0 0-4-16,0 7-1 16,15 18 5-16,-2 6 0 15,4 3 2-15,-6-1-1 16,6 3 3-16,-6-10-4 16,-3-4 2-16,1-8-2 15,-9-6 1-15,6-8-1 16,-6 0 2-16,5 0-1 0,3 0 1 15,1 0 0-15,10-8 3 16,-2-28 8-16,11-7-6 16,4-6-7-16,9 6 0 15,-11 16 0-15,-4 13-1 16,-20 12-4-16,-1 2 2 16,-1 0-4-16,5 2-6 15,6 26 10-15,-7 9 3 16,7 7 1-16,-11 2-1 15,1 0-2-15,-5-6-11 16,8-9-12-16,3-10-9 16,2-9-11-16,6-11-19 15,-15-1-8-15,5 0-35 0</inkml:trace>
  <inkml:trace contextRef="#ctx0" brushRef="#br0" timeOffset="37668.3214">11222 10992 198 0,'32'-21'103'16,"11"11"-74"-16,13 0 27 15,10 3-3-15,-6-1-27 0,-4 5-14 16,-13 3-11-1,-11 0-1-15,-15 0-13 0,-10 0-39 16,-7 15-14-16,0-3-52 16,0 1-78-16</inkml:trace>
  <inkml:trace contextRef="#ctx0" brushRef="#br0" timeOffset="37886.5473">11175 11222 165 0,'-17'11'93'0,"17"-11"-45"16,0 0 14-16,27 0-21 15,23 0-10-15,14 0 8 16,9 0-7-16,-15-11-1 0,-4 1-17 16,-16 6-9-16,-10 0-5 15,-11 1-6-15,7 3-34 16,4-1-23-16,-24 1-32 15,7-4-69-15</inkml:trace>
  <inkml:trace contextRef="#ctx0" brushRef="#br0" timeOffset="39695.0065">12863 10738 126 0,'0'-17'88'15,"0"16"-26"-15,0-4 18 16,0 5-22-16,0 0-16 0,0 0-7 15,0 0 3 1,0 0-9-16,0 0-7 16,0 0-7-16,-9 0-8 0,9 17-7 15,0 43-10-15,4 24 8 16,39 30 2-16,-4 8 5 16,-3-5-4-16,-25-10 1 15,8-9 0-15,-14-14-1 16,-1-12-2-16,-4-21 2 15,0-15-1-15,4-14 1 16,-4-11 0-16,9-6 0 16,-3-5 0-16,-6 0 1 15,5 0 0-15,-1 0-2 16,0-29-1-16,5-39 0 16,10-21-6-16,5-21 1 0,4-23-7 15,4-16-6-15,-9-15-8 16,5-1 4-16,-6 16 0 15,6 17 1-15,-1 15 11 16,10 13 10-16,10 9-2 16,5 11 3-16,-3 8-2 15,2 14 2-15,-3 12 0 16,-8 12-1-16,-8 15 0 16,-4 5 1-16,-8 11 0 15,-16 1 2-15,-4 6 5 0,0 0-1 16,0 0 1-1,0 0 0-15,0 0 0 0,0 0-2 16,0 0-2-16,0 0 0 16,0 0-1-16,0 0 2 15,0 0-3-15,0 0 1 16,0 0-1-16,0 0 1 16,0 0-1-16,0 0-1 15,0 0 0-15,13 0-1 16,6 0 2-16,22 0-1 15,25 0 10-15,31 3 1 16,27 6-1-16,37-8-3 16,39-1 0-16,27 0-3 0,37 0 1 15,21 0-3 1,15-4 0-16,20-5-2 0,4 7 1 16,0-4 0-16,-5 4 0 15,-27-4-1-15,-30-2 1 16,-48 0-1-16,-57 0 0 15,-65-2 0-15,-41 6 1 16,-29 1 9-16,-11-1 6 16,-11 4 5-16,8 0-5 15,7-1-10-15,7 1-3 16,5-3 1-16,1 3 0 16,-8-3-3-16,-8 3-1 15,-7 0 0-15,-5 0 1 16,0 0-1-16,0-1 1 0,6 1-1 15,-6 0 1 1,0 0-1-16,5 0 1 0,-5 0-1 16,0 0 0-16,0 0 1 15,0 0-1-15,0 0-1 16,0 0 1-16,0 0-1 16,0 0 0-16,0 0 0 15,0 0 0-15,0 0 1 16,0 0 0-16,0 0-2 15,0 0-3-15,0 0-1 16,0 0-3-16,0 0-7 16,0 0-16-16,0 0-15 15,-5 0-18-15,-10 0-33 0,-17 0-23 16</inkml:trace>
  <inkml:trace contextRef="#ctx0" brushRef="#br0" timeOffset="40449.9553">13899 10267 132 0,'4'-18'117'15,"-4"16"-48"-15,0 2 9 16,0 0-12-16,0 0-24 16,0 0-11-16,0 0-4 15,0 0-17-15,0 12-10 16,0 24-2-16,15 14 2 15,4 5 7-15,-2 4-4 16,1-2-1-16,-14-1-2 16,2 0-23-16,-1-7-23 15,-5-2-19-15,6-7-10 16,-6-35-25-16,0-1-34 16</inkml:trace>
  <inkml:trace contextRef="#ctx0" brushRef="#br0" timeOffset="40727.9675">13380 10834 133 0,'-13'7'33'0,"13"-7"-15"0,38 0 44 16,48 0-1-1,26 0-11-15,12 0 0 0,5 0-6 16,-9 0-11-16,-17-7-10 16,-15 7-15-16,-24-4-8 15,-12 4 0-15,-12-3-14 16,-7 3-18-16,-14 0-11 16,-6 0-20-16,-13 0-44 15,0 0-40-15</inkml:trace>
  <inkml:trace contextRef="#ctx0" brushRef="#br0" timeOffset="41260.2948">13367 11208 29 0,'-24'51'136'16,"24"0"-73"-16,0 11 14 16,0 6-28-16,0 5-21 15,7-1-14-15,-1-11-4 16,1-10-4-16,-3-18 0 16,0-10-5-16,3-10 0 15,-5-7 2-15,-2-3 1 16,0-3 1-16,10 0 2 0,-5 0 3 15,8-9 3 1,12-33 2-16,-3-14-13 0,12-4-2 16,0 1-1-16,3 14-3 15,1 9 1-15,-10 11 0 16,-6 14-1-16,-3 5 2 16,-6 6 2-16,2 0 1 15,9 0 2-15,8 0 3 16,4 25 12-16,1 17-9 15,-9 5-3-15,-9 9-2 16,-6-3-1-16,-3 2 0 16,-10-9-1-16,0-7-1 15,0-10 0-15,0-11-1 0,0-4 0 16,0-6 0-16,0-5 0 16,0 0-12-16,0-3-14 15,0 0-11-15,5 0-10 16,8 0-15-16,-13 0-50 15,8 0-47-15</inkml:trace>
  <inkml:trace contextRef="#ctx0" brushRef="#br0" timeOffset="43248.6566">14727 10241 130 0,'0'-8'70'15,"0"3"-32"-15,0 2 34 16,0 0-27-16,0-3-22 15,0 4 1-15,36-4 0 16,20 4-8-16,17-4 21 16,17 1-15-16,-4 2-11 15,2-1-6-15,-5 4-4 16,-10 0-1-16,-13 0 0 16,-13 0-15-16,-14 0-14 15,-18 0-20-15,-15 0-19 16,0 0-39-16,0 0-25 15</inkml:trace>
  <inkml:trace contextRef="#ctx0" brushRef="#br0" timeOffset="43751.4528">14815 10356 132 0,'-7'1'75'0,"7"-1"-38"16,0 0 26-16,47 0-23 16,9 6-3-16,-4 0-9 15,-12 10-2-15,-3-1-15 0,-9 4-10 16,-13 11-1 0,-15 8-1-16,0 15-2 0,-15 11-3 15,-43 9 0-15,-24 3-1 16,9-4-7-16,9-17 5 15,12-5 7-15,20-13 2 16,13-8 0-16,15-7-1 16,4-9-3-16,0-4 3 15,0 3 1-15,0-5 1 16,4 5 5-16,39-3 2 16,13-1 8-16,8-3-2 15,20-2 1-15,12-3 0 0,5 0 5 16,6 0 0-1,-2 0-2-15,-6 0-5 0,-11-14-3 16,-15 3-1-16,-13-2-2 16,-17 1-5-16,-11 4 1 15,-15 4-1-15,-6-2-1 16,-7 6-1-16,-4 0-3 16,0 0-19-16,0 0-13 15,0 0-10-15,0 0-23 16,-11 0-21-16,-10 0-112 15</inkml:trace>
  <inkml:trace contextRef="#ctx0" brushRef="#br0" timeOffset="44253.2353">14707 11691 92 0,'-8'6'76'16,"8"-6"-39"-16,0 1 29 15,0 0-27-15,0 10-31 16,-11 7-6-16,7 4 3 16,-9 6 3-16,-11 1-1 15,9 3-3-15,-2-1-1 16,-2-5 1-16,10-5 6 15,5-1 1-15,4-4 1 16,0-2 0-16,0-3-4 16,0-3 0-16,0-1 2 15,0-4-3-15,13 3-4 0,10-6 1 16,5 0-2-16,4 0 0 16,5 0-2-1,6 0-9-15,-7-18-10 0,1-13-24 16,-29 15-51-16,-1-1-54 15</inkml:trace>
  <inkml:trace contextRef="#ctx0" brushRef="#br0" timeOffset="44448.0032">14815 11476 272 0,'-11'-11'75'15,"11"4"-20"-15,0 6 0 0,0-5-43 16,0 3-1-16,19 3-5 16,-2 0-6-16,18 0-5 15,-3 0-42-15,-19 0-27 16,-5 0-79-16</inkml:trace>
  <inkml:trace contextRef="#ctx0" brushRef="#br0" timeOffset="44628.171">14920 11677 76 0,'0'14'124'15,"0"-14"-86"-15,4 0 21 0,47 0-5 16,-3 0-23-16,-3 0-6 16,-13 0-18-16,-9 0-7 15,-3 0-1-15,-12 0-38 16,-8 0-38-16,0 0-85 15</inkml:trace>
  <inkml:trace contextRef="#ctx0" brushRef="#br0" timeOffset="44792.3773">14984 11864 75 0,'0'22'79'16,"0"-15"-22"-16,0-4 14 15,39 0-23-15,3-3-17 16,-3 0-1-16,8 0-10 0,-10 0-10 15,-5 0-10-15,-4 0-10 16,0-7-24-16,-24-2-32 16,0-3-67-16</inkml:trace>
  <inkml:trace contextRef="#ctx0" brushRef="#br0" timeOffset="44980.6644">15475 11724 137 0,'0'36'69'0,"4"-6"3"16,5 0-9-16,2 3-34 15,-7 0-14-15,-4 1-12 16,0-1-3-16,0-5-6 0,0-7-20 16,0-5-29-16,-11-16-30 15,-2 0-27-15</inkml:trace>
  <inkml:trace contextRef="#ctx0" brushRef="#br0" timeOffset="45709.093">14982 9734 184 0,'0'0'59'15,"0"0"-21"-15,0 0 9 16,0 21-35-16,6 17 23 16,16 8-13-16,-9-2-11 15,-9-4-1-15,0-4-5 16,3-13-5-16,-5-5 1 0,-2-11 0 15,4-3-1 1,-4-4 0-16,0 0 2 0,4 0 2 16,3 0 4-16,-3 0 11 15,5 0 0-15,-1-7-3 16,16-8-1-16,8-7-12 16,7 0-1-16,1 3-2 15,5 8-2-15,-2 4 1 16,-6 7 0-16,-9 0 0 15,-9 0-1-15,-2 0-1 16,2 15-3-16,-6 14 4 16,7 8 2-16,-12 11-7 15,-1 8-13-15,-3 15-19 0,-4 6-27 16,0-47-37-16,0-9-51 16</inkml:trace>
  <inkml:trace contextRef="#ctx0" brushRef="#br0" timeOffset="46562.3138">16071 10247 126 0,'9'-12'72'15,"-9"12"-15"-15,0 0 12 16,0 0-33-16,0 0-18 15,0 0-7-15,0 0-10 16,-32 41 1-16,-20 14 8 16,-12 18 2-16,-5 14-1 0,1 16-4 15,-3 23 7-15,7 8-1 16,12 8-2-16,11-5-2 16,22-8-5-16,19-10 1 15,0-11 0-15,0-12-1 16,47-15-2-16,11-17-1 15,-11-10-1-15,9-13 0 16,-4-8-1-16,-5-10-22 16,-2-11-24-16,6-9-17 15,-38-3-27-15,-2 0-33 16</inkml:trace>
  <inkml:trace contextRef="#ctx0" brushRef="#br0" timeOffset="47410.2443">16436 10502 102 0,'0'-34'78'0,"0"25"-31"16,0 5 31-16,0 4-25 16,0 0-20-16,-9 0-6 15,1 0-16-15,-7 0-11 16,-9 36 0-16,-8 13 0 16,0 9 12-16,8 8-4 15,11 1 2-15,13-4-3 16,0-3-4-16,0-10 1 15,5-13-3-15,27-7-1 16,4-14 2-16,-3-2-4 16,1-11 1-16,2-3 1 0,5 0 7 15,11-14-6-15,-1-25-1 16,5-8-5-16,-11-12-9 16,-13-2-2-16,-4-8-4 15,-13 6 3-15,-15-4-4 16,0 22 14-16,0 12 0 15,0 17 2-15,-11 16 2 16,-12 0 3-16,-3 13 0 16,-17 41 3-16,-2 25 4 15,2 15-2-15,2 2 16 16,9-4 0-16,13-7-4 16,10-7-9-16,9-10-4 15,0-6-1-15,0-8-2 16,0-6-1-16,17-8-4 15,22-10-24-15,-3-11-14 0,10-7-12 16,5-12-33-16,-32 0-1 16</inkml:trace>
  <inkml:trace contextRef="#ctx0" brushRef="#br0" timeOffset="47658.2768">17167 10435 143 0,'-42'-29'61'16,"20"35"-34"-16,3 53 42 15,-1 15-18-15,8 10-14 0,3 2-4 16,3-1-4-16,1-6-9 16,5-10-7-16,0-6-8 15,0-5-3-15,0-8-2 16,0 0-1-16,0-8-22 15,20-11-28-15,20-11-18 16,-16-20-46-16,4 0-22 16</inkml:trace>
  <inkml:trace contextRef="#ctx0" brushRef="#br0" timeOffset="47883.6024">17837 10487 166 0,'6'-45'74'16,"-6"45"-16"-16,0 0-12 0,0 43-41 16,-28 24 9-16,-19 18 10 15,-9 9-7-15,-4 2-9 16,-13-4-1-16,-10 0-6 16,3-14-1-16,7-9-9 15,13-12-26-15,9-19-13 16,14-14-23-16,33-24-41 15,4 0-33-15</inkml:trace>
  <inkml:trace contextRef="#ctx0" brushRef="#br0" timeOffset="48108.928">17191 10572 20 0,'4'-74'164'0,"-4"74"-98"0,24 0-13 16,17 11-14-16,14 32-4 15,10 14 18-15,3 15-10 16,-12 7-12-16,-4 2-7 16,-12-3-14-16,-12-7-6 15,-8-5-3-15,-12-3-1 16,-4-4-15-16,-4-4-26 16,0-8-24-16,5-13-26 15,-5-34-27-15,15 0-27 0</inkml:trace>
  <inkml:trace contextRef="#ctx0" brushRef="#br0" timeOffset="48310.8347">17931 11150 143 0,'0'13'50'16,"0"24"19"-16,-6-4 3 15,6 3-33-15,0-6-1 16,0-4-4-16,0-6-21 15,0-4-9-15,0-7-4 16,0-3 0-16,0-4-7 16,0-2-30-16,19 0-28 15,-15 0-46-15,11-6 17 0</inkml:trace>
  <inkml:trace contextRef="#ctx0" brushRef="#br0" timeOffset="48448.2748">17931 11150 1 0,'133'-270'160'0,"-133"249"-65"15,0 14 3-15,0 7-27 16,0 0-50-16,0 0-17 16,0 0-4-16,0 0-20 15,0 0-33-15,0 0-47 16,0 0-78-16</inkml:trace>
  <inkml:trace contextRef="#ctx0" brushRef="#br0" timeOffset="48707.6135">18176 10412 139 0,'27'-12'42'0,"18"12"-9"16,20 39 34-16,6 18-20 15,-3 5-12-15,-12 8-4 16,-20 2-4-16,-21 3-6 15,-15 6-10-15,0 4-7 16,-51-4-2-16,-28-7 2 16,1-7-4-16,3-8-12 0,15-12-9 15,15-9-11-15,13-5-16 16,32-33-35-16,0 0-51 16</inkml:trace>
  <inkml:trace contextRef="#ctx0" brushRef="#br0" timeOffset="48978.8971">18800 10854 129 0,'0'-20'105'0,"0"16"-60"15,32 1-4-15,36 3-1 0,16 0 8 16,13 0-18-16,-9 0-5 16,-9 0-4-16,-19 0-6 15,-19 7-12-15,-18-3-3 32,-8 2 0-32,-10-2-21 0,-5 2-35 0,0-6-43 15,0 2-65-15</inkml:trace>
  <inkml:trace contextRef="#ctx0" brushRef="#br0" timeOffset="49578.1025">19488 10578 177 0,'-28'0'30'15,"-4"31"-11"-15,-4 17 38 16,3 8-29-16,10 9-6 0,8 1 4 15,11-2-5-15,4-11-2 16,0-5-7-16,0-11-4 16,27-12-3-16,10-3-2 15,2-14 1-15,1-2-1 16,12-6 1-16,3 0 3 16,10-19-5-16,-1-23-2 15,-4-7-3-15,-4-12-9 16,-11-16 1-16,-6-4-6 15,-22-8 4-15,-17 4 2 16,0 12 7-16,0 15 3 16,-22 27 1-16,-1 17 12 0,-1 14 4 15,-4 0-15 1,-8 31-1-16,-16 27 0 0,-3 19 6 16,3 4 13-16,3 8-1 15,12-1-2-15,14-10-5 16,8-4 3-16,15-15-3 15,0-10-7-15,0-3-2 16,0-8-2-16,23-3 0 16,9-7-3-16,5-10-21 15,6-9-22-15,13-9-22 16,-35 0-42-16,3 0-95 16</inkml:trace>
  <inkml:trace contextRef="#ctx0" brushRef="#br0" timeOffset="49839.9889">20232 10534 87 0,'0'0'66'16,"-36"38"-3"-16,-11 30 3 15,2 5-21-15,2 6-9 16,15-3-6-16,11-3-3 15,6-10-6-15,11-9-15 16,0-2-5-16,0-10 1 16,0-1-2-16,11-3-2 15,25-7-15-15,11-7-17 0,7-11 10 16,21-13-57-16,-47 0 11 16,4 0-52-16</inkml:trace>
  <inkml:trace contextRef="#ctx0" brushRef="#br0" timeOffset="50067.355">20996 10524 100 0,'17'-53'110'16,"-17"53"-53"-16,0 0-11 16,0 22-25-16,-41 27-2 15,-10 18 32-15,-13 10-17 16,-9 4-15-16,2 0-7 0,-2-2-11 15,2-5 3-15,3-12-4 16,12-11-12-16,11-13-21 16,17-10-18-16,13-17-13 15,15-11-43-15,0 0-11 16</inkml:trace>
  <inkml:trace contextRef="#ctx0" brushRef="#br0" timeOffset="50269.2771">20481 10572 192 0,'15'0'56'16,"17"0"-25"-16,16 36 0 0,5 15 9 15,7 14-5-15,-4 3 1 16,-5-1-10-16,-14 1-10 16,-9-10-10-16,-17-8-6 15,-7-8-4-15,-4-9-25 16,8-10-25-16,12-6-16 15,-16-17-34-15,9 0 5 16</inkml:trace>
  <inkml:trace contextRef="#ctx0" brushRef="#br0" timeOffset="50529.5651">21457 10389 165 0,'32'3'61'0,"-8"47"6"16,-1 1 4-16,1 5-19 15,0 8-11-15,-16 0-12 16,-8 4-5-16,0 6-15 16,-4 2-5-16,-48-4 1 15,-12-4-5-15,0-10-5 16,-3-10-27-16,14-4-14 15,-7-14-22-15,-15-8 7 16,42-22-64-16,1 0 19 16</inkml:trace>
  <inkml:trace contextRef="#ctx0" brushRef="#br0" timeOffset="51025.7993">19784 10231 97 0,'-15'-6'55'0,"15"3"-7"15,0 3 14-15,0 0-9 16,0 0-10-16,0-3 2 16,0 3-1-16,11 0-9 15,40 0-6-15,31 0 6 16,34 0 20-16,32 0-13 15,15-3-9-15,17-7-1 16,4-1-11-16,-8 0-6 16,-24 1-8-16,-36 0-4 0,-47 5-2 15,-26 3 0-15,-30 2 0 16,-13 0-1-16,0 0 0 16,0 0-4-16,0 0-20 15,0 0-6-15,-9 0-14 16,-34 0-17-16,-21 20-13 15,-13 11-9-15,38-20-31 16,7 1-74-16</inkml:trace>
  <inkml:trace contextRef="#ctx0" brushRef="#br0" timeOffset="51618.7529">21457 10024 148 0,'0'0'30'0,"0"0"-2"15,4 7 0-15,39 18 2 16,2 4 7-16,11 4-5 16,-4 6 1-16,3 1-7 15,-3 12-4-15,-11 7-5 16,-5 9-9-16,-17 11-5 16,-10 14-3-16,-9 11 4 15,0 6-3-15,-45 1 1 16,-15-7-1-16,-7-12 0 0,-1-17 4 15,-1-8 1 1,5-14 0-16,12-10-2 0,9-8-2 16,11-7 3-16,15-13-5 15,6-3 1-15,7-6-1 16,4-6-2-16,-4 0-5 16,-1 0-13-16,1 0-17 15,-7 0-22-15,7 0-21 16,0-2-56-16</inkml:trace>
  <inkml:trace contextRef="#ctx0" brushRef="#br0" timeOffset="52781.3746">21948 9908 235 0,'0'-5'49'16,"0"1"0"-16,0-6 20 15,13-1-45-15,43 3-17 16,8-6 4-16,11 5 7 16,-2 1-7-16,2 6 4 15,-10-1-8-15,-14 3-1 16,-19 0-3-16,-15 0-3 16,-10 0-2-16,-7 0-1 0,0 22-5 15,0 7 5-15,-56 12 2 16,-8 4 1-1,-11 4-1-15,6 2 1 0,13-6 0 16,9-2 0-16,19-5 0 16,15-2 0-16,13-3 2 15,0-7 2-15,0-4 3 16,9 0 2-16,34-7 2 16,6-3-1-16,3-7-2 15,-5-5-1-15,-6 0-2 16,-5 0-5-16,-17 0-12 15,-14-7-19-15,-5-21-32 16,0 12-55-16,-28-4-139 16</inkml:trace>
  <inkml:trace contextRef="#ctx0" brushRef="#br0" timeOffset="54086.9622">17856 9758 4 0,'0'0'105'0,"0"0"-59"16,0 0 2-1,0 0 2-15,13 0-11 0,21 0-1 16,3 0-4-16,3 0-4 16,8 0-5-16,7 0-2 15,10 0-8-15,12 0-5 16,17 0 3-16,11 0-4 16,26 0 3-16,11-5-4 15,25-1 1-15,17 1-5 16,20-3 2-16,9 2-5 15,14 1 0-15,-10-1-1 16,-14 4 1-16,-27-2-1 16,-19 4 0-16,-5 0 0 15,0 0 0-15,3 0 0 0,-3 0 1 16,-4-2-1-16,-11-3-1 16,-6-2 1-16,-15 7 2 15,-11-4-2-15,-6 1-2 16,-14-1 2-16,-9-1 0 15,-25 3 0-15,-15-2 0 16,-12 4 1-16,-15 0-1 16,-1-4-1-16,3 1 1 15,-2 3-1-15,-1 0 0 16,7 0 0-16,2 0 1 16,-2 0-2-16,-2 0 1 15,-2 0 1-15,-3 0 1 0,1 0 1 16,6 0-2-16,-2 0 1 15,2 0 0-15,2 0 0 16,2 0 1-16,1 0 0 16,5 0 0-16,23 0 1 15,16-5 1-15,20-1 1 16,8 2 16-16,4-3-18 16,-8 3-3-16,-17 0 0 15,-22 4 1-15,-21 0-1 16,-17 0 1-16,-2 0-1 15,-9 0-1-15,8 0 0 16,3 0 0-16,6 0 1 16,2 0 2-16,-1 0-2 0,-3 0 1 15,-3 0 1 1,3 0-1-16,-6 0 0 0,-5 0-1 16,1 0 1-16,1 0-1 15,-2 0-1-15,1 0 0 16,3 0 0-16,-4 0 1 15,3 0 0-15,1 0 0 16,-8 0 0-16,5 0 1 16,-5 0-1-16,0 0-2 15,0 0-22-15,0 0-26 16,-13 0-22-16,-6 0-33 16,-14 0-6-16</inkml:trace>
  <inkml:trace contextRef="#ctx0" brushRef="#br0" timeOffset="58979.6862">2269 13483 194 0,'0'-4'70'15,"0"0"-23"-15,0 2 14 0,0-1-11 16,0 1-15-16,5 2-7 16,-1 0-2-16,7 0-7 15,6-5-10-15,34 5-7 16,24 0 2-16,24 0-4 15,-5 0 0-15,-1 10-10 16,-20 11-5-16,-22 3-8 16,-17-2-7-16,-25-4-3 15,-9-1-10-15,0 7 25 16,-15-2 15-16,-26-7 3 16,5-2 0-16,6-5 3 15,2-2 0-15,11-6 8 0,15 0 9 16,2 0-2-16,0 0-6 15,0 0-4-15,0 0-6 16,0 4-2-16,0 7-3 16,0 9-5-16,19 3 8 15,0 11 0-15,0 5 0 16,-1 0 0-16,-8-3-3 16,-1 0 0-16,-9-10 0 15,0-1 3-15,0-3 2 16,-32-2 1-16,-11-5 5 15,-11-1 0-15,-2-3 9 16,-8-9 3-16,6 0 1 16,-4-2-6-16,-7 0-8 0,14 0-6 15,-1-2-1-15,7-18-14 16,6 2-8-16,4-6-13 16,20-4-24-16,19 17-26 15,0-3-78-15</inkml:trace>
  <inkml:trace contextRef="#ctx0" brushRef="#br0" timeOffset="59693.1231">1982 13143 99 0,'-92'69'33'15,"34"16"-22"-15,9 12 28 16,4 3-8-16,21 7-1 16,11 2-3-16,13-1-2 15,0-5-8-15,26-8-1 16,32-14 3-16,10-10-3 15,12-9-7-15,14-10 8 16,7-10-1-16,13-8 6 16,16-7-6-16,3-14-1 15,5-7-6-15,-16-6-8 0,-11 0 3 16,-14-6-2-16,-18-24 2 16,-10-2-3-16,-7-6 1 15,-15-8 1-15,1 0-1 16,-8-8 0-16,1-3 0 15,-11-9 0-15,-4-7-1 16,-11-8 1-16,0-4 2 16,-11-2-2-16,0 5 0 15,-4 4 1-15,0 8-2 16,0 8 0-16,0 4 1 0,0 9 0 16,0 6 1-1,0 5 5-15,-23 2 6 0,-18-3-4 16,-15-2-7-16,-8-2-2 15,-5 10 0-15,-4 5-1 16,-10 8 0-16,-12 9 1 16,3 7-1-16,6 4-1 15,-4 0 0-15,-4 0-1 16,-1 15 0-16,-12 19-1 16,11 0 2-16,12 10-2 15,0 2 2-15,27-4 0 16,1-4 0-16,9-1-1 15,14-4 0-15,6-2-9 16,-1 3-7-16,8 2-15 0,12 7-16 16,-3 3-5-16,11 2-21 15,0-34-35-15,0-6-67 16</inkml:trace>
  <inkml:trace contextRef="#ctx0" brushRef="#br0" timeOffset="62115.4518">4442 13240 156 0,'4'-3'95'15,"-4"3"-74"-15,0 0 11 0,0 0 5 0,7 24-25 16,-1 40-10-1,1 25 28-15,8 15-1 0,-2 10-10 16,-1-5-6-16,-1-8-6 16,-6-15-3-16,-5-15-2 15,0-13 1-15,4-18-3 16,-4-12-4-16,4-10-15 16,3-12-23-16,-3-6-16 15,9 0-20-15,-9-6-33 16,2-21-27-16</inkml:trace>
  <inkml:trace contextRef="#ctx0" brushRef="#br0" timeOffset="62666.2603">4474 13166 37 0,'0'-45'120'0,"7"9"-72"16,70-4-2-16,30-7 12 16,5 8-19-16,1 13-11 15,-20 13 0-15,-23 13-18 16,-18 0-10-16,-16 15 0 16,-8 27-4-16,-17 12 2 15,-11 10 1-15,0 9-2 16,-43 10-7-16,-41-5-12 0,-12-1-3 15,-7-8 1-15,2-11 13 16,17-16 9-16,24-7 2 16,24-17 1-16,27-10 1 15,9-8-1-15,0 0-1 16,22 0 0-16,49 5 4 16,25 6 8-16,22 4 2 15,2 5-4-15,-6 8-3 16,-11 1-5-16,-30 7-2 15,-17 2 0-15,-29 1-2 0,-16 3-2 16,-11-2 2-16,0-1 2 16,-28-4 0-16,-38-2 5 15,-18-4-2-15,-8-1 6 16,-7-12 3-16,9-5 3 16,-2-7-4-16,19-4-5 15,15 0 0-15,13 0-4 16,11 0-2-16,14-18-3 15,12 5-20-15,8-3-16 16,0 0-25-16,8 7-38 16,31-2-74-16</inkml:trace>
  <inkml:trace contextRef="#ctx0" brushRef="#br0" timeOffset="63101.5358">5467 13522 182 0,'3'-4'53'0,"-3"4"-41"15,0 42-4-15,6 23 1 16,-4 8 10-16,2-7-5 16,9-10-9-16,-2-9 0 15,-2-12-3-15,1-13-2 16,-1-11 1-16,-5-9-1 15,0-2 2-15,1 0 0 16,5 0 3-16,-1 0 4 0,10-27 3 16,-1-16-5-16,1-11-5 15,-4-4 0 1,-11 6 2-16,-4 9-3 0,0 19 8 16,0 13 13-16,0 11 11 15,0 0-9-15,0 0-24 16,0 24-1-16,4 20-2 15,1 7 3-15,3 4 1 16,7-7 1-16,-2-8-1 16,2-6-1-16,7-9-8 15,-3-12-21-15,0-2-9 16,9-11-8-16,0 0-17 16,8 0-4-16,-18-22-20 15,-1-1-18-15</inkml:trace>
  <inkml:trace contextRef="#ctx0" brushRef="#br0" timeOffset="63376.1034">5963 13632 73 0,'0'-53'85'0,"0"45"-20"16,-9 5 10-16,1 3-23 15,8 0-17-15,0 0-27 16,0 7-8-16,0 29-5 16,0 10 5-16,34 3 2 15,-4-3 4-15,6-4 1 16,-12-7-5-16,-9-3-1 15,-15-6 0-15,0 0 1 0,0-2 0 16,0-2 2 0,-39-3 0-16,3-5-1 0,-3-7 0 15,-6-1 1-15,7-6-2 16,-9 0 0-16,4 0-2 16,-5 0-6-16,12-16-16 15,15-6-19-15,14 1-23 16,7 12-46-16,0-3-26 15</inkml:trace>
  <inkml:trace contextRef="#ctx0" brushRef="#br0" timeOffset="64185.9423">6658 13606 119 0,'0'-33'86'0,"0"22"-21"0,-28 3-8 16,-13 8-21-16,-6 0-8 15,-5 0-8-15,-8 36-9 16,-4 13-9-16,6 10 3 16,2 1-1-16,13 0 5 15,16-11-3-15,7-3-1 16,16-11-3-16,4-5-2 16,0-6-3-16,13-6 1 15,30-3 1-15,4-4 1 16,2-11-10-16,5 0-8 15,10 0-5-15,3-15 9 16,6-18-19-16,-11-12 8 0,-6 2 4 16,-11 2 5-16,-17 5 12 15,-13 5 4-15,-15 4 2 16,0 7 13-16,0 9 4 16,0 6 10-16,0 5-3 15,-15 0-13-15,2 0-4 16,-2 26-6-16,-2 16-3 15,2 1 1-15,6-6-1 16,5-7 2-16,4-8-1 16,0-11-1-16,0-8-1 15,0-3 0-15,0 0 1 16,0 0 1-16,0 0 2 16,0 0 2-16,4-18 3 0,9-12-3 15,6-8-3-15,-4 0 0 16,-6 8-2-16,-9 14 1 15,0 10 1-15,0 6 13 16,0 0-7-16,4 3-8 16,15 30-11-16,-2 8 8 15,7 4 3-15,0-2 2 32,-1-2 0-32,-1-8-2 0,6-9-12 0,-3-2-16 15,3-12-8-15,-6-3-10 16,-5-7 26-16,0 0-26 15,-8 0 16-15,-9-7 27 16,0-12 1-16,0-3 2 0,0 2 13 16,-7-5 20-16,-12 0 11 15,2 3-2-15,4-2 0 16,-2-4 5-16,13-3-17 16,2-1-3-16,0-8-10 15,0 2 3-15,0 5-14 16,17 7-6-16,11 11 0 15,0 6-3-15,12 9-5 16,10 0-19-16,10 0-16 16,-5 0-16-16,-16 13-11 15,-39-5-31-15,0 1-32 16</inkml:trace>
  <inkml:trace contextRef="#ctx0" brushRef="#br0" timeOffset="64780.6301">6671 13676 0 0,'-13'-4'81'16,"8"4"-30"-16,5 0-11 16,-2 0-7-16,-15 0-18 15,9 0 6-15,-7 0 8 16,0 0-12-16,-13 4-9 15,-17 18 0-15,0 11 2 16,-3 5-3-16,10 2-2 16,10 1-2-16,17-4-1 15,11 0-2-15,0-8-2 16,0-4-1-16,13-4 3 16,21-7 0-16,-4-10 2 0,7-1 1 15,1-3-2-15,8 0 0 16,-1-9 6-16,-3-24-4 15,1-3-3-15,-6 1-1 16,-9-3-2-16,-9 5-2 16,-15 6 5-16,-4 8 0 15,0 12 3-15,0 4 3 16,0 3 3-16,0 0-6 16,0 0-3-16,0 22-8 15,0 12 7-15,0 8 1 16,0-3 2-16,0-3-2 15,0-6-1-15,5-6-30 16,18-8-39-16,-10-16-38 16</inkml:trace>
  <inkml:trace contextRef="#ctx0" brushRef="#br0" timeOffset="65050.2391">8118 13040 260 0,'-10'-14'57'0,"10"14"-39"0,0 30 21 15,0 35-23-15,10 22 13 16,8 2-17-16,-3 6-6 0,6 0-3 15,-10-7-3-15,8 0-8 16,7-16-32-16,0-12-12 16,-14-56-50-16,3-4-32 15</inkml:trace>
  <inkml:trace contextRef="#ctx0" brushRef="#br0" timeOffset="65380.2641">8537 13672 145 0,'-43'0'38'0,"23"34"-18"0,12 6 9 16,8 2-15-16,0-10 2 15,0-7-1-15,28-9-3 16,6-5 4-16,-6-8-5 16,0-3-2-16,2 0-1 15,-2 0 5-15,12-18-2 16,-3-10-5-16,-5-7-3 15,7-7-3-15,-18 3-5 16,-14-9-1-16,-7 4 6 16,0 7 0-16,-48 7 8 15,-16 16 0-15,6 7-1 16,-6 7-7-16,-3 0 0 16,5 25-6-16,9 12-10 0,14 7-17 15,26-1-28 1,13-8-14-16,0-26 1 0,9-9-37 15</inkml:trace>
  <inkml:trace contextRef="#ctx0" brushRef="#br0" timeOffset="65469.7164">8537 13672 194 0</inkml:trace>
  <inkml:trace contextRef="#ctx0" brushRef="#br0" timeOffset="65687.2819">8537 13672 194 0,'270'-40'60'0,"-279"40"-28"0,9 0-18 0,0 25-14 15,0 11 0-15,24-1 2 16,25 2 1-16,9 5 3 16,-2-7 3-16,-15-5-4 0,-5 0 15 15,-19-8-18-15,-17-7-1 16,0 2 1-16,0-3 1 16,0-1 0-16,-17 2 5 15,-30-2 3-15,-11-7 7 16,-4 0 3-16,-3-6-6 15,5 0-11-15,5 0-3 16,16 0-1-16,-2 0-7 16,18-10-18-16,12-5-22 15,11 6-48-15,0 0-60 16</inkml:trace>
  <inkml:trace contextRef="#ctx0" brushRef="#br0" timeOffset="66391.9746">10154 13494 145 0,'0'-21'47'16,"0"21"6"-16,0 0 7 15,-24 2-40-15,-8 34-15 16,-15 11 8-16,-9 16-7 0,11-2 8 16,6-2 0-16,18 2 1 15,21-7-8-15,0-8-1 16,0-11-4-16,49-8 2 16,7-13-2-16,6-6 3 15,-4-8-3-15,9 0 2 16,3 0 4-16,1-33-2 15,0-5-6-15,-2-10-2 16,-9-6-3-16,-9-1-3 16,-23-5 4-16,-4 1-1 15,-24 1 5-15,0 17 0 16,0 19 0-16,0 15 8 16,0 7-5-16,0 0-3 0,0 22-12 15,0 24 2-15,0 11 10 16,0-2 2-16,19-13 2 15,-6-10-1-15,4-7-1 16,9-8-2-16,-16-6 1 16,8-9-2-16,-10-2 0 15,1 0-1-15,10 0 0 16,3 0 2-16,5-30 1 16,10-10 3-16,4-17-4 15,-7-8-2-15,-13 2-2 16,-10 11 2-16,-11 26 2 15,0 14 5-15,0 12 17 0,0 0-6 16,0 0-16 0,0 19-5-16,0 16 5 0,9 7 9 15,4-2 1-15,-7 1 3 16,3-6-9-16,-5-5-3 16,4-1-1-16,7 0 0 15,-2-2-22-15,11-4-35 16,8 2-13-16,15-8-13 15,-23-17-21-15,-1 0-31 16</inkml:trace>
  <inkml:trace contextRef="#ctx0" brushRef="#br0" timeOffset="66983.56">11411 13595 111 0,'0'-44'79'0,"-20"40"-5"0,3 0-13 16,-4 4-28-16,-7 0-9 15,-15 17-19-15,-4 29-5 16,6 13 0-16,5 7 7 16,12-7-3-16,9-7 3 15,15-11-2-15,0-14-5 16,0-13-1-16,0-7 1 16,0-7 1-16,19 0 0 15,5 0 1-15,8-14 0 16,9-17 5-16,6-13-7 15,-2-8-3-15,-8-3-5 16,-5 13-6-16,-17 12 4 0,-11 16 10 16,-4 14 0-16,0 0 0 15,0 3-6-15,0 29-16 16,4 10 3-16,11 3 9 16,-2-3-9-16,2-10-15 15,2-8-1-15,-2-10 7 16,-2-10 22-16,-8 0 6 15,-5-4 6-15,0 0 15 16,0 0 13-16,6 0 8 16,-2 0-3-16,1-24 2 15,3-10-25-15,1-5-11 16,1-5 8-16,8 0 1 16,1 10-4-16,4 5 0 0,-3 14-7 15,-7 8-3 1,-5 7 0-16,-1 0 0 0,6 0 0 15,4 4 1-15,2 23 10 16,9 5-7-16,-9 5 0 16,-4-3-1-16,-8-1-3 15,-1-8 0-15,-2 1-9 16,7-4-16-16,-5-3-14 16,16-5-13-16,6-6-2 15,2-8-20-15,-17 0-38 16</inkml:trace>
  <inkml:trace contextRef="#ctx0" brushRef="#br0" timeOffset="67225.6174">12067 13012 207 0,'9'-41'64'15,"10"41"-37"-15,9 43 3 16,4 28 30-16,-4 10-21 15,-5 6-17-15,1 1 2 16,-15-2-17-16,-5-4-1 16,-4-5-4-16,0 0-2 15,0-9-1-15,-13-9-24 0,-15-10-23 16,-6-10-11 0,-3-15-23-16,24-24-28 15,-2 0-53-15</inkml:trace>
  <inkml:trace contextRef="#ctx0" brushRef="#br0" timeOffset="67554.2355">11923 13703 119 0,'-10'-19'87'0,"10"19"-53"15,0 0-10-15,47 0 39 16,19 0-15-16,3 3-5 16,4 6-3-16,-2 5-12 15,-5 2-7-15,-21-1-6 16,-6 3-9-16,-18 3-6 0,1-2-2 15,-3-9 1 1,-10-1-1-16,3-7-2 0,-12-2 1 16,0 0-1-16,0 0 4 15,3 0 0-15,-3 0 7 16,0 0 2-16,0-25 1 16,0-18 1-16,0-13-5 15,0-4-5-15,0 5-1 16,0 7 0-16,12 9 0 15,3 13-11-15,-2 3-2 16,-4 13-7-16,-3 5-22 16,11 0-37-16,-12 5-42 15,5 0-101-15</inkml:trace>
  <inkml:trace contextRef="#ctx0" brushRef="#br0" timeOffset="68237.2394">12848 13082 187 0,'0'0'44'16,"0"0"0"-16,0 32-14 16,0 37-29-16,0 23 42 15,0 10-4-15,0-4-8 16,0-5-8-16,0-18-10 15,25-8-8-15,3-18 0 0,2-13-3 16,3-11-2 0,-10-12 1-16,1-7-2 0,-1-6 0 15,5 0 1-15,9-3 3 16,-1-26 1-16,5-9-4 16,-2-3-2-16,-18-5-10 15,-10 7-2-15,-11 17 3 16,0 11 7-16,0 11 4 15,-24 0 15-15,-8 11-15 16,-5 31-7-16,-1 8 7 16,10-5 4-16,15-9 5 15,9-10 2-15,4-7-10 16,0-2 1-16,0-6-2 16,13-3 0-16,19-5-2 15,11-3-9-15,2 0-7 0,6-6-15 16,5-21-5-16,4-5-1 15,-19-12-12-15,-3-4 7 16,-20 0 22-16,-18 7 15 16,0 15 7-16,0 12 5 15,0 14 19-15,0 0-9 16,0 3-15-16,27 27-3 16,16 12 3-16,7 4 14 15,1-7 10-15,-4-1 4 16,-14-10 7-16,-21-7-14 15,-7-6-11-15,-5-8 5 16,0-1 3-16,0-1 6 0,-13 1 4 16,-34-1-6-16,-9-2-14 15,-8-3-6-15,-9 0-2 16,2 0-7-16,2 0-29 16,22 0-23-16,34-19-11 15,13 8-61-15,0 2-9 16</inkml:trace>
  <inkml:trace contextRef="#ctx0" brushRef="#br0" timeOffset="68946.2294">14780 13315 104 0,'-17'-32'73'0,"8"24"-30"16,-14 8 34-16,-9 0-29 16,-20 8-36-16,-14 41-11 15,-9 19 6-15,8 13-7 16,22 3 3-16,22-8-3 16,18-14 2-16,5-15-2 15,0-17 0-15,32-11 2 16,22-16 0-16,13-3 1 15,5-3 5-15,8-37-8 0,3-9 0 16,-5-12-10-16,-3-4-6 16,-15-8-5-16,-15-5 1 15,-13-12 11-15,-21-10-7 16,-11-2 8-16,0 12 5 16,-32 22 3-16,-7 32 10 15,11 20 17-15,15 16-5 16,5 4-19-16,-7 56-3 15,6 27 0-15,5 14 3 16,4 1 4-16,0-6 9 16,0-14-1-16,21-5-6 15,18-22 0-15,4-9-2 16,2-11-4-16,-7-13-3 16,-3-10 1-16,-3-9-1 15,0-3 0-15,15 0-7 0,5-22 1 16,1-20-3-16,-1-6-9 15,-16-10-8-15,-16-2-7 16,-20 10 15-16,0 13 18 16,0 22 0-16,-41 15 13 15,-2 0-2-15,2 36 8 16,5 17-1-16,12 2 3 16,13-1 2-16,11-5 9 15,0-5-4-15,0-10-11 16,7-7-4-16,14-8-8 15,14-2-1-15,-3-6-2 16,4-1 0-16,5-5-2 0,6 2-15 16,13-7-20-16,5 0-39 15,-40 0-34-15,-10-7-111 16</inkml:trace>
  <inkml:trace contextRef="#ctx0" brushRef="#br0" timeOffset="69462.9744">16307 13439 165 0,'-8'-18'77'16,"-3"18"-13"-16,7 0-13 15,-5 14-47-15,-2 34-1 16,11 18-3-16,-4 10 24 16,4-8-6-16,0-11-1 15,0-12-6-15,24-15-5 16,-1-10-3-16,-5-11 0 15,-3-7-2-15,-3-2 1 16,8 0 1-16,8-2 4 16,12-34-4-16,12-7-3 0,-1-11-13 15,-10-7 2-15,-4 2-7 16,-14 5 3-16,-12 20 9 16,-11 15 6-16,0 19 12 15,0 0 3-15,0 0-15 16,0 35-14-16,0 15 14 15,0 10 1-15,0-3 2 16,0-9 1-16,0-8-4 16,13-11 0-16,6-11-24 15,9-7-22-15,-7-11-26 16,11 0-12-16,-16 0 13 16,-8-18-27-16</inkml:trace>
  <inkml:trace contextRef="#ctx0" brushRef="#br0" timeOffset="70127.347">16927 13610 0 0,'22'-42'68'0,"-16"42"19"0,3 0-67 16,4 24-16-16,6 20 24 16,0 2 6-16,-6-2-18 15,-4-12 4-15,-3-7-4 16,-6-14 3-16,0-10 0 16,0-1 0-16,4 0 9 15,1 0 0-15,3 0 2 16,7-12-7-16,2-21 2 15,11-14-22-15,4-7-3 16,11 0 0-16,2 6 1 0,-2 14-1 16,-15 15-3-1,-11 13 0-15,-12 6 1 0,-5 0-5 16,10 15-8-16,-5 22 6 16,3 4 9-16,3 10-4 15,-7-7-5-15,5 1-21 16,4-2-16-16,10-13-15 15,9-11 18-15,1-12-28 16,5-7 15-16,-1 0 2 16,-5-2 3-16,-4-28 34 15,-5-3 17-15,-1-7 5 16,-3-12 30-16,0-5-1 0,-14 0 3 16,-5 14 7-16,0 18 2 15,0 14 14 1,0 11-17-16,0 0-37 0,-33 33-2 15,-3 15-4-15,-3 11 11 16,12-6 2-16,9-10 3 16,14-10 2-16,4-17-7 15,0-6-4-15,0-10-3 16,0 0 0-16,0 0 0 16,0 0 2-16,22-6 4 15,5-14 6-15,12-13-9 16,-3-1-5-16,-3 3-2 15,-20 11 0-15,-9 16 0 0,-4 4 2 16,0 0 17-16,0 0 0 16,0 0-19-16,0 22-8 15,0 11 6-15,0 5 2 16,0-2 3-16,0 2-3 16,0-2-6-16,0-2-26 15,0-5-17-15,0 3 9 16,0-30-45-16,6 2-46 15</inkml:trace>
  <inkml:trace contextRef="#ctx0" brushRef="#br0" timeOffset="70575.9119">19151 13229 11 0,'18'0'107'16,"5"6"-64"-16,1 34 20 15,-7 7 12-15,2 7-18 16,-15 5-16-16,-4-2-1 16,0 0-21-16,0-7-11 15,0-17-2-15,0-8-5 16,0-17 0-16,0-6 0 15,0-2 2-15,0 0 2 16,0 0 0-16,0 0 4 0,0-26 0 16,11-16-2-16,11-17-6 15,6 0-2-15,-1 8 1 16,-3 13-1-16,-5 13 0 16,-6 17 0-16,-4 8 1 15,-5 0 0-15,11 0 0 16,4 0-6-16,3 8 6 15,16 21 4-15,-5 8-1 16,-6 0-3-16,6 4-3 16,-5 2-16-16,4 2-31 15,4-8-30-15,5-6-41 16,-30-26 48-16,-3-5-65 0</inkml:trace>
  <inkml:trace contextRef="#ctx0" brushRef="#br0" timeOffset="70868.9253">19956 13487 66 0,'0'-30'44'16,"0"12"30"-16,0 14 15 16,0 4-39-16,0 0-34 15,-15 22-16-15,-2 15 1 16,6 2 2-16,11-7 5 16,0-5 2-16,0-8 4 15,0-9-2-15,4-3 4 16,15-7 4-16,1 0-2 15,-3 0 1-15,6 0 0 16,5-7-6-16,-4-15-3 0,0-6-4 16,-16 0-1-16,-4-2-1 15,-4 0-2-15,0 2-2 16,-4 3-4-16,-28 6-10 16,4 10-17-16,0 9-6 15,0 0-26-15,20 0-38 16,-3 9-45-16</inkml:trace>
  <inkml:trace contextRef="#ctx0" brushRef="#br0" timeOffset="70986.5293">19956 13487 85 0</inkml:trace>
  <inkml:trace contextRef="#ctx0" brushRef="#br0" timeOffset="71543.4219">19956 13487 85 0,'296'134'129'0,"-292"-134"-53"0,5-4-8 0,-1-18-7 16,3-2-24-16,2-4 0 15,2-2-12-15,-2-4-9 16,6-6-10-16,-2 3-6 16,2 2 0-16,1 5-14 15,-3 15-11-15,-6 7-20 16,-7 8-9-16,0 0 7 16,-4 4-4-16,9 30-2 15,1 0 48-15,-1 5 5 16,4-2 3-16,2-1-2 15,-2-5 6-15,2-6 0 16,-11-4 0-16,-4-4-3 0,4-14 7 16,-4-3 4-16,0 0 9 15,0 0 8-15,5 0 1 16,-1 0-2-16,0-11-4 16,7-22-13-16,2-5-11 15,6-12-3-15,5 6-3 16,-7 8-6-16,2 12-1 15,-10 18 4-15,2 6-4 16,1 0 1-16,8 0-3 16,1 23 2-16,-2 7 4 15,-6-3 6-15,-6-1 0 16,-7-4 0-16,0-3 0 0,0-6 0 16,0-8 1-16,0-1 4 15,0-4-2-15,0 0 1 16,0 0 0-16,0 0 3 15,0-4 8-15,8-22 1 16,33-9-16-16,11-3-7 16,12-4-2-16,7 11-2 15,-18 3 3-15,-6 14 7 16,-19 12 1-16,-15 2 1 16,-2 0 0-16,2 2 11 15,-2 23 6-15,1 2-13 16,-3 6 1-16,2-1-2 15,6 4-4-15,-2-6-5 0,-2 1-31 16,6-6-16-16,5-6-43 16,-20-19-32-16</inkml:trace>
  <inkml:trace contextRef="#ctx0" brushRef="#br0" timeOffset="71947.6525">21629 13190 97 0,'4'-16'69'0,"-4"16"13"16,0 0-12-16,-9 5-54 16,-42 39-10-16,-9 12-3 15,-9 11 19-15,13-7-7 0,16-9 3 16,16-8 0 0,13-10-13-16,11-15 3 0,0-7-6 15,0-5 1-15,0-6-3 16,11 0 2-16,21 0 6 15,13-6 4-15,7-16-4 16,8-9-8-16,-4-5-14 16,-5 0-7-16,-19 5-3 15,-15 8 0-15,-17 16 22 16,0 7 2-16,0 0 13 16,0 0-13-16,0 10-11 15,0 18 10-15,0 6 1 16,0 5 5-16,0-1-1 15,0-1-2-15,0-4 0 16,0-7-2-16,0-11 0 0,0-10-11 16,7-5-17-16,25 0-21 15,9-5-9-15,-22-14-14 16,5-3-80-16</inkml:trace>
  <inkml:trace contextRef="#ctx0" brushRef="#br0" timeOffset="72176.3438">22234 12562 191 0,'15'-67'128'0,"-11"67"-98"15,-4 22-13 1,15 35 18-16,2 26 24 0,7 9-16 16,8 7-6-1,0 3 3-15,-8-6-13 0,-5-8-11 16,-15-10-11-16,0-7-3 15,-4-8-2-15,0-7-25 16,0-3-34-16,-8-8-18 16,-16-42-27-16,1-3-78 15</inkml:trace>
  <inkml:trace contextRef="#ctx0" brushRef="#br0" timeOffset="73180.6857">6205 15370 123 0,'20'0'34'0,"10"0"24"16,4 0 9-16,2-18-26 16,5-10-17-16,2-6-13 15,-4 1-4-15,-9-3-3 16,-13-2-4-16,0 11 1 15,-17 2 2-15,0 6-2 0,0 12 1 16,0 0-2-16,-34 7-12 16,-7 0 11-16,-11 22-1 15,5 24-2-15,17 9 3 16,15 4 1-16,15-4 2 16,0-9 9-16,0-8-5 15,26-11 6-15,12-5-6 16,-3-9-3-16,1-8-3 15,11 1 0-15,-4-6-8 16,22 0-16-16,14-6-23 16,5-34-17-16,-52 16-34 15,-4-6-57-15</inkml:trace>
  <inkml:trace contextRef="#ctx0" brushRef="#br0" timeOffset="73465.367">7031 15050 76 0,'0'-33'89'16,"0"33"-18"-16,0 0-7 15,0 0-37-15,0 30-27 16,0 16 3-16,13 9 6 16,17-2-3-16,2 3 12 15,4-11-11-15,1-2 1 16,-13-6-6-16,-5-12 2 16,-15-7-2-16,-4-6-2 15,0 0 1-15,0 1 4 16,0-2 1-16,-8-5 0 15,-16-6 0-15,0 0 16 16,-4 0-5-16,-4 0-4 0,-13-18-13 16,-10-18 0-16,5-7-23 15,3 1-12-15,19-1-5 16,22-1-45-16,6 29-15 16,0 0-78-16</inkml:trace>
  <inkml:trace contextRef="#ctx0" brushRef="#br0" timeOffset="73688.1453">7436 14634 88 0,'9'0'143'16,"4"3"-120"-16,13 48-7 15,4 21 39-15,-3 6-21 16,1 3-20-16,-11 6 2 15,3-3-9-15,-12-2-5 16,-3-9-1-16,-1-11-2 16,-4-5-21-16,0-8-24 15,0-46-49-15,0-3-41 16</inkml:trace>
  <inkml:trace contextRef="#ctx0" brushRef="#br0" timeOffset="74184.5342">7383 15112 51 0,'10'-38'76'0,"72"36"-34"0,21 2 21 15,2 0-17-15,-11 0-26 16,-12 0-9-16,-11 0-6 16,-16 0-3-16,-14 0-1 15,-13 0 1-15,-2-7-2 16,-15 3 4-16,6-7 0 15,-15-1-1-15,-2-1-3 16,0 2 0-16,0 5-4 16,-15 6-8-16,-17 0-5 15,-13 14 8-15,-3 32 2 0,-1 15 7 16,2 7 6 0,19-7-1-16,13-8 13 0,15-12-3 15,0-17-4-15,0-11-5 16,0-8 3-16,11-5 0 15,6 0-1-15,11 0-1 16,6-12 4-16,7-18-6 16,4-15-5-16,0 0-4 15,-15-2-6-15,-2 9-1 16,-20 20 8-16,-3 12 3 16,-5 6 9-16,0 0 8 15,0 6-17-15,0 23-2 16,0 15 1-16,4 2 1 15,7 0 1-15,-3-6-1 16,1-8-5-16,8-6-18 0,-6-11-21 16,8-6-13-16,-15-9-30 15,1 0-13-15</inkml:trace>
  <inkml:trace contextRef="#ctx0" brushRef="#br0" timeOffset="74543.6402">8382 15148 94 0,'9'0'49'0,"6"1"-2"16,-7 38 12-16,-3 5-31 15,1-7-13-15,-6-6-1 16,0-12 3-16,0-8-9 0,0-11 1 16,2 0-2-16,-2 0 7 15,11 0 5-15,-7 0 4 16,7-19 6-16,-2-17-9 15,3-12-19-15,8-5-1 16,-3 8 2-16,2 12-2 16,-4 12-2-16,-11 20-1 15,-4 1 1-15,0 0 1 16,9 12 1-16,8 25 3 16,3 4 3-16,-3 3 0 15,-7-4-3-15,-3-6-1 16,-7-5-2-16,0-5-5 15,0-7-12-15,0-2-17 0,0 0-13 16,0-5-20 0,-7-10-51-16,-12 0-60 0</inkml:trace>
  <inkml:trace contextRef="#ctx0" brushRef="#br0" timeOffset="74765.9368">7921 14846 145 0,'0'-44'114'16,"0"10"-74"-16,41-4 10 0,-5 5-21 16,-1 5-20-16,-8 7-8 15,1 7-1-15,0 9-20 16,2 5-43-16,-21 0-55 15,8 0-36-15</inkml:trace>
  <inkml:trace contextRef="#ctx0" brushRef="#br0" timeOffset="75323.3682">9015 15131 114 0,'15'-31'73'0,"-15"11"-23"16,0-3 19-16,0 4-35 16,0 6-15-16,-24 5 0 15,-8 5 1-15,0 3-13 16,-11 0-7-16,-6 28-8 15,-7 30 7-15,5 10 1 16,5 7-2-16,12-14 2 16,21-11 0-16,13-19-2 15,0-11-2-15,0-9-3 16,0-8 4-16,13-3 2 0,15 0 1 16,4-14 11-16,15-21-3 15,1-11-8-15,1-9-3 16,-2-2-6-16,-15-6-3 15,-12-1 4-15,-16-7 5 16,-4 3 2-16,0 5 2 16,0 13-1-16,-24 17 2 15,9 19 11-15,7 12 4 16,3 2 5-16,1 0-21 16,4 7-1-16,0 24-8 15,0 19 8-15,0 8 15 16,4 5 3-16,9 5-3 15,7 0-7-15,-5-3-7 0,-3-1-1 16,12-1-3 0,0-8-28-16,8-9-25 0,15-18-21 15,9-10 26-15,-28-18-27 16,-7-4-63-16</inkml:trace>
  <inkml:trace contextRef="#ctx0" brushRef="#br0" timeOffset="75744.2584">9354 14994 117 0,'-43'0'37'15,"6"17"1"-15,1 25 7 16,-7 11-23-16,11 7 5 16,2 2 4-16,11-1-6 0,10-7-11 15,9-12-7-15,0-5-7 16,0-13-2-16,0-8 2 15,13-8 0-15,8-8 2 16,7 0-2-16,4 0 2 16,11-20 6-16,-6-14-5 15,6-6-3-15,-3-6-3 16,-7-6-2-16,-14 2-2 16,-15 8 7-16,-4 12 0 15,0 19 7-15,0 8 18 16,0 3 11-16,0 0-19 15,0 0-7-15,0 0-10 16,0 18-1-16,0 19 1 0,0 9 0 16,-8 0 4-16,8-3 2 15,0 1-1-15,0-4-4 16,0-6-1-16,0-5 0 16,0-5-11-16,0-9-28 15,0-4-19-15,0-11-34 16,8 0-53-16</inkml:trace>
  <inkml:trace contextRef="#ctx0" brushRef="#br0" timeOffset="76127.3936">9712 15234 68 0,'30'0'54'15,"11"34"-6"-15,2 2 6 16,6 3-14-16,-6-1 0 15,-11-3-26-15,-4-7 16 16,-15-10-25-16,-2-6-2 16,-7-5 1-16,4-4 0 15,-3-3 4-15,-5 0 5 16,0 0 4-16,0 0 11 16,0 0 5-16,0-20-1 15,0-12-15-15,0-11-7 16,-13-3 1-16,9-4-6 15,4 8 0-15,0 3 0 0,8 1-4 16,39 4-1 0,11 3-2-16,15 2 1 0,-9 2 1 15,-6 8 0-15,-4 2 0 16,-24 4 0-16,-13 7 1 16,-2 1-1-16,-10 5-14 15,-1 0-26-15,0 0-22 16,-4 0-34-16,0 0-87 15</inkml:trace>
  <inkml:trace contextRef="#ctx0" brushRef="#br0" timeOffset="77633.3968">11614 14668 103 0,'-10'-9'119'0,"10"4"-63"16,0-5-1-16,0 3-1 15,10-7-27-15,38-2-11 16,20-3 6-16,9 1 0 16,11 0-8-16,-4 6-2 15,-15 5 2-15,-14 7-5 16,-12 0-9-16,-10 0-1 16,-10 0 1-16,-6 4-2 0,-2 11 0 15,-10 6-4-15,-5 5 3 16,0 15 2-16,0 6 1 15,-20 7-5-15,-35 5-3 16,-10 1-1-16,1-1 4 16,4 1 2-16,8-5 2 15,14-9 1-15,10-6 0 16,6 0 0-16,18-2-1 16,4-2 1-16,0-1 1 15,0-7 1-15,0-4-1 16,32 0 3-16,0-5 3 0,16-2 7 15,3-9-1-15,9-5 5 16,9-3-3 0,10 0 2-16,-2 0 1 0,5 0-9 15,2-14-6-15,-14-3 0 16,-1-1-3-16,-13-1-1 16,-18 2-17-16,-16-1-2 15,-3-2-14-15,-15-4-11 16,-4-6-9-16,0 19-22 15,0-3-68-15</inkml:trace>
  <inkml:trace contextRef="#ctx0" brushRef="#br0" timeOffset="77888.917">11662 14944 128 0,'17'-2'64'16,"51"-10"13"-16,33 1 17 15,2 0-39-15,17-6-1 16,-4 7-14-16,-4 3-15 16,-20-2-19-16,-8 7-5 15,-12-1-2-15,-11 1-11 16,-1 2-26-16,0 0-21 0,-50 0-21 15,-1 0-68-15</inkml:trace>
  <inkml:trace contextRef="#ctx0" brushRef="#br0" timeOffset="78337.5522">13279 14824 180 0,'0'30'49'16,"-9"3"6"-16,-19 10 9 0,-10 6-39 15,-3 8-5 1,-10 0-8-16,-5 6-1 0,6 0-6 16,3-10-3-16,11-10-1 15,8-13-1-15,9-14 0 16,10-7-2-16,9-7-6 15,0-2-8-15,0 0 0 16,0-2 3-16,0-36 3 16,0-16-8-16,0-12 11 15,6 3 3-15,7 12-5 16,2 17 8-16,-2 17 1 16,-6 8 3-16,-5 9 15 15,-2 0 2-15,8 0-9 16,1 4-6-16,15 15 15 0,3 13 3 15,1 4-11-15,0 1-7 16,0-2-4-16,-9 2-1 16,3-6-1-16,-7 2-7 15,2-5-18-15,2-13-11 16,5-4-16-16,-24-11-40 16,4 0-42-16</inkml:trace>
  <inkml:trace contextRef="#ctx0" brushRef="#br0" timeOffset="78586.3004">13751 14651 106 0,'13'-25'138'0,"-13"25"-94"0,0 8 1 15,0 35-7-15,0 21-2 16,-24 8 0-16,-12 9-12 15,-10 1-1-15,4 6-9 16,-14 7-6-16,-4-3-4 16,10-5-2-16,5-12-2 15,11-14-12-15,13-2-30 16,21-16-24-16,0-43-30 16,0 0-3-16</inkml:trace>
  <inkml:trace contextRef="#ctx0" brushRef="#br0" timeOffset="78967.6276">13746 15354 154 0,'5'-24'134'16,"8"13"-69"-16,6-1 2 16,9-2-34-16,8 3-24 15,7 4 8-15,-2 4-4 16,0 3-4-16,-5 0-5 15,-2 0-3-15,-8 10-2 16,-11 10 0-16,-6 2-10 16,-9 6 6-16,0 2-3 15,0 10 2-15,-24 0 1 16,-17 1-4-16,1-2 5 16,-3-10 4-16,11-3 1 0,10-3-1 15,11-4 0-15,7-8-1 16,4 2-2-16,0-5 0 15,0-1 3-15,0-1-2 16,0-2 0-16,24-4 1 16,14 0 1-16,1 0 5 15,12 0-5-15,5-23 0 16,17 2-37-16,11-9-57 16,-52 19 1-16,7-6 65 15</inkml:trace>
  <inkml:trace contextRef="#ctx0" brushRef="#br0" timeOffset="82949.0819">15668 15494 116 0,'-13'11'47'0,"13"-11"-34"16,0 0 11-16,0 0-8 16,0 0-1-16,0 0-4 15,0 0-2-15,0 0 7 16,0 0 3-16,0 0 8 16,0 0-4-16,0 0-10 15,20 0-3-15,5 0 1 16,18-8-3-16,-2-5-4 15,10-9-1-15,5 1 0 0,4-9 0 16,0-3-2 0,-4-2 0-16,0-8 0 0,-7 0-2 15,3-6 1-15,-5 5-2 16,-11 0 2-16,-3 4 0 16,-6-2-1-16,1 5 0 15,-4-3 1-15,-7-2 1 16,7 6-1-16,-5-1 1 15,2 1-1-15,3 6 1 16,-5-1-2-16,5 0 1 16,-7 1 0-16,7 4-2 15,-1 1 2-15,5 0 0 16,4 5-1-16,-4-2 0 16,4 3 1-16,-4-1-1 15,9 4 0-15,3 0 1 0,8-4-1 16,-3 5 1-16,6-1 0 15,-4-4 0-15,-2 3 0 16,-2 4 0-16,-6 2 3 16,-5 1 1-16,-4 5-1 15,0-4-1-15,0 6-2 16,4 1 0-16,4 2 0 16,7 0-3-16,-6 0 3 15,3 0 0-15,-3 0 3 16,1 0 3-16,-1 0-4 15,-1 2 0-15,7 10 0 16,2 1-2-16,2 3 1 0,3 11 0 16,1 5-1-16,5 10 1 15,0 4 1-15,8 0-1 16,-4 0-1-16,0 2 1 16,5-4-1-16,-1-3 3 15,2-1-2-15,-1-1-1 16,-1 0 3-16,0 3-3 15,1 1 4-15,6 3 3 16,-3 4-4-16,7-2 4 16,2-2-3-16,11 0 0 15,0-5 3-15,5-4-6 16,-1-1 3-16,-9-1-1 16,1-11 0-16,-15-4-2 0,-14-12 2 15,-12 1 1 1,-17-9-3-16,-7 0 0 0,5 0 5 15,-11 0 1-15,-2 0-2 16,-7 0-5-16,-4 0-2 16,0-3-16-16,0-16-30 15,0 0-18 1,0 10-43-16,-24 1-57 0</inkml:trace>
  <inkml:trace contextRef="#ctx0" brushRef="#br0" timeOffset="84011.8285">17508 14347 14 0,'-4'-10'37'0,"0"3"2"16,-5-1-12-16,-6-1-11 15,2 2-8-15,-2 3-1 16,3-2-7-16,-3 2-2 16,-3 4-7-16,-1 0 1 15,-5 0 3-15,3 0-1 0,-13 0-20 16,12 0-7-16,-1 0-6 15,-1 0 19-15</inkml:trace>
  <inkml:trace contextRef="#ctx0" brushRef="#br0" timeOffset="84322.8689">17508 14347 13 0,'-300'-60'43'15,"300"58"0"-15,0 2-6 16,-4 0-4-16,4 0-6 16,0 0-4-16,0 0-2 15,0 0 3-15,-4 0 1 16,4 0-3-16,-5 0-3 15,5 0-6-15,0 0-13 16,0 37 1-16,0 26-1 0,13 24 21 16,30 17-1-16,11 14-7 15,1 17-2-15,1 18-4 16,-9 13 0-16,-10-1-1 16,-9-10-3-16,-9-23-2 15,-15-20 0-15,1-25-1 16,-5-19 0-16,4-22-1 15,-4-17 1-15,4-12 0 16,1-9-6-16,-5-8-13 16,6 0-4-16,-6 0-7 15,0 0-4-15,0-14-15 16,0-4-91-16</inkml:trace>
  <inkml:trace contextRef="#ctx0" brushRef="#br0" timeOffset="85037.9851">15040 15948 74 0,'0'5'63'0,"0"-5"-19"0,19 0-3 16,37 0 13 0,17-14 8-16,10-4-26 15,14 2-11-15,6 0-4 0,17-1-12 16,9 3-1-16,23-1-5 15,30-2-1-15,28 1-1 16,41-1 0-16,45 1-1 16,41-6 0-16,34-2 0 15,26-1-4-15,-9-3 4 16,-12 4-1-16,-25-2 1 16,-29-2 0-16,-15 1 2 15,-31-4-2-15,-20 0 3 16,-31 1 2-16,-26-1-2 15,-42 11-3-15,-41 3 3 16,-52 7-2-16,-32 3-1 0,-25 7 2 16,-7 0 7-1,0-2 7-15,0 2-3 0,0 0-6 16,0 0-7-16,0 0-1 16,0 0-4-16,0 0-3 15,0 0 0-15,0 0 3 16,-11 0-9-16,-30 0 4 15,-15 0-26-15,-8 0-11 16,-11 0-19-16,43 0-35 16,-5 0-31-16</inkml:trace>
  <inkml:trace contextRef="#ctx0" brushRef="#br0" timeOffset="88293.718">13937 12841 88 0,'11'-8'87'0,"-11"5"-38"16,0 0 8-16,0 0-8 15,0-1-15-15,0 4-2 16,0 0 3-16,0 0 3 0,0-7 0 16,-4 5-9-16,-33-4-22 15,-18 6-7 1,-14 0-5-16,-10 34-2 16,1 21 1-16,8 16-4 0,31 0-9 15,13-12 3-15,26-11 2 16,0-8 5-16,19-15-9 15,27-7 8-15,-4-9 6 16,-5-7 2-16,-5-2 0 16,0 0 1-16,9 0 1 15,-2-19-1-15,1-12 0 16,-3-7-1-16,-3-7-1 0,-6-3 0 16,-9-15 0-16,-12-8 0 15,-7-4 2-15,0-4-13 16,0 12 7-16,0 11 3 15,0 18 4-15,-7 14 0 16,-3 15-1-16,3 8 1 16,7 1 3-16,0 0-3 15,0 0 0-15,0 0-5 16,0 11-6-16,0 34 5 16,0 12 6-16,0 12 5 15,7 3-3-15,3-1 3 16,-3-1-4-16,3-7 2 15,8-9-3-15,3-10-3 16,1-7-27-16,5-13-47 0,-18-24-32 16,4 0-40-16</inkml:trace>
  <inkml:trace contextRef="#ctx0" brushRef="#br0" timeOffset="88879.2869">14371 12953 63 0,'4'0'51'0,"4"0"-6"15,7-9 0-15,-2-15-30 16,7-5-3-16,-1 1-11 15,-6-2 1-15,-9-1-1 16,-4 4 4-16,0 1-4 16,0 3 3-16,-36 10-4 15,-1 6-7-15,3 7 6 16,-7 0 0-16,13 10 1 16,0 29 4-16,5 8-2 15,18 5 1-15,5 3 8 16,0-5-3-16,0-6-7 15,0-8-1-15,15-12-1 16,7-7 1-16,6-10-6 0,4-7-9 16,2 0-5-1,3 0-5-15,12 0 6 0,5-12 1 16,-1 1-4-16,-3 3-1 16,-20 3 9-16,-2 5 9 15,-16 0 2-15,-3 0 3 16,-9 0 12-16,0 0 14 15,0 0 7-15,0 0 6 16,0 0 5-16,0 0-2 16,0-12-2-16,0-4-5 15,0-9-12-15,0-5-15 16,4-7-5-16,3-3-1 0,6 1-2 16,2-4-14-16,6 9-10 15,3 8-15-15,8 8-40 16,-17 18-33-16,-7 0-21 15</inkml:trace>
  <inkml:trace contextRef="#ctx0" brushRef="#br0" timeOffset="89171.9908">15027 12731 43 0,'21'-5'48'16,"-4"-8"-22"-16,-6-1 10 15,0 1-10-15,-2-3-3 16,-5 4 6-16,-4 5 0 15,0 1-5-15,0 6-3 0,0 0 5 16,0 0-12-16,0 0-8 16,-7 0-3-16,-21 20-3 15,-6 12-4-15,-2 11 3 16,8-3 1-16,4 0 1 16,5-6 3-16,15-9-3 15,4-10-1-15,0-4-4 16,0-5 1-16,8-3 1 15,35-3 1-15,13 0-4 16,13-3-16-16,14-29-26 16,-51 12-37-16,-8 4-38 15</inkml:trace>
  <inkml:trace contextRef="#ctx0" brushRef="#br0" timeOffset="89433.2125">15432 12643 129 0,'0'-11'66'0,"0"11"-33"0,-32 0 8 15,-4 22-22-15,-1 10-1 16,9 6 6-16,5 0-3 16,14-7-1-16,9 3-6 15,0-7-6-15,0-5-3 16,0 0 1-16,0-6-4 16,13-5 0-16,11-1 1 15,3-6-1-15,6-4-2 16,7 0-3-16,8 0-11 15,-1-14-2-15,-2-20-3 16,-2-5-21-16,-11-4-11 0,-4-6-12 16,-15-1 2-16,-9-9 15 15,-4 35-18-15</inkml:trace>
  <inkml:trace contextRef="#ctx0" brushRef="#br0" timeOffset="89809.5405">15664 12399 1 0,'0'-44'74'0,"0"44"-27"16,0 0-12-16,0 0 0 15,0 15-20-15,0 20-8 16,11 13 41-16,1 3-13 16,-7 3-9-16,-5 1-14 0,0-7-5 15,0-2-7 1,0-10 2-16,0-12-1 0,0-13-1 16,0-5 0-16,0-6 1 15,0 0 0-15,0 0 3 16,4 0 2-16,7 0 1 15,2-22 8-15,6-9 8 16,13 1-22-16,-4 5-1 16,0 14-2-16,-11 3-1 15,-6 8 3-15,-7 0-4 16,-4 0 4-16,4 0 3 16,-4 24 6-16,9 5-8 15,-9 4 3-15,4 2-4 16,7-2 0-16,6-3-14 15,7-2-13-15,-1-7 0 0,14-8 14 16,-5-7-49-16,4-6-2 16,7 0 42-16,-30-4-79 15,-9-11 28-15</inkml:trace>
  <inkml:trace contextRef="#ctx0" brushRef="#br0" timeOffset="90089.5064">16200 12706 25 0,'0'-15'49'0,"0"15"18"16,0 0-27-16,0 0-23 15,0 0-5-15,-13 22-2 16,-2 8 13-16,2-6 3 16,9-2 2-16,4-6-7 15,0-1-6-15,0-8-8 16,0-7-2-16,0 0 7 16,13 0 1-16,11 0-2 0,-1 0-1 15,9-5 0-15,-4-18-4 16,0-1-2-16,-11-2-1 15,-2-2-1-15,-10 2 2 16,-5-3-4-16,0 8 3 16,0 8-3-16,0 8-10 15,-9 5-6-15,-19 0-15 16,-4 0-22-16,-7 24-36 16,26-14 6-16</inkml:trace>
  <inkml:trace contextRef="#ctx0" brushRef="#br0" timeOffset="90401.5775">16552 12556 94 0,'23'-11'119'0,"-23"11"-35"16,0 0-9-16,0 0-29 15,0 0-24-15,5 0-17 16,-1 0-5-16,15 0-5 15,5 11 5-15,-3 10 1 16,12 4 4-16,-10 2 0 16,-8-2-1-16,-11-3 0 0,-4 3-4 15,0 4 3 1,0-4-2-16,0-5 3 0,-19 3-1 16,-13-10-2-16,0 3 2 15,-5-4 2-15,1-3-5 16,8-3-3-16,-11-1-20 15,12-1-27-15,18-4-38 16,0 0-66-16</inkml:trace>
  <inkml:trace contextRef="#ctx0" brushRef="#br0" timeOffset="91705.8655">19437 15300 66 0,'-5'0'77'0,"5"0"-26"16,0 0 8-16,0 0-21 15,-4 0-36-15,4 0-2 16,-4 7-4-16,4 18 3 15,-4 4 1-15,-7 4 1 16,6-5 0-16,5-13 2 16,-4-3 5-16,4-6 4 0,0-6-1 15,0 0 7-15,0 0 3 16,0 0 1-16,0 0 0 16,0-5 4-16,0-15 3 15,-8-16-18-15,-7-2-4 16,2-3-2-16,2 12-2 15,2 7 1-15,1 15 6 16,4 7 4-16,4 0-14 16,0 0-4-16,0 18-8 15,0 22 2-15,0 15 10 0,0 1 0 16,0 4 1 0,0-7-1-16,0-7-1 0,-5-11-1 15,-1-14 0-15,-3-8 1 16,9-13 1-16,0 0 0 15,0 0 3-15,0 0 0 16,0-4 1-16,0-26 4 16,0-14-8-16,0-10-3 15,0-4 3-15,0 7-3 16,0 10-1-16,0 18 1 16,0 17 3-16,0 6 2 15,0 0 3-15,0 0-3 16,0 24-2-16,0 12 0 15,5 10 1-15,-1 2 6 16,7-6-1-16,-7-3-2 0,0-3-3 16,-4-9-1-16,0 0-2 15,0-3-22-15,0-7-39 16,0-17-36-16,-13 0-78 16</inkml:trace>
  <inkml:trace contextRef="#ctx0" brushRef="#br0" timeOffset="92657.4158">15612 15411 218 0,'0'0'55'0,"0"0"-3"16,0 0-7-16,0 0-31 16,0 2-10-16,0 31-4 15,7 15 1-15,10 23 2 16,2 5 6-16,-6 1-5 15,6-7 0-15,-6-8 2 0,-2-10-5 16,2-15 1-16,-2-17-2 16,-7-12 1-16,0-8 0 15,1 0 0-15,-1 0 3 16,0 0 1-16,-4-14-1 16,0-18 20-16,0-17-16 15,0-10-5-15,0-9-2 16,0-6 0-16,-4 12-1 15,-13 13 2-15,2 18-2 16,6 24 4-16,5 7 3 16,4 0 0-16,0 20-7 15,0 30-12-15,0 18 12 16,0 8 7-16,13 6 4 0,2-7 1 16,2 2-6-16,2-12-1 15,5-11-3-15,-3-5-1 16,7-8-1-16,0-11-7 15,0-8-24-15,8-7-25 16,16-12-23-16,-33-3-62 16</inkml:trace>
  <inkml:trace contextRef="#ctx0" brushRef="#br0" timeOffset="93347.4591">20117 14411 189 0,'0'-6'79'16,"0"6"-17"-16,0 0 2 15,0 0-25-15,0 0-16 16,0 0-7-16,0 6-5 15,-28 28-4-15,-28 9-2 16,-8 6-3-16,-1 2 2 16,-3-2-4-16,8 1 0 15,4-7-2-15,13-8-16 16,11-6-17-16,15-10-24 0,10-8-12 16,7-8-39-16,0-3-5 15</inkml:trace>
  <inkml:trace contextRef="#ctx0" brushRef="#br0" timeOffset="93597.1633">19628 14710 72 0,'0'-11'98'0,"0"11"-50"15,0 0 2-15,0 3-17 16,0 27-23-16,0 7 19 16,-24 10-9-16,5 0-5 15,6-8 4-15,2 3 5 16,11-10-10-16,0-2-3 0,0-5-4 15,0-12 6-15,11-4-5 16,12-5-1-16,10-4 0 16,-1 0-4-16,8 0 4 15,16 0-6-15,9-26-1 16,10-11-30-16,6-5-34 16,-57 20-31-16,-5 4-80 15</inkml:trace>
  <inkml:trace contextRef="#ctx0" brushRef="#br0" timeOffset="94226.7515">20440 14075 209 0,'-12'0'55'16,"12"0"-15"-16,17 0 4 15,47-11-29-15,24-5 11 16,0 3 1-16,-9 5-1 15,-14 4-5-15,-29 4-14 16,-21 0-7-16,-15 4-5 16,0 31-7-16,0 17 6 15,-36 8-2-15,-24 1-5 16,-11 0-1-16,15-10 9 0,7-4 4 16,17-12 1-16,12-4 0 15,12-7 4-15,8-6 5 16,0-2-3-16,0-6 0 15,0 4 1-15,40-4 1 16,12 0 2-16,17-8 1 16,6-2-1-16,2 0-1 15,-2 0-4-15,-26 0-5 16,-10-12-9-16,-18 5-24 16,-14-7-15-16,-7 7-22 15,0-2-63-15</inkml:trace>
  <inkml:trace contextRef="#ctx0" brushRef="#br0" timeOffset="94427.7518">20520 14316 87 0,'-28'0'151'16,"28"0"-107"-16,0 0 4 15,36 0-7-15,29-3-4 16,14-1-1-16,-6-2-12 15,2 1-5-15,-6 5-19 16,-5 0-4-16,3 0-31 16,1 0-31-16,-51 0-48 15,3 0-91-15</inkml:trace>
  <inkml:trace contextRef="#ctx0" brushRef="#br0" timeOffset="94810.2514">21560 14145 209 0,'0'0'64'0,"0"0"-33"15,0 29 1-15,0 10-3 16,-28 11-6-16,-19-4-6 16,2 3-8-16,-2-9-3 15,-5-2-5-15,16-10-1 16,8-15-1-16,11-6-9 15,17-7-4-15,0 0-8 0,0 0 2 16,0-20 2-16,0-16-15 16,21-9 16-16,3-5 9 15,-1 8 2-15,-14 14 6 16,2 13 3-16,-11 12 29 16,0 3 7-16,4 0-8 15,0 0-15-15,16 23-7 16,5 5 21-16,3 3-15 15,4 2-9-15,3-2-6 16,-3-7-10-16,0-10-22 16,-4-2-15-16,4-5-15 15,-28-7-36-15,9 0-17 16</inkml:trace>
  <inkml:trace contextRef="#ctx0" brushRef="#br0" timeOffset="95253.6822">22124 14127 66 0,'17'-8'160'0,"-17"8"-113"16,0 11 6-16,0 30 15 15,0 1-39-15,-4 5-16 16,-24-1-6-16,0-4-5 16,0 1-2-16,0-8-15 15,16-11-23-15,-1-10-13 16,13-8-17-16,0-6-7 0,0 0 27 15,0-11 48-15,21-14 2 16,22-4 18-16,2 7 21 16,7-1 5-16,-1 4-2 15,-10 5-9-15,-13 6-8 16,-9 5 5-16,-19 3-4 16,0 0-15-16,0 0-8 15,0 17 1-15,-19 17-6 16,-13 3 6-16,8 0-5 15,7-3 0-15,6-7-1 16,11-9 5-16,0-1 5 16,0-6 3-16,0-3 3 15,0 0 0-15,32-5-5 0,11 0 0 16,-2-3-1 0,6 0-3-16,-10 0-7 0,-5 0-4 15,-19 0-40-15,-7-3-17 16,-6-2-14-16,0 1-66 15</inkml:trace>
  <inkml:trace contextRef="#ctx0" brushRef="#br0" timeOffset="96153.8008">14819 14955 177 0,'0'2'55'16,"0"-2"-13"-16,0 0 10 16,0 0-35-16,0 0-3 15,0 0 7-15,0 0-3 16,36 0-7-16,20 0 20 16,8-11 5-16,5-5-15 15,-2-2-13-15,-3 0-7 16,-8 2-1-16,-3 1-8 15,3-4-26-15,4-3-24 0,-45 10-30 16,-11 2-71-16</inkml:trace>
  <inkml:trace contextRef="#ctx0" brushRef="#br0" timeOffset="96566.9123">15452 14470 167 0,'96'-34'68'0,"-17"13"15"0,-14 4-12 16,-22 6-27-16,-22 11-31 15,-17 0-13-15,-4 0-2 16,0 4-9-16,0 26-1 15,0 13 2-15,0 6 0 16,-25 2 3-16,-23 1 1 16,-3 0-2-16,10-5 8 15,9-2 0-15,17-7 0 16,15-9-1-16,0-8 1 16,0 0-3-16,19-9 0 15,22-3 3-15,11-1 1 16,-1-8 6-16,-2 0 3 0,-6 0 2 15,-11 0-5-15,-8 0-5 16,-11 0-1-16,-9 0-1 16,3-8-23-16,-7-6-21 15,0 7-55-15,0-4-122 16</inkml:trace>
  <inkml:trace contextRef="#ctx0" brushRef="#br0" timeOffset="96788.1818">15404 14735 114 0,'63'-14'84'0,"-3"1"6"16,0-1-10-16,-11 4-44 15,-2 1-26-15,-10 3-9 16,-5 5-1-16,0-2-2 15,0 0-26-15,0 0-24 16,-25 3-49-16,-3-3-45 16</inkml:trace>
  <inkml:trace contextRef="#ctx0" brushRef="#br0" timeOffset="97226.5569">16271 14455 123 0,'4'0'59'16,"-4"0"-37"-16,0 35 5 15,0 12-2-15,-15 8-4 16,-13-3-1-16,-4-2-6 15,0-3-5-15,0-8-1 16,4-10-5-16,4-9-2 16,11-5 0-16,5-11-1 15,8-4 0-15,0 0-10 16,0 0-3-16,0 0 0 0,0-15 6 16,0-18-2-16,0-7 5 15,0 1 3-15,0 12 2 16,4 8 1-16,0 13 16 15,-4 6 5-15,5 0 3 16,-5 0-13-16,8 4-8 16,3 17 0-16,6 3 7 15,-2 4-4-15,2-1-8 16,3-6-3-16,-7-2-19 16,6-8-29-16,-15-11-31 15,7 0-26-15</inkml:trace>
  <inkml:trace contextRef="#ctx0" brushRef="#br0" timeOffset="97445.2762">16524 14422 200 0,'0'0'64'15,"0"0"-29"-15,0 33 11 16,0 25-9-16,0 10-11 15,-24 5-9-15,3-3-9 16,-7-3-4-16,0-6-4 16,9-8-5-16,6-3-24 15,7-15-26-15,6-35-33 16,0 0-65-16</inkml:trace>
  <inkml:trace contextRef="#ctx0" brushRef="#br0" timeOffset="97766.3087">16543 14791 0 0,'28'-37'187'16,"9"15"-143"-16,14-2 22 15,-2 4-10-15,-6 7-20 16,-19 7 0-16,-15 6-20 16,-9 0-15-16,0 0-1 15,0 15-8-15,0 22 8 16,-20 7 5-16,-8 1-3 15,0-3-2-15,1-4 3 0,9-9-2 16,10-4 0-16,1-7 5 16,7-7 4-16,0-2-4 15,0-4-1-15,0-5 2 16,0 3-4-16,20-3 0 16,3 0 1-16,1 0 2 15,8 0-5-15,0 0-1 16,5-3-25-16,-1-11-32 15,-25 7-31-15,-3 2-56 16</inkml:trace>
  <inkml:trace contextRef="#ctx0" brushRef="#br0" timeOffset="99579.9452">16340 15156 64 0,'-48'63'45'0,"8"22"-39"16,7 11 11-16,1-2-3 15,17-10-8-15,7-15 0 16,8-17 14-16,0-18 3 16,0-16-4-16,0-12-8 15,0-6-4-15,0 0 5 16,28-11 25-16,12-29-4 0,31-19-5 16,6-15-26-16,11-11 2 15,11-21-4-15,-11-8 0 16,-7-14-1-16,-1-1-1 15,-16 12 4-15,-17 21-2 16,-19 28 1-16,-15 29 0 16,-13 29-1-16,0 10-1 15,0 3-4-15,0 48-6 16,-24 23 5-16,-16 19 5 16,-12 13 1-16,3 6-1 15,-7 2-1-15,5-8 1 16,14-14 1-16,9-21 0 0,13-20 0 15,11-19 0-15,4-15 0 16,0-13-1-16,0-4 1 16,4 0 0-16,39-15 15 15,17-35 5-15,24-22-9 16,12-26-9-16,16-21-2 16,-3-11-6-16,-2-3-5 15,-10 12-4-15,-22 20 7 16,-21 30 5-16,-20 28 3 15,-21 26 0-15,-13 12 0 16,0 5-1-16,0 0-5 16,0 36 5-16,-9 28-4 15,-34 24 5-15,-6 14 1 16,-2 18-1-16,-1 4 0 0,7-1 1 16,2-16-1-16,15-22 1 15,20-24 5-15,8-25 1 16,0-18-2-16,0-14-1 15,8-4 0-15,39 0 14 16,9-38 8-16,28-21-4 16,17-25-11-16,0-20-6 15,14-10-5-15,-3-7 0 16,-1 7 0-16,-18 13 0 16,-20 27-7-16,-31 37 4 15,-29 24 3-15,-13 13-5 0,0 0-7 16,0 35 0-1,-13 16 9-15,-29 20 3 0,-3 4 0 16,2 9 0-16,-2-1 0 16,12-8 0-16,6-8 0 15,3-9-1-15,24-20 1 16,0-13-1-16,0-12-4 16,0-13 2-16,41 0 3 15,29-13 13-15,23-45-4 16,12-15-9-16,15-11-3 15,2-8-7-15,-17 10 1 16,-25 23 8-16,-35 23 1 16,-22 22-1-16,-23 14 0 15,0 0-4-15,0 37 5 16,-19 15 0-16,-18 11 1 0,1 3 0 16,8-1 0-16,9-10 1 15,10-9 1-15,9-11 4 16,0-14 2-16,9-5-6 15,38-10 20-15,9-6-10 16,23 0-1-16,13-15-8 16,13-26 1-16,7-13-5 15,0-6-2-15,-12 5-2 16,-16 13 1-16,-33 17-1 16,-33 18-5-16,-18 7 5 15,0 0-4-15,0 14 1 16,0 19 7-16,-28 12 4 0,6-1 1 15,-1 0 3-15,3 1 1 16,3-6-1-16,-2 1-4 16,0-5-4-16,1-5-1 15,-5 1-22-15,-14-7-23 16,18-24-69-16,-4 2-51 16</inkml:trace>
  <inkml:trace contextRef="#ctx0" brushRef="#br0" timeOffset="101006.3493">18504 15038 285 0,'28'-27'93'0,"-24"22"-9"15,-4 0-2-15,4 2-19 0,-4 3-7 16,0 0-3-1,0 0-12-15,0 0-11 0,0 0-6 16,0 0-4-16,0 0-9 16,0 0-4-16,0 3-3 15,0 16-4-15,-4 8 0 32,-20 12 1-32,-12 11 4 0,-1 0-1 0,-10 7-4 15,-13-3 4-15,0 3-1 16,-4 0-1-16,8-7-1 15,4-12-1-15,20-4 2 16,4-14-2-16,11-11 0 16,6-2-1-16,3-5 0 15,-1-2-2-15,9 0 3 16,-4 0 0-16,4 0 0 0,0 0 0 16,0 0 3-16,-19-23-3 15,-9-10-10-15,-9-12 3 16,5-3-3-16,13-7-2 15,15 1 0-15,4 3 0 16,0 4 3-16,0 11 3 16,13 6 1-16,6 10 4 15,-6 9-1-15,-3 5 1 16,-5 3-1-16,-1 3-4 16,5 0 0-16,14 0-5 0,14 0 11 15,18 20 0 1,5 0 7-16,16-1 2 0,-12 3 1 15,0-2 1-15,-4 2-2 16,-4 3-1-16,-5-2 0 16,-1 4-2-16,-3-2-1 15,0-1-1-15,3-2-1 16,-8-6 1-16,-5-3 0 16,-18-1-3-16,-6-6 1 15,-9-5 0-15,-4 3 0 16,5-4-2-16,-5 0 2 15,4 0-2-15,-4 0 0 16,0 0 0-16,0 0 0 16,0 0 0-16,0 0-5 15,0 2-3-15,0 1-2 0,0-3 1 16,0 0 0 0,0 0-1-16,0 0 3 0,0 0 3 15,0 0 0-15,0 0 4 16,0 0 0-16,0 0 0 15,0 0 1-15,0 0 1 16,0 0-1-16,0 0 2 16,0 0-3-16,0 0 2 15,0 0-2-15,0 0 2 16,0 0 0-16,0 0-1 16,0 0 1-16,0 0 0 15,0 0-2-15,0 0 0 16,0 0 0-16,0 0 0 15,0 0-2-15,0 0 1 0,0 0-3 16,0 0 2-16,0 0 1 16,0 0 1-16,0 0 0 15,0 0 0-15,0 0 1 16,0 0-1-16,0 0 0 16,0 0 0-16,0 0-4 15,0 0-5-15,0 0-1 16,0 0-1-16,0 0 0 15,0 0 6-15,0 0 3 16,0 0 1-16,0 0 0 16,0 0 1-16,0 0-1 15,0 0-1-15,0 0 0 16,0 0-1-16,0 0-1 0,0 0 2 16,0 0 0-16,0 0 0 15,0 0-1-15,0 0-3 16,0 0 3-16,0 0 2 15,0 0 0-15,0 0 1 16,0 0 0-16,0 0 0 16,0 0 0-16,0 0-4 15,0 0-8 1,0 0-3-16,0 0-6 0,0 0-4 16,0 0 2-16,0 0-6 15,0 0-9-15,0 0-7 16,-9-9-37-16,1 2-8 0,-12 1-71 15</inkml:trace>
  <inkml:trace contextRef="#ctx0" brushRef="#br0" timeOffset="101968.8786">16940 15330 159 0,'-4'-9'127'0,"4"-5"-49"15,0 0 4-15,0 1-32 16,0 2-13-16,0 6 11 16,0 3-1-16,0-2 0 15,0 4-6-15,-9 0-12 16,5 0-15-16,-3 20-14 0,7 28-4 16,0 15 4-16,0 16 1 15,0-5 4 1,16-16-4-16,-8-8 0 0,-4-19-1 15,1-6 0-15,1-8 1 16,-6-9-1-16,0-6 0 16,4-2 1-16,-4 0-1 15,0 0-2-15,5 0 1 16,-5 0-2-16,0-24-2 16,0-14 4-16,0-19-5 15,0-10 0-15,-20-1-2 16,3 8-1-16,2 13 7 0,7 20 2 15,3 8 2-15,5 8 1 16,-4 9 2-16,4-4 2 16,0 6-3-16,0 0-4 15,0 0 0-15,0 17-3 16,0 17-3-16,0 15 6 16,0 6 7-16,13 5-1 15,6-6 2-15,9-5-4 16,-6-3-3-16,-3-8 0 15,-4-5-1-15,-2-9 0 16,0-6-2-16,-7-3-19 16,7-8-15-16,2-3-25 15,-2-4-10 1,15 0-12-16,12-6-12 0,-20-14-48 16,3-7-1-1</inkml:trace>
  <inkml:trace contextRef="#ctx0" brushRef="#br0" timeOffset="102799.5531">17601 15486 15 0,'0'0'165'0,"0"0"-118"15,28 0 23-15,4-5 14 0,11-2-16 16,-3 3-13-1,-7-2-7-15,-6 3-15 0,-7-2-9 16,-12 5-13-16,-3 0-7 16,1-1-3-16,-6-4 1 15,0 5-2-15,0 0 0 16,0 0 1-16,0 0 2 16,0 0 3-16,0 0-6 15,-6 0-9-15,-35 0-6 16,-15 0 2-16,-17 0-11 15,-2 12 9-15,6 5 6 16,9-4 6-16,24-6 3 16,21-1 1-16,15-6 0 15,0 3 3-15,0-3 2 16,0 0-4-16,0 0-1 0,0 0-1 16,28 0 4-16,23 0 1 15,22-9 14-15,15-6-4 16,-8-1 2-16,-12 3-6 15,-25 2-10-15,-21 4 0 16,-12 5 0-16,-10 2 0 16,0 0-1-16,0 0-1 15,0 0-7-15,-6 0-7 16,-35 0 3-16,-19 0-4 16,-13 0-3-16,-11 0 10 15,5 2 0-15,15 11 6 16,17-2 3-16,25-4 2 0,7-5 2 15,15-2 5-15,0 0 2 16,0 0-3-16,0 0-2 16,0 0 3-16,9 0 0 15,29 0 1-15,18-2 6 16,13-11 5-16,10-7 0 16,-2-2 1-16,-21 5-15 15,-24 6-5-15,-8 7-1 16,-24 4-1-16,0 0 1 15,0 0-1-15,0 0-5 16,0 0-5-16,0 0-3 16,-9 0-14-16,-29 0 15 15,-12 0-5-15,-6 0 1 0,5 4 7 16,6 3-1 0,6 1 5-16,11-3-1 0,-4 1 0 15,15-1 4-15,2-2-13 16,7 3-4-16,8-6 5 15,0 1-14-15,0-1-26 16,0 4-14-16,0 1-7 16,0-5-42-16,0 2-44 15</inkml:trace>
  <inkml:trace contextRef="#ctx0" brushRef="#br0" timeOffset="118047.2173">2064 16695 193 0,'0'-11'128'0,"0"8"-109"0,0 3 23 15,2 0 25-15,4 0-38 16,-6 0-18-16,0 0 3 16,0 0 1-16,0 0-1 15,0 0-3-15,0 5 5 16,0 17-6-16,0 11-1 15,0 13 7-15,-8 5-12 16,-18 0-4-16,-2 1-1 16,6-11 0-16,7-12 0 15,13-7 1-15,2-5-1 0,0-6-3 16,0-4 3-16,0-1-2 16,0 0 0-16,30 0 2 15,18-5 1-15,-3 2 2 16,10-3 0-16,1 0-2 15,0 0-2-15,-7 0-24 16,-14-10-29-16,-3-15-19 16,-28 12-25-16,-4-7-107 15</inkml:trace>
  <inkml:trace contextRef="#ctx0" brushRef="#br0" timeOffset="118284.7507">2553 16699 260 0,'-5'0'99'0,"5"0"-48"0,-6 3 41 16,-5 42-44-16,-15 19-20 15,-2 14 5-15,-8-1-7 16,4-1-8-16,-11-7-12 16,11-2-4-16,0-11-1 15,-1-4 1-15,10-12-2 16,-5-10-11-16,15-16-26 15,5-9-25-15,1-5-20 16,7 0-17-16,0-5-31 16</inkml:trace>
  <inkml:trace contextRef="#ctx0" brushRef="#br0" timeOffset="118897.1978">1720 16316 114 0,'-85'0'84'16,"40"0"-75"-16,6 22 34 16,-15 22 10-16,-4 11-25 15,-8 8-8-15,-7 6 6 16,2 7 1-16,9 5-7 15,6 8-4-15,20 9 2 16,19 11-7-16,17 4-2 0,0 3-3 16,25-7 0-16,42-17-1 15,21-14-1-15,15-15 2 16,-2-12-2-16,1-14-2 16,-1-4-1-16,0-5 32 15,15-17-26-15,15-11-3 16,15 0 8-16,-7-11-8 15,-4-30 1-15,-15-5-5 16,-28-16-4-16,-10-8-10 16,-16-7 1-16,-10-2-5 15,-9 1 8-15,-12 4 2 16,-14 4 2-16,-19-7-1 16,-2 2 0-16,0-5 3 0,0 2 0 15,-45 4 2-15,-17-1 1 16,-22 1 1-16,-16 4 0 15,-29 8 3-15,-13 8 3 16,-12 5 3-16,2 6 7 16,2 5-1-16,4 9-9 15,19 11 2-15,7 11-1 16,17 7-5-16,13 0-2 16,21 0 0-16,24 0-2 15,7 25-1-15,21 20-14 16,4 14-21-16,6 17-8 15,7 10-20-15,0-50-36 16,0-2-37-16</inkml:trace>
  <inkml:trace contextRef="#ctx0" brushRef="#br0" timeOffset="120245.7429">3425 16888 120 0,'-4'0'87'15,"4"0"-63"-15,0 0 9 16,0 0 6-16,0 0-14 16,0 0 3-16,0 0 13 15,0 0 5-15,0 0-2 16,0 0-3-16,0 0-8 15,0 0-16-15,0 0-7 16,37 0-6-16,38 0 3 16,17 0 3-16,0 0-2 15,-2 0-2-15,-15 0-2 0,-4 0-4 16,-11 0 0-16,-19 0-6 16,-13 0-30-16,-13 0-21 15,-15 0-33-15,0 0-36 16,-7 0-57-16</inkml:trace>
  <inkml:trace contextRef="#ctx0" brushRef="#br0" timeOffset="120471.6985">3576 16977 248 0,'-20'32'96'0,"20"-6"-87"15,9 16 48-15,38 12 5 0,0 9-47 16,-2 5-13-16,-6-1 4 16,-11 4-2-16,-11-4-2 15,-11-1-2-15,1-3-9 16,-7-7-21-16,0-2-29 16,0-46-40-16,0-8-67 15</inkml:trace>
  <inkml:trace contextRef="#ctx0" brushRef="#br0" timeOffset="120669.069">3393 17584 215 0,'0'-6'61'0,"0"6"-60"16,84 0 86-16,8 0-27 15,0-2-27-15,1-5-12 16,-18-3-13-16,-13 3-7 15,-15-1-1-15,-4-2-28 16,-7-8-35-16,-36 10-19 16,0-8-60-16</inkml:trace>
  <inkml:trace contextRef="#ctx0" brushRef="#br0" timeOffset="121036.9185">4101 17226 23 0,'9'44'133'15,"6"8"-80"-15,4 4 17 16,2-4-7-16,5-3-33 0,-9-6-10 16,-6-13-14-16,-9-11-1 15,5-12-3-15,-7-3-1 16,0-4 2-16,0 0 4 16,2-13 6-16,4-28-1 15,7-16-12-15,4-4-3 16,18 1 1-16,3 11 2 15,-8 18-3-15,-2 9 6 16,-11 17 2-16,0 5 4 16,-10 0 0-16,8 0 0 15,-7 0 0-15,12 25-1 0,-3 12-4 16,0 8 0 0,-10 5-2-16,1-8-2 0,-1 0-4 15,-3-11-4-15,0-12-9 16,5-12-9-16,-5-7-18 15,11 0-19-15,6-31-30 16,-10 3 11-16,4-16-51 16</inkml:trace>
  <inkml:trace contextRef="#ctx0" brushRef="#br0" timeOffset="121221.6797">4843 16705 195 0,'9'-8'102'0,"-7"26"-79"15,7 54 63-15,16 10-39 0,-5-1-24 16,7-3-4-16,-5-2-3 16,-9-2-12-16,-5-1-3 15,-8 0-1-15,0-5-4 16,0-5-31-16,0-8-30 16,-4-50-31-16,-13-5-69 15</inkml:trace>
  <inkml:trace contextRef="#ctx0" brushRef="#br0" timeOffset="121903.829">4815 17209 181 0,'48'0'50'16,"24"-8"46"-16,-1 1-13 15,4-8-40-15,-4 2-16 16,-13 0-18-16,-15-5-7 15,-15 12-1-15,-15-3-1 16,-13 5-6-16,0 4 0 16,0 0 5-16,0 0-2 15,0 0-9-15,0 18 10 16,-20 12 0-16,-1 7-1 16,4 10 3-16,0-4 0 15,8-3 0-15,9-6 0 16,0-9-1-16,0-7-2 0,0-5-1 15,0 2-5-15,26-9 2 16,2 4 0-16,-1 0 1 16,1-5-10-16,-8 1-2 15,-3-6-2-15,-15 0 4 16,-2 0 14-16,0 0 2 16,0 0 21-16,0-21 17 15,0-13-14-15,0-3 1 16,0-6-5-16,0-6-8 15,0-1-11-15,17 5-1 16,13 7-2-16,7 11-2 16,3 7-3-16,-7 15 0 15,-10 5 2-15,1 0-4 0,-5 0-2 16,-6 25 9 0,-4 4 2-16,1 10 4 0,3 3 0 15,6-1 1-15,9 3-3 16,4-1 10-16,5-10-11 15,-1-3 7-15,3-11-3 16,-13-11-4-16,-7-3 0 16,-10-5 2-16,-9 0-2 15,10-2 9-15,-1-31 0 16,10-11 1-16,-4-10-9 16,-2-7-2-16,2-4-11 15,-8 9-10-15,5 13-9 0,-1 13-5 16,6 17-8-16,-2 7-18 15,9 6-22-15,-20 0-3 16,5 0-2-16</inkml:trace>
  <inkml:trace contextRef="#ctx0" brushRef="#br0" timeOffset="122265.8158">6158 17066 93 0,'0'0'86'16,"0"0"-1"-16,0 0-10 15,0 0-21-15,0 0-5 16,0 0-7-16,0 0-15 15,-19 6-17-15,-3 23-10 16,-3 12-6-16,-3 2 4 16,6 4 1-16,16-6 1 15,6-13-1-15,0-7 0 16,0-14-1-16,0-5-3 0,0-2-3 16,28 0 0-16,2-2 2 15,2-30 3-15,4-3-4 16,7-6-2-16,-11 9-5 15,-14 9 3-15,-8 18 5 16,-10 5 5-16,0 0 1 16,0 0-1-16,0 28 1 15,0 17 0-15,0 4 3 16,0 3-1-16,0-1 4 16,24-13-6-16,4-7-3 15,8-15-5-15,-4-14-37 16,3-2 10-16,-5-9-46 15,-24-13-11-15,-4-6-7 16</inkml:trace>
  <inkml:trace contextRef="#ctx0" brushRef="#br0" timeOffset="122479.808">6574 16605 175 0,'0'-30'143'0,"0"36"-113"16,0 47 19-16,0 24 23 15,0 7-41-15,0 0-13 16,0 0-2-16,0-5-9 16,0-5-5-16,0-12-2 15,0-8-8-15,0-13-31 0,0-14-17 16,0-14-15-16,22-13-34 16,5 0-6-16,-16-8 85 15,8-17-89-15</inkml:trace>
  <inkml:trace contextRef="#ctx0" brushRef="#br0" timeOffset="122730.8106">6797 17234 26 0,'43'0'21'0,"-32"12"21"0,0 19 34 16,6 3-43-16,0-5 10 15,0-7 0-15,4-6-1 16,5-11-28-16,-4-5 10 16,6 0 4-16,-1 0 4 15,1-18-9-15,7-7-7 0,-5-4-11 16,-5-7-4-16,-14-5-1 15,-2 1-6-15,-9-9-2 16,0 5-2-16,-5 4-3 16,-38 7 3-16,-10 11 2 15,-5 9 1-15,-13 13 4 16,-12 0-12-16,-14 18-5 16,-10 26-29-16,72-22-33 15,14-3-126-15</inkml:trace>
  <inkml:trace contextRef="#ctx0" brushRef="#br0" timeOffset="123200.8464">7430 17072 179 0,'-47'2'107'16,"47"-2"-72"-16,0 0 40 15,0 0-7-15,0 0-50 16,0 0-5-16,28 0 9 15,17 0-1-15,13 0 6 16,12 0-6-16,1 0-8 16,-4 0-13-16,-12 0 0 15,-14 0-30-15,-13 0-34 0,-28 0-38 16,0 0-54-16</inkml:trace>
  <inkml:trace contextRef="#ctx0" brushRef="#br0" timeOffset="123388.8935">7342 17367 262 0,'0'19'45'15,"13"-19"18"-15,70 0 36 16,20 0-49-16,3 0-11 16,1 0-2-16,-15-11-8 15,-13-2-21-15,-19 5-8 0,-12 3-30 16,-1-6-51-1,-45 8-43-15,4-8-56 0</inkml:trace>
  <inkml:trace contextRef="#ctx0" brushRef="#br0" timeOffset="124153.9796">9208 16309 319 0,'9'-16'84'0,"-9"16"-11"0,0 0 13 15,0 0-50-15,0 0-26 16,-26 0 2-16,-30 0-12 15,-17 0-1-15,-15 0-4 16,-8 0 0-16,1 19 3 16,3-4 1-16,15 5-5 15,8-1 2-15,18-3 2 16,19-5 0-16,12-3-2 16,16-3 1-16,4-5-1 15,0 3 1-15,0 3 0 16,0 2 2-16,0 6 1 0,0 4 6 15,0 7 1-15,17 8 1 16,2 9 2-16,1 8-4 16,-5 10-1-16,-2 8-5 15,2 10 2-15,-13 10-1 16,-2 4 1-16,0 4-1 16,0 11-1-16,0 6 1 15,0 4 0-15,0 3 9 16,0-7-1-16,6-10-3 15,7-9 0-15,13-16-3 16,-9-14-1-16,11-9-2 16,-9-19 0-16,-4-21 0 15,-2-9 1-15,-11-6-1 16,2 0 5 0,11 0 0-16,3 0-1 0,14-17 0 0,11 2 1 15,6-7-1 1,7 0 4-16,6-2 5 0,15 2 1 15,7 4 2-15,15 1 2 16,6 4 2-16,4-4-5 16,5 3-2-16,-3 1 0 15,-12-1-3-15,4 1-4 16,-22 1-3-16,-14 2-1 16,-22 1-1-16,-17 4-1 15,-13 0-3-15,-15 3-3 0,4-2-8 16,-4 4-11-16,0 0-27 15,0-2-37-15,0-1-33 16,-11 0-46-16</inkml:trace>
  <inkml:trace contextRef="#ctx0" brushRef="#br0" timeOffset="125615.9892">9643 16667 64 0,'-4'-8'90'0,"4"8"-38"15,-2 0 14-15,-5 0 0 16,5 0-36-16,-8 0-11 16,3 0 13-16,5 0-8 15,-4 0-5-15,-3 0-2 16,-10 14-9-16,-9 12-5 0,0 19-1 16,-4 8 1-16,4 4 2 15,11 6-3-15,10-8-1 16,7-10 0-16,0-4 0 15,0-12-1-15,39-5 1 16,2-6 0-16,-1-12 2 16,8-1 2-16,7-5 1 15,8 0 4-15,-1-17-4 16,6-16-1-16,3-4-5 16,-6-10-6-16,-5 2-8 15,-20-4-4-15,-5-1-3 16,-16 2-4-16,-10 1 4 0,-9 3 2 15,0 12 2 1,0 3 3-16,0 4 7 0,-9 4 6 16,-19 2-1-16,2 8 2 15,9 6 2-15,-2 5 9 16,10 0-4-16,1 0-6 16,-3 0 6-16,2 0-2 15,-10 0 3-15,6 0 4 16,-6 0-1-16,-5 7 3 15,3 8 2-15,-3 5-6 16,-4 12-4-16,-4 8 3 16,4 11 1-16,0 6-3 15,5 5 3-15,8-2-1 16,-2 0 1-16,15-6 0 16,-5 0 3-16,7-5-9 0,0 3 0 15,0-3 2-15,0-3-4 16,0-6 0-16,0 1 0 15,7-6-1-15,12-4-1 16,-4-7 1-16,0-5 0 16,-2-8-1-16,-5-6 0 15,5-3 0-15,-11-2 0 16,-2 0-1-16,0 0-12 16,0 0-12-16,0 0-19 15,0 0-31-15,0 0-21 0,0 0-64 16</inkml:trace>
  <inkml:trace contextRef="#ctx0" brushRef="#br0" timeOffset="126346.1761">9330 16470 14 0,'0'-7'208'16,"0"5"-148"-16,0 2-11 16,0 0 17-16,0-2-30 15,24 2-4-15,25 0 18 16,11 0-6-16,15 0-16 15,24-4 0-15,15-1-6 16,10 0 1-16,11-1-8 16,-10-6-5-16,-5 6 0 15,-20-6-2-15,-16 4-2 0,-24 4-3 16,-13-2-1-16,-19 0 0 16,-11 3-2-16,-6 3 1 15,-7 0 0-15,1 0 0 16,1 0 1-16,-6-3-1 15,0 3 1-15,0 0-2 16,0 0-2-16,0 0-7 16,0 0-9-16,0 0-7 15,0 0-5-15,0 0-15 16,0 0-18-16,-19 0-13 16,0 0-27-16,-9 0-80 15</inkml:trace>
  <inkml:trace contextRef="#ctx0" brushRef="#br0" timeOffset="128789.6613">10542 17203 97 0,'4'-6'96'16,"-4"3"-55"-16,0 3 17 15,0 0 6-15,5-4-29 16,-5 3-14-16,4 1 7 15,0 0-3-15,0 0-7 16,3 0-6-16,2 0 1 16,18 0-4-16,21 0 3 0,16 0 4 15,17-4-8 1,3-2 0-16,0 2-6 0,-11-1 2 16,-7-4 0-16,-21 1 0 15,-17 0-4-15,-13 3 2 16,-11 5 1-16,-4-5-2 15,0 5 0-15,0-1-1 16,0-4-8-16,-23-4-11 16,-22 0-15-16,-11-1 6 15,-11 5 7-15,-1-1 0 16,3 6 4-16,3 0 7 16,15 0 8-16,13 0 2 15,14 0 0-15,20 0 1 0,0 0 5 16,0 0-3-1,0 0 4-15,0 0-4 0,0 0 0 16,0 0 2-16,0 0 3 16,28 0 6-16,11 6 5 15,6-4-4-15,2 4 0 16,-2-6 1-16,-2 3-6 16,-6-3-4-16,-14 0-3 15,-10 0-1-15,-4 0-2 16,-3 0-7-16,-2 0-9 15,-4 0-14-15,0 0-12 16,0 0-22-16,0 0-23 16,0 0-60-16</inkml:trace>
  <inkml:trace contextRef="#ctx0" brushRef="#br0" timeOffset="130340.5019">11795 16699 155 0,'-9'-2'87'0,"9"2"-52"16,0 0 13-16,0 0-1 0,0 0-33 15,0 0-9 1,0 0 8-16,0 2-1 0,0 22 5 16,15 7-9-16,2 10-2 15,-4 8-1-15,-9 0-1 16,-4 1-3-16,0-2 1 15,0-6 1-15,-23-7-2 16,-9-5 0-16,14-11 0 16,3-13 0-16,7-4 0 15,4-2-1-15,-5 0 0 16,-10 0-1-16,-5-14-12 16,-4-11-7-16,-4-15 12 15,0-2-5-15,0-8-1 0,0 2 7 16,12 1-3-1,7 9 4-15,9 9 2 0,4 10 3 16,0 5 1-16,0 2 0 16,9 6 1-16,19-2 4 15,-1-2 5-15,10 6 8 16,10 0 3-16,7 0 3 16,16 1-8-16,3 3 4 15,11-6 4-15,-5 3-5 16,5 1-1-16,-15-4-1 15,-9 1-3-15,-13 0-7 16,-19 2-6-16,-15 3 0 16,-7 0-1-16,-6 0-13 15,0 0-14-15,0 0-14 0,0 0-26 16,0 0-22-16,0 0-42 16,-6 0-21-16</inkml:trace>
  <inkml:trace contextRef="#ctx0" brushRef="#br0" timeOffset="131563.2572">11544 16437 28 0,'-9'8'59'16,"5"-6"-31"-16,4-2 15 15,0 0 5-15,0 0-11 16,0 0 3-16,0 0 4 16,0 0-8-16,0 0-3 15,0 0 4-15,0 0 1 16,0 0-16-16,0-8-7 0,32-10-6 15,4-5 2-15,16-6-7 16,-11 5-4 0,2-1 0-16,-5 9-1 0,-10 5-2 15,-11 5-4-15,-6 4 6 16,-11 2 1-16,0 0 0 16,0 0-1-16,0 0 0 15,2 0-1-15,7 0-1 16,14 0 1-16,5 2 2 15,15 15 6-15,2-1 0 16,7-1 1-16,3 5 0 16,1-4 1-16,-11-2 2 0,-8-2-4 15,-10-5-1-15,-1-2-3 16,-13 1-1-16,-4-5 0 16,-3 4-1-16,-4-5 0 15,-2 2-1-15,0-2 0 16,0 0-4-16,0 0-2 15,0 0-3-15,0 0 0 16,0 0-6-16,0 0-16 16,0 0-13-16,0 3-16 15,-2-3-17-15,-17 1-71 16</inkml:trace>
  <inkml:trace contextRef="#ctx0" brushRef="#br0" timeOffset="132851.511">11499 17291 35 0,'-24'-2'97'16,"15"-4"-64"-16,9 0 17 15,0 6 5-15,0-2-26 16,0 0-8-16,0 2 2 15,0 0-3-15,0 0-6 16,0 0 3-16,0 0-4 16,0 0-2-16,0 0-2 15,28 0 0-15,22 0 13 16,20 0 3-16,18 0-6 16,11 0-6-16,0-3 0 15,8-9-2-15,-6 2-5 16,-3 1-1-16,-10-4 0 0,-15 6-3 15,-17 0 0-15,-19 3 0 16,-14 4-2-16,-14 0 0 16,-9 0 0-16,0 0-3 15,0 0-5-15,0 0-12 16,0 0-18-16,0 0-14 16,-9 0-19-16,-10 0-29 15,0 0-63-15</inkml:trace>
  <inkml:trace contextRef="#ctx0" brushRef="#br0" timeOffset="133780.8879">11466 17668 112 0,'0'-2'156'0,"0"2"-105"15,0 0-17-15,0 0 5 16,9 30-35-16,28 11 21 16,1 6 2-16,-6 4-12 15,-4-3-5-15,-11-4 0 16,3-9-4-16,-12-9 0 16,1-12 0-16,-3-6-3 0,-6-8-1 15,5 0 0 1,-1 0 1-16,-4 0 1 0,4-14-4 15,3-20-4-15,-5-12-7 16,-2-16 1-16,0-8-10 16,0-2-11-16,0 4-6 15,0 13 4-15,0 24 14 16,-9 14 12-16,1 10 7 16,8 7 3-16,0 0 5 15,0 0 1-15,0 0-2 16,0 0-6-16,0 0 3 15,4 0 3-15,43 0 19 16,13 0 2-16,17 0-2 16,7 0 1-16,0 0-3 0,-1 0 0 15,-18 0-4 1,-5-6-2-16,-20-3-7 0,-5 5-7 16,-14-3-4-16,-2 3 0 15,-6-3-1-15,-4 5-12 16,-3-1-10-16,-6 3-9 15,0 0-12-15,0 0-19 16,0 0-30-16,0 0-80 16</inkml:trace>
  <inkml:trace contextRef="#ctx0" brushRef="#br0" timeOffset="134352.508">11885 17796 267 0,'0'-8'65'0,"0"8"-44"15,0 0 41-15,0 0-44 16,0 5-13-16,0 22-4 0,21 7 8 16,1 1-2-1,-7-3-4-15,-3 0-1 0,-7-8 0 16,1-6-2-16,-6-11 1 16,5-3 0-16,-5-4 0 15,4 0 0-15,-4 0 0 16,8 0 0-16,3-18-1 15,-2-13 2-15,8-10-2 16,6-3 0-16,10 1 1 16,-1 5-1-16,2 7 0 15,-2 10-2-15,-10 13 1 16,-3 5 1-16,-4 3 0 16,-11 0 4-16,1 0 4 15,-1 0-5-15,4 20 4 16,3 13 5-16,-7 10 1 0,1 2-7 15,-5 0-1-15,0-6-2 16,0-4-2-16,0-4-1 16,0-12 1-16,6-8-1 15,-6-4-1-15,2-7-15 16,9 0-19-16,4 0-26 16,13 0-18-16,-17-5-39 15,12-14 85-15</inkml:trace>
  <inkml:trace contextRef="#ctx0" brushRef="#br0" timeOffset="134960.6885">12858 16936 137 0,'-27'-4'80'0,"27"2"-39"15,0-1 34-15,0 1-24 0,0 0-29 16,0-2 5-1,0 4 8-15,0-6-13 0,0 5 2 16,15-9 0-16,19 3-6 16,15-5-1-16,9 6-2 15,2-2-6-15,0 4-4 16,-13 4-1-16,-14 0-4 16,-16 0-1-16,-2 5-4 15,-15 27-5-15,0 20 2 16,0 9 1-16,-47 10-4 15,-22-1-1-15,-6 1-2 16,2-1-6-16,13-5 14 16,11-11 5-16,10-8 0 15,15-4 1-15,12-13-2 0,12-4 2 16,0-12 1-16,0-2 2 16,0-4 0-16,12-3 5 15,31-1 3-15,11-3-3 16,17 0 6-16,12 0-1 15,5-20-2-15,-6-4 3 16,-7 5-6-16,-19 5-6 16,-24 0-2-16,-15 6-8 15,-11 3-13-15,-6 5-13 16,0 0-16-16,0 0-31 16,-38 0-100-16</inkml:trace>
  <inkml:trace contextRef="#ctx0" brushRef="#br0" timeOffset="135169.9452">12659 17311 144 0,'0'-6'142'16,"41"-5"-85"-16,38 0 52 15,-4 1-36-15,2-5-28 16,3 5-12-16,-16 5-27 15,0 5-6-15,1 0-17 16,-5 0-38-16,6 0-24 16,-53 0-54-16,0 0-100 0</inkml:trace>
  <inkml:trace contextRef="#ctx0" brushRef="#br0" timeOffset="135576.1243">13746 17190 165 0,'0'0'104'0,"0"0"-63"16,0 22 27-16,0 9-22 15,0 9-25-15,0 6-8 16,-34 3-4-16,-20 3-7 16,-1-9 1-16,3 0-3 15,1-12-2-15,12-13-9 0,5-5-14 16,6-9-7-1,19-4-5-15,-3 0 4 0,12-17-29 16,0-25 36-16,0-8-10 16,0-2 18-16,0 12 18 15,6 9 0-15,18 16 14 16,-5 11 14-16,-6 4 24 16,2 0-6-16,8 0 5 15,3 7-11-15,8 17 2 16,3 7-3-16,-9 3-1 15,4-4-16-15,-15-3-15 16,-2-7-5-16,-2-8-2 16,-2 0-8-16,-3-7-29 15,5-4-27-15,6-1-24 0,-10 0-67 16,2-1-16-16</inkml:trace>
  <inkml:trace contextRef="#ctx0" brushRef="#br0" timeOffset="135769.8643">14227 17006 234 0,'4'0'98'15,"-4"11"-38"-15,0 33 38 16,0 4-48-16,0 13-16 16,-8 1-14-16,-20 3-11 15,-4 5-6-15,-7 1-3 16,7-1-8-16,4-5-47 0,15-11-7 15,13-48-61-15,0-6-184 16</inkml:trace>
  <inkml:trace contextRef="#ctx0" brushRef="#br0" timeOffset="136115.1253">14291 17460 42 0,'9'-22'304'16,"-5"14"-260"-16,3 2 12 15,5-2 7-15,8 0-49 16,3 0-8-16,-1 1 4 16,1 6 1-16,-10 1-5 0,-13 0-4 15,0 0-2-15,0 0-1 16,0 16-8 0,0 12 6-16,0 3 1 0,0 1-4 15,-13 2 3-15,-4-8 3 16,6 4 0-16,-1-5 0 15,12 0 0-15,0-1 2 16,0-6-2-16,0 0 3 16,0-5-1-16,17-8 2 15,26-5 2-15,-3 0-2 16,20 0-4-16,0-7-3 16,5-22-21-16,6 0-35 0,-7-9-30 15,-47 20-72 1,2-2-45-16</inkml:trace>
  <inkml:trace contextRef="#ctx0" brushRef="#br0" timeOffset="136323.8502">15248 17111 37 0,'19'0'141'15,"-2"9"-105"-15,3 29 70 16,-5 3-19-16,-3 13-27 15,-12 4-12-15,0 3-6 16,0 8-11-16,-23-6-12 0,-22-8-12 16,-2-3-7-16,2-6-3 15,-7-2-42-15,37-39-37 16,-6-5-61-16</inkml:trace>
  <inkml:trace contextRef="#ctx0" brushRef="#br0" timeOffset="137202.579">16099 16825 192 0,'-15'-10'61'0,"15"10"-13"16,0 0 14-16,0 0-23 15,0 0-22-15,0 14-11 16,-4 22 5-16,-5 16 25 16,-6 3-13-16,13-2-6 15,2-4-1-15,0-12-8 0,0-3-2 16,0-9-2-16,22-6-1 15,14-9 1-15,7-6 4 16,2-4-2-16,11 0 0 16,4-2-3-16,0-27-3 15,-4-8-6-15,0-8-6 16,-20-10-9-16,-8-6 2 16,-9-11 2-16,-15-1-5 15,-4 5-5-15,0 15 4 16,0 21 12-16,-19 18 11 15,11 14 4-15,-7 0 8 16,2 0-7-16,-7 16 1 0,-1 21 5 16,-3 14 11-1,1 3-1-15,-1-1 1 0,11 1 0 16,3 4-2-16,5 0-4 16,1 6 1-16,4 4-4 15,0 0 2-15,0 0-5 16,0-4-5-16,15-12-1 15,-2-15-3-15,-5-15 0 16,3-9-1-16,-7-7-7 16,1-6-17-16,-1 0-24 15,0 0-27-15,7 0-26 16,-11-6 74-16,4-11-90 16</inkml:trace>
  <inkml:trace contextRef="#ctx0" brushRef="#br0" timeOffset="137645.7381">15580 16526 189 0,'-4'0'60'0,"4"0"-28"16,28 0 29-16,51 0-1 15,26 3-11-15,26-3-17 16,21 0 2-16,20 0-5 15,8-5-12-15,-4-11-6 16,-11 2-3-16,-25-6-4 16,-29 7 4-16,-34-1 3 15,-34 6-8-15,-26 8-1 16,-17 0 0-16,0 0 0 16,0 0-2-16,0 0-7 0,0 0-14 15,-12 0 0-15,-25 6-24 16,-19 14-16-16,-14 9-17 15,37-19-29-15,1 1-53 16</inkml:trace>
  <inkml:trace contextRef="#ctx0" brushRef="#br0" timeOffset="138543.3832">16987 16797 140 0,'0'-7'130'0,"0"4"-54"0,0 3 5 15,0 0-2-15,0 0-30 16,0 0-14-16,0 0-1 16,0 0-9-16,0 0-12 15,0 5-5-15,0 30-5 16,0 11-3-16,0 17 15 16,0-1-6-16,0 1-7 15,0 1 0-15,0 0-2 16,0-5-1-16,0-10-18 15,0-11-21-15,0-8-11 16,0-12-18-16,-19-9-33 0,10-9-42 16,-1 0-31-1</inkml:trace>
  <inkml:trace contextRef="#ctx0" brushRef="#br0" timeOffset="138747.821">16792 17058 178 0,'0'-15'145'0,"0"14"-95"16,0-2 26-16,56-1-20 15,28 4-9-15,3-4-5 16,6 1-12-16,-5 3-13 16,-9-3-17-16,-10 3-2 15,-5-3-31-15,-13 3-28 0,-46 0-39 16,8-3-70-16</inkml:trace>
  <inkml:trace contextRef="#ctx0" brushRef="#br0" timeOffset="139317.9099">18004 16702 118 0,'0'-3'114'0,"0"3"-93"16,19 0 51-16,3 14 4 16,-3 10-35-16,-6 6-11 0,-7 0-2 15,-6 6-15-15,0 0-8 16,0 1-3-16,-6-2 0 16,-31-4-2-16,-3-5-2 15,3-5 0-15,-6-7 1 16,7-5-2-16,-1-9-1 15,-1 0 1-15,1 0 2 16,9 0-2-16,5-23-4 16,1-11 1-16,7-8-2 15,7 1-4-15,3 4-2 16,5 10 1-16,0 9 9 16,0 3 2-16,0 7 2 0,18 1 3 15,10-5 7-15,4 0 7 16,11-3-3-16,8 1 5 15,9-2-1-15,13-3 4 16,11 3-1-16,8 0-4 16,4-3 4-16,12 5-4 15,-12-2-2-15,-12 3-1 16,-16 5-4-16,-20 0-2 16,-16 4-3-16,-13-2-2 15,-10 5-2-15,-5-2 1 16,-4 0-2-16,0 3-11 15,0 0-15-15,0 0-10 16,0 0-13-16,0 0 7 0,0 0-9 16,0 0-18-16,-41 0-3 15,13 0-12-15,0 0-51 16</inkml:trace>
  <inkml:trace contextRef="#ctx0" brushRef="#br0" timeOffset="140553.8845">17635 16423 102 0,'-15'4'44'0,"15"-4"-6"0,0 0 23 16,0 0-19-16,0 0-15 15,0 0 3-15,0 0 2 16,0 0-4-16,0 0-6 16,0 0-1-16,0 0-6 15,0 0-9-15,0-4 5 16,9-13-6-16,6-4 2 16,8-4-7-16,5 3 0 15,-6 4 0-15,5 5 0 16,-3-1 0-16,-15 8-2 15,1 4 1-15,-5 2-1 16,3 0 0-16,1 0 0 16,6 0 2-16,8 0 2 0,14 0 1 15,10 11 1-15,7 0 0 16,-7-2 3-16,9-2 1 16,-11 0 1-16,2-7-2 15,-2 0-4-15,-7 0 1 16,-5 0-3-16,-10 0-1 15,-6 0-3-15,-12 0-12 16,1 0-9-16,-6 5-19 16,0 9-22-16,0-8-48 15,0-1-34-15</inkml:trace>
  <inkml:trace contextRef="#ctx0" brushRef="#br0" timeOffset="141993.7869">17513 17156 85 0,'-5'0'89'16,"5"0"-56"-16,0 0 5 15,11 0 14-15,30 0-19 16,23 0 2-16,16 0 1 15,3 0 1-15,18 0-12 16,6-3-2-16,-2 0 2 16,3-2-5-16,-3-5-4 0,-11 4-6 15,-21 0-6 1,-21 0-3-16,-25 6-1 0,-14 0-10 16,-8-1-21-16,-5 1-13 15,0 0-19-15,0 0-31 16,0 0-74-16</inkml:trace>
  <inkml:trace contextRef="#ctx0" brushRef="#br0" timeOffset="142602.6579">17481 17559 286 0,'-9'-7'73'15,"9"7"-53"-15,0 0 49 16,0 21-40-16,36 14-3 0,-3 9-10 16,1 3-4-16,-8-2-6 15,2 4-3-15,-9-2-1 16,0-9-2-16,-10-9 0 16,-1-9 1-16,-3-9-1 15,5-9 0-15,-5-2-2 16,-5 0-8-16,8 0-1 15,-3 0-2-15,-1-5 1 16,11-23 5-16,-11-12 6 16,5-15-3-16,-3-7-12 15,3-3-6-15,-5 2-2 16,0 12 10-16,1 19 13 16,1 12 1-16,-2 11 18 0,1 4 1 15,-1 4-3-15,15-4-7 16,9-2-4-16,21-3 6 15,11-1-2-15,20-3-2 16,3 3 1-16,10 1 1 16,3-5-5-16,-4 4 0 15,-4 1-1-15,-13 3-3 16,-15 4 0-16,-23-1-20 16,-13 4-29-16,-24 0-26 15,0 0-91-15</inkml:trace>
  <inkml:trace contextRef="#ctx0" brushRef="#br0" timeOffset="143120.0941">18017 17639 234 0,'-5'0'34'0,"5"0"9"15,0 13 34-15,0 9-58 16,0 14 15-16,11 4-9 16,-2 6-10-16,-5 0-8 0,0-5-3 15,1-10-1-15,-5-10-3 16,0-13 0-16,0-5 2 15,0-3 2-15,6 0 4 16,-2 0 9-16,5-19 0 16,0-14-13-16,10-13-4 15,4-6-2 1,10 4-8-16,7 3-5 0,-3 13 8 31,6 7 3-31,-15 12 2 0,-5 7 0 0,-10 6 1 16,-4 0 1-16,6 0 2 15,2 0 6-15,6 15-3 16,5 9 5-16,-4 6 2 0,-1-1 4 16,1 5-2-1,-11-2 3-15,0-3-5 0,-7-7-9 16,-6-3-2-16,5-7-1 16,-5 0-12-16,0-5-22 15,0-5-31-15,0-2-37 16,0 0-71-16</inkml:trace>
  <inkml:trace contextRef="#ctx0" brushRef="#br0" timeOffset="144491.5694">18763 16670 152 0,'-15'-16'61'16,"15"10"-25"-16,0-2 31 0,0-3-7 15,0 0-24 1,19-2-9-16,18 2 0 0,14 3-4 16,9 0-2-16,5 3-2 15,8 1-14-15,-2 4 9 16,-3 0-1-16,1 0-8 16,-13 0-2-16,-20 0-3 15,-17 0 0-15,-19 0-1 16,0 0-6-16,0 0-1 15,0 28 1-15,-32 15 2 16,-32 8 3-16,-16 5 0 16,-3 6-2-16,-5-9-1 15,11 2 0-15,12-6 4 16,18-9 0-16,15-3 1 16,17 0 0-16,15-6 0 0,0 0 4 15,0-3-1-15,11-1 1 16,29-5 4-16,8-4-1 15,16-2-1-15,9-12 3 16,15-4 0-16,4 0 2 16,7 0-1-16,-11-6-5 15,-11-11-3-15,-21 4-2 16,-20 1-11-16,-17 2-18 16,-14-6-11-16,-5-3-19 15,0-3-19-15,0 14-60 16,-18 3-97-16</inkml:trace>
  <inkml:trace contextRef="#ctx0" brushRef="#br0" timeOffset="144753.2671">18508 16974 1 0,'0'-23'253'0,"19"13"-210"16,46-4 33-16,8 6 9 16,10 2-42-16,14 5-4 15,-9-4-6-15,-5 5-3 16,-3 0-16-16,-12 0-11 16,-8 0-3-16,-4 0-5 15,0 0-21-15,0 0-27 0,-11 5-31 16,-35-4-15-16,-5 3-73 15</inkml:trace>
  <inkml:trace contextRef="#ctx0" brushRef="#br0" timeOffset="145181.7824">19909 16906 169 0,'15'0'45'15,"-11"0"2"-15,-4 0 32 16,0 7-34-16,0 23-9 0,0 7-5 16,-24 5-5-16,-27 8-14 15,-5-5-5-15,-8 2-5 16,4-10 0-16,4-1-2 16,11-9 0-16,13-11-6 15,12-7-6-15,7-9-4 16,7 0-5-16,6 0-3 15,0-9 8-15,0-18-18 16,0-11 28-16,0-5-13 16,0 5 6-16,24 5 7 15,3 15 6-15,-3 9 4 16,-5 9 8-16,-1 0 7 16,1 0 11-16,13 13 18 0,0 16-11 15,0-3-1-15,-8 4-1 16,-7 1-13-16,-6 3-12 15,-11-1-7-15,0-3-3 16,0-4-3-16,0-2-35 16,0-2-27-16,0-22-43 15,0 0-64-15</inkml:trace>
  <inkml:trace contextRef="#ctx0" brushRef="#br0" timeOffset="145413.8078">20528 16858 250 0,'20'0'66'15,"-20"4"5"-15,0 36 47 16,0 12-41-16,-24 13-20 16,-27 14-18-16,-14 6-14 15,-10 9-14-15,-11-4-8 16,-12 5-3-16,6-10-5 15,8-12-30-15,20-19-37 16,31-14-13-16,29-20-20 16,4-20-40-16</inkml:trace>
  <inkml:trace contextRef="#ctx0" brushRef="#br0" timeOffset="145796.8313">20404 17367 88 0,'17'-24'251'16,"-17"19"-204"-16,7 2 11 16,5-3 12-16,12 3-48 15,4 1-6-15,8 2 13 16,-3 0-8-16,-10 0-12 16,-10 0 0-16,6 0-5 15,-10 0-4-15,-5 5 0 16,3 15-5-16,-7 3-7 15,0 10-17-15,-15 4 10 16,-26 7 2-16,9-7 10 16,4-1 5-16,4 1 2 0,5-11 0 15,10 2 6-15,5-10 6 16,4-7-1-16,0 2-3 16,0-2-1-16,17-4 4 15,26-5-3-15,-2-2-3 16,2 0-2-16,-3 0-3 15,-7-13-8-15,-10-10-13 16,-10-3-18-16,-2-4-29 16,-11 17-26-16,0-1 64 15</inkml:trace>
  <inkml:trace contextRef="#ctx0" brushRef="#br0" timeOffset="146721.1572">20884 16073 68 0,'-8'-6'103'0,"8"6"-55"15,0 0 20-15,0 0-6 16,0-3-20-16,0 3-7 15,0 0 2-15,0 0-5 16,0 0-2-16,0 0-2 16,28 0 1-16,36 0 8 15,13 0-2-15,18 0-18 16,1 0-5-16,-8 0-2 16,-19 0-9-16,-13 0-1 15,-29 0 0-15,-14 0 0 0,-6 0 0 16,-7 0-1-16,0 0 1 15,0 0 0-15,0 0-3 16,0 12-1-16,0 12 4 16,0 8 2-16,0 4 1 15,0 2-1-15,0 11-1 16,0 5 0-16,0 8 5 16,0 8 0-16,0 9 0 15,0 11-1-15,0 8 0 16,0 5-1-16,0 9-2 15,0 0 1-15,0 9 8 0,0-4-7 16,0-9-2 0,13-10-2-16,-1-18 0 0,3-17 1 15,-6-14 0-15,-5-8-1 16,3-11 0-16,-7-9 0 16,4-4 1-16,-4-6-1 15,0-3 0-15,0-3-2 16,0-3-3-16,0 4-2 15,0-6 3-15,0 0 4 16,0 0 0-16,0 0 2 16,0 0 0-16,0 0 2 15,0 0-2-15,0 0 0 16,0 0 0-16,0 0 0 16,0 0 1-16,0 0 3 0,0 0 3 15,0 0 1 1,0 0-3-16,0 3 1 0,-28 2-2 15,-15 10-2-15,-21-2-4 16,-5 6 0-16,-10-1-2 16,2 1-11-16,-11 0-3 15,13 1-16-15,2-6-31 16,13-7-7-16,13-3-8 16,42-4 20-16,5 0-4 15</inkml:trace>
  <inkml:trace contextRef="#ctx0" brushRef="#br0" timeOffset="355486.0846">14004 11618 33 0,'-9'0'85'0,"9"0"-50"15,0 0 4-15,0 0-12 16,0 0-15-16,0 0 3 16,0 0 9-16,0 0 1 15,0 0-7-15,0 0 0 0,0 0 0 32,0 0-1-32,0 0 2 0,0 0-2 0,0 0 0 15,0 0 1-15,0 0-3 16,0 0-5-16,0 0-7 15,0 0 1-15,0 0 0 16,0 0-1-16,0 0-2 16,0 0-1-16,9 0 0 15,29 0 3-15,-3 0-1 16,-5 0 0-16,-2 0-2 16,-11 0 0-16,2 0 1 15,-6 0-1-15,-2 0 0 16,-7 0 0-16,0 0 0 0,-4 0 1 15,0 0 1 1,0 0 1-16,0 0 2 0,0 0 0 16,0 0 1-16,0 0-4 15,-13 0-2-15,-21 0-6 16,-2 0 4-16,-1 0 0 16,3 0-2-16,0 0-2 15,6 6 4-15,8 0 0 16,1 0 2-16,10-4 0 15,7 1 0-15,2-1 1 16,0-2 0-16,0 0-1 16,0 0 1-16,0 0 2 0,0 0 1 15,0 0-3-15,0 0 0 16,0 0 1-16,0 0-2 16,0 0 0-16,0 0 1 15,17 0 1-15,1 0 1 16,3 0-2-16,-10 0 1 15,6 0-2-15,-15 0 1 16,7 0-1-16,-9 0 0 16,0 0-2-16,0 0-2 15,0 0-3-15,0 0-5 16,0 0-7-16,0 0-9 16,0 0-17-16,0 0-15 15,0 0-46-15,0 0-44 16</inkml:trace>
  <inkml:trace contextRef="#ctx0" brushRef="#br0" timeOffset="356393.4072">14291 11242 66 0,'0'-9'85'0,"0"7"-40"16,0 0 2-16,0 2 0 15,0 0-16-15,0 0 2 16,0 0 5-16,0 0 6 0,0 0-23 15,0 0-10 1,0 0-1-16,0 0-4 0,0 0-3 16,0 2-3-16,0-2 0 15,0 6 0 1,0-1 0-16,0 6 0 16,9 8 4-16,2 6 8 0,-3 1-2 15,1 7-2-15,-5 3 0 16,2 6-7-16,-1 3 2 15,-1 1-2-15,0-3 1 16,1 1-1-16,5-7 0 16,-1 2-1-16,-5-7 1 0,0 2-1 15,1-4 1-15,1 0 0 16,-2 1-1-16,1-9 1 16,3-1-1-16,3-5 0 15,-2-3 0-15,-9-2 1 16,4-2-1-16,-4-1 0 15,0-3 0-15,0-2 0 16,0-3 0-16,0 0 0 16,0 0 0-16,0 0 1 15,0 0-1-15,0 0 1 16,0 3-1-16,0-3-1 16,0 3 1-16,0-3 0 15,0 0 0-15,0 0 0 0,0 0 0 16,0 0 1-1,0 0 0-15,0 0-1 0,0 0 1 16,0 0 0-16,0 0 2 16,0 0 1-16,0 0 2 15,0 0-4-15,0 0 1 16,0 0-1-16,0 0-1 16,0 0-1-16,0 0-1 15,0 0-12-15,0 0-14 16,0 0-21-16,0-3-46 15,-11-3-49-15,3 4-100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22:18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2259 4501 320 0,'15'-21'86'0,"-15"19"-61"15,0 2 37-15,0 0-8 16,0 0-30-16,0 0-11 16,0 0 1-16,0 0-4 15,0 0-7-15,0 23-3 16,0 34-7-16,21 38 7 15,-6 30 5-15,4 18-2 16,-14 12-2-16,-5-3 1 16,0-2-2-16,0-12 0 15,4-21 1-15,11-11 0 16,4-27-1-16,-6-23 0 16,11-17-1-16,-5-19 0 15,0-9 1-15,11-2 2 0,7-7 6 16,27 1 6-16,11-3 11 15,9 0 7-15,6-7-1 16,-4-21-4-16,-9 4-13 16,5-3-12-16,-18 4 0 15,-6 2-2-15,-5 3-13 16,-10 4-27-16,-2 6-27 16,-13 5-12-16,-9-3-18 15,-19 6-40-15,0 0-67 16</inkml:trace>
  <inkml:trace contextRef="#ctx0" brushRef="#br0" timeOffset="462.1086">3425 5397 258 0,'-51'-28'58'0,"19"25"-8"16,4 3 20-16,11 0-40 15,-5 0-26-15,-6 28-4 16,-6 27-3-16,-2 10 1 16,8 7 1-16,9-7 1 15,10-9 0-15,9-14-1 16,0-12 0-16,0-6-2 16,0-9 2-16,0-10-5 0,17-3 4 15,9-2-2 1,2 0-5-16,2-7 3 0,6-26 6 15,3-10 0-15,-11-15 0 16,0 0-2-16,-11-3-1 16,2 19 3-16,-10 16 0 15,-9 19 3-15,4 7 7 16,-4 0 0-16,0 0-2 16,0 0 1-16,13 13-9 15,-3 14 0-15,14 4 10 16,-7 0-4-16,9 3-1 15,-9-5-4-15,7 9-1 0,4 0-8 16,4 0-21 0,15 3 9-16,11-8-75 0,-32-22 17 15,2-11-77-15</inkml:trace>
  <inkml:trace contextRef="#ctx0" brushRef="#br0" timeOffset="822.9602">4350 5405 157 0,'0'-25'133'16,"0"25"-91"0,0 0 4-16,8 17-23 0,20 29-23 15,5 11 14-15,7 4-3 16,-5-6-3-16,-7-8-5 15,-5-12-2-15,-1-11 0 16,-12-10 0-16,-1-8-1 16,-9-6 3-16,6 0 11 15,-6 0 13-15,0 0 7 16,0-6 7-16,9-34-8 16,-1-19 4-16,3-24-13 15,-9-12-11-15,5 11-9 16,-3 10-4-16,11 24 0 15,-6 17-6-15,-1 19-15 16,3 12-11-16,-11 2-18 0,13 0-26 16,-5 26-29-16,-8-1-18 15,7 2-68-15</inkml:trace>
  <inkml:trace contextRef="#ctx0" brushRef="#br0" timeOffset="1198.7948">5225 5554 166 0,'11'0'92'0,"-11"0"-15"16,2-19-25-16,-2-8-41 16,6 2-1-16,-6 1 3 0,0 2-2 15,0 4-5-15,-6 4 4 16,-24 3-3-16,2 8-7 15,-11 3-6-15,-4 0 1 16,3 31-8-16,1 16 0 16,3 11 7-16,10-1 3 15,15-4 3-15,11-11 1 16,0-6 8-16,0-12-4 16,0-6 3-16,24-5 1 15,8-4 2-15,0-3 4 16,11-3-1-16,-2-3-5 15,10 0-3-15,5 0-6 16,4-28-10-16,2-10-17 16,-4-10-30-16,7-14-14 0,-48 32-39 15,-7-4 55-15</inkml:trace>
  <inkml:trace contextRef="#ctx0" brushRef="#br0" timeOffset="1416.3954">5547 4799 141 0,'-9'-78'109'15,"1"75"-31"-15,8 3 2 16,-5 0-19-16,-5 0-29 16,10 0-8-16,0 33-16 15,0 29-4-15,0 17-3 0,0 24 7 16,0 0-7 0,0 3 0-16,0 0-1 0,0-11-12 15,23-10-37-15,9-17-9 16,11-18-13-16,13-12 43 15,4-19-80-15,-39-19-3 16,5-6 54-16</inkml:trace>
  <inkml:trace contextRef="#ctx0" brushRef="#br0" timeOffset="1706.8535">6010 5462 96 0,'9'0'97'0,"-9"7"-79"0,0 47 2 0,0 5 14 16,0-4-8-16,-5-5 1 15,5-15-7-15,0-8 0 16,0-7 3-16,13-13-17 0,-2-2-1 16,2-1 4-16,2-4-1 15,4 0 3-15,-2 0-2 16,11-4-2-16,0-20 0 16,0-8-2-16,-9-9-5 15,-19-6 1-15,0-6 0 16,0 4 0-16,-23 7 1 15,-10 13 0-15,1 11-2 16,7 7-8-16,-3 11-3 16,0 0-7-16,0 0-13 15,0 14-18-15,19 1-45 16,-8 7-37-16</inkml:trace>
  <inkml:trace contextRef="#ctx0" brushRef="#br0" timeOffset="2300.239">6666 5459 209 0,'-13'-10'63'0,"11"10"4"15,-6 0-29-15,-1 0-29 0,-10 15-9 16,6 24-2-16,-11 6 2 16,7 4 1-16,-2-6 2 15,10-1 5-15,9-6 2 16,0-7-2-16,0-6-7 16,0-3-1-16,13-3 0 15,19-6 0-15,5-6 1 16,6-5 1-16,8 0-2 15,5-2-5-15,2-34 2 16,-2-5-5-16,-1-5-4 16,-10 3 6-16,-17 4 4 15,-17 5 2-15,-11 10 3 16,0 7 4-16,0 11 19 16,0 6 0-16,0 0-4 0,0 0-21 15,0 6-1-15,0 20-14 16,0 10 11-16,0-2 3 15,0-12 3-15,0-5-3 16,7-9 0-16,-7-8-1 16,0 0 1-16,0 0 1 15,0 0 5-15,2 0 0 16,-2 0 5-16,0-19 14 16,0-13-12-16,0-15-12 15,0-4 0-15,0-6 0 16,0 5-1-16,0 9-10 15,0 10-16-15,4 17-15 16,24 14-28-16,-13 2-43 0,2 0-59 16</inkml:trace>
  <inkml:trace contextRef="#ctx0" brushRef="#br0" timeOffset="2788.8414">7548 5419 168 0,'0'-22'51'0,"0"5"15"16,0 6-11-16,-7 8-26 15,-3 3 3-15,1 0-4 16,-10 0-20-16,-9 31-8 16,0 15-5-16,-2 14 2 0,6 4 1 15,14-3 1-15,10-10 0 16,0-12-1-16,0-15-1 15,0-9-3-15,25-9 5 16,3-6-6-16,2 0 2 16,5 0 5-16,-1-27 0 15,9-20 3-15,-2-12 0 16,6-10-3-16,-15-6 0 16,-8-11 0-16,-20-9-1 15,-4-3 2-15,0 6 0 16,-9 21 1-16,-19 22 3 15,9 27 13-15,11 18 4 16,8 4 3-16,0 0-9 16,0 0-12-16,0 11-4 0,0 32-15 15,0 14 13-15,0 24 2 16,0 3 2-16,8-5-1 16,11-3-1-16,3-1-4 15,10-12-26-15,11-4-23 16,21-6 8-16,11-16-40 15,18-16 30-15,-57-21-103 16,1 0 113-16</inkml:trace>
  <inkml:trace contextRef="#ctx0" brushRef="#br0" timeOffset="3177.2809">8419 5369 129 0,'-28'-50'87'0,"-13"30"-38"0,13 9 16 16,9 11-35-16,10 0-12 15,-4 0 2-15,-6 0-8 16,0 25-12-16,-9 17 0 16,0 11 0-16,7-2 6 15,1 1 1-15,18-11-4 16,2-9 0-16,0-10-3 16,0-9-3-16,0-4 2 15,15-9 1-15,9 0 0 16,-1 0 1-16,9 0 0 15,1-22 1-15,3-14-2 16,-2-7 0-16,-6 6 0 0,-11 3 1 16,-12 13 2-16,-5 15 5 15,0 6 17-15,0 0 1 16,0 0-12-16,0 0-14 16,6 8-2-16,3 17-9 15,10 5 11-15,-6 2 2 16,2-2-2-16,-2 0-9 15,2-6-17-15,-7-2-22 16,5-2-28-16,-6-20-46 16,-5 0-83-16</inkml:trace>
  <inkml:trace contextRef="#ctx0" brushRef="#br0" timeOffset="3644.2909">9126 5172 171 0,'-36'-11'57'15,"17"11"24"-15,6 0-37 16,-4 0-33-16,2 26-5 16,-9 25-1-16,0 12-3 15,16 5 5-15,4 0-7 16,4-5 2-16,0-16-2 15,8-10 0-15,24-15 0 0,-4-12 0 16,7-4 0-16,-18-6-2 16,2 0 2-16,2-3 2 15,7-30 4-15,0-15-1 16,7-17-4-16,-16-17-1 16,-4-15-6-16,-15-12-4 15,0 0 3-15,0 14 0 16,0 31 7-16,-9 28 0 15,3 25 16-15,-3 11 11 16,5 0 0-16,0 0-9 16,4 2-18-16,0 37-5 15,0 10 5-15,19 10 5 0,13 6 2 16,0 1-2-16,-4 0-4 16,0-2-1-16,-4 4 0 15,4-5-38-15,4-5-35 16,-19-44-62-16,10-7-13 15</inkml:trace>
  <inkml:trace contextRef="#ctx0" brushRef="#br0" timeOffset="4160.7074">10694 5036 99 0,'-13'-30'188'15,"-6"24"-154"-15,15 6 49 16,4 0-22-16,0 0-39 0,-11 0-16 16,-10 36-2-16,-7 8 3 15,0 12 1-15,9-1-5 16,6-4-1-16,6-3-2 16,7-6-1-16,0-5-4 15,7-6-15-15,38-15-8 16,17-6-15-16,4-10-7 15,16 0 1-15,-1-21 4 16,-8-23-27-16,-6-1 4 16,-22 0 32-16,-17 5 35 15,-20 13 1-15,-8 10 45 16,0 15 2-16,0 2 18 0,0 0-23 16,0 24-31-16,-8 18-7 15,8 1 15-15,0-7-9 16,0-8-3-16,4-8 5 15,24-7 4-15,4-7 3 16,-4-6-4-16,0 0-5 16,-9 0-2-16,-4 0 0 15,-2 0-2-15,-4 0 1 16,-1-19 2-16,-3-5-2 16,-5-10-7-16,0-3-1 15,0-6-13-15,-15 1-17 16,-13 10-3-16,8 10-3 15,5 14-12-15,11 8-34 0,4 0-38 16</inkml:trace>
  <inkml:trace contextRef="#ctx0" brushRef="#br0" timeOffset="4475.3275">11443 5422 33 0,'32'24'76'0,"-28"-24"8"15,1 0 9-15,1 0-25 16,-2-3-19-16,1-21-20 16,-1-9-23-16,5-5-3 15,6 0-1-15,2-1-1 16,6 8-1-16,-3 7-1 0,-3 6 0 16,-2 12-1-16,-11 6 0 15,0 0-2-15,3 0 2 16,1 0-1-16,5 15 1 15,7 9 2-15,-3 7 3 16,-2-3-1-16,-2 8 2 16,2-4-4-16,-5 4-4 15,-1-6-3-15,-1-4-24 16,5-3-13-16,-13-23-41 16,5 0-25-16</inkml:trace>
  <inkml:trace contextRef="#ctx0" brushRef="#br0" timeOffset="4715.7592">12146 4377 304 0,'5'0'29'0,"3"0"2"15,12 2 8-15,7 42-29 16,6 17 33-16,5 18-14 15,-10 14-6-15,-11 5-15 16,3 2-6-16,-8 4-2 16,1-1-13-16,9-10-28 15,-12 4-16-15,8-16-26 16,-18-70-17-16,2-6 30 0</inkml:trace>
  <inkml:trace contextRef="#ctx0" brushRef="#br0" timeOffset="5112.7701">12683 5017 149 0,'0'-41'72'0,"0"35"-16"16,0 6 11-16,-11 0-35 16,2 0-12-16,-8 18-12 15,-11 24-8-15,-6 12-1 16,-3 10 1-16,10-5 0 15,9-4 0-15,8-12 0 0,10-7-2 16,0-13 0 0,0-12 2-16,0-6-10 0,0-5-4 15,23 0-5-15,9-11 8 16,11-26 8-16,-2-15-1 16,-4-1-3-16,-10-1 2 15,-7 17 5-15,-7 12 0 16,-3 14 8-16,-10 11 18 15,0 0 1-15,0 0-1 16,0 0-12-16,0 0-11 16,5 15-3-16,8 6 0 15,6 9 0-15,4-4 0 16,-1 4 0-16,-3-1-23 16,5-3-29-16,-20-20-22 0,5-1-59 15</inkml:trace>
  <inkml:trace contextRef="#ctx0" brushRef="#br0" timeOffset="5524.4356">14060 4742 262 0,'-60'-51'78'0,"27"44"-52"16,20 3 42-16,7 4-44 15,2 0-24-15,-3 27-5 16,-10 28-6-16,0 10 11 0,8 3 0 16,5-5 1-16,4-9 0 15,0-4 0-15,0-12-1 16,0-8 2-16,22-12-2 16,10-13-6-16,0-5-4 15,7 0-5-15,1-14 5 16,1-27-2-16,2-7 5 15,-7-7 2-15,-12-2 4 16,-7 14 1-16,-10 16 1 16,-7 18 6-16,0 9 19 15,0 0-7-15,0 18-19 16,4 30-12-16,9 22 12 16,10 19 2-16,5 12-1 0,0 10-1 15,4 9-2-15,5-2-30 16,10-6 1-16,-32-82-81 15,-13-10 16-15</inkml:trace>
  <inkml:trace contextRef="#ctx0" brushRef="#br0" timeOffset="6246.2027">13927 5693 115 0,'-20'-34'136'15,"20"8"-98"-15,52-12 26 0,21 1-13 16,10-7-13 0,-3 3-11-16,-12-3-17 0,-3 1-6 15,-5-9-2-15,2-2-1 16,-6-8-1-16,-11-8 0 16,0-4-4-16,-17-8 0 15,-5 10-5-15,-14 17-1 16,-5 19-2-16,-4 26 12 15,0 10 3-15,0 0-3 16,0 28-8-16,0 21-8 16,0 13 16-16,15 3 0 15,9-8-1-15,8-7 2 16,-4-7-2-16,0-9 0 16,0-7 1-16,-7-15 0 0,7-2-16 15,-9-10-31-15,0 0 0 16,-1 0-14-16,-3-34 27 15,-7-9-17-15,-8-10 33 16,0-11 18-16,0 11 11 16,0 14-7-16,0 18 27 15,0 18 18-15,0 3-19 16,9 0-26-16,34 0 12 16,2 14 12-16,2-4 3 15,-11 0-13-15,-3-10-9 16,-6 0 7-16,-7 0-3 15,-3 0 0-15,7 0-7 16,-5-10 2-16,-6-5-8 0,-5-2-6 16,-8 0-3-16,0 7-3 15,0 5 4-15,-4 1 8 16,-20 4 0-16,3 0 0 16,-3 4-4-16,1 26 2 15,-1 3 2-15,7 7 6 16,13-2 4-16,4 2-3 15,0-3-2-15,0-8 1 16,0-5 2-16,36-5 1 16,5-2-3-16,6-8 3 15,5-4-7-15,1-5-2 16,3 0-7-16,8 0-23 0,11-7-22 16,-2-26 18-1,-49 14-66-15,-7-5-24 0</inkml:trace>
  <inkml:trace contextRef="#ctx0" brushRef="#br0" timeOffset="6484.8143">15739 4230 154 0,'-15'-73'72'0,"15"73"-9"16,0 0 11-16,0 0-61 15,0 19-9-15,0 36 3 16,0 22 25-16,0 15-13 15,15 5-4-15,-2 5-4 0,2-5-9 16,2-8-1-16,2-9-1 16,5-14-15-16,-3-13-27 15,7-12 10-15,4-16-35 16,7-14-3-16,6-11-6 16,-30 0-43-16,-2-27 83 15</inkml:trace>
  <inkml:trace contextRef="#ctx0" brushRef="#br0" timeOffset="6792.5442">16123 4877 68 0,'0'0'62'16,"0"0"-27"-16,-11 34-7 16,3-1 13-16,8-4-11 15,0 1-9-15,0-5-3 16,0-1 3-16,32-6-3 0,0-4 0 16,-4-3-5-16,8-8 0 15,-4-3-5-15,3 0 1 16,-3 0-3-16,-11-18-4 15,3-12 2-15,-9-8 0 16,-15-12-3-16,0-4 3 16,0-2-1-16,0 0 0 15,-43 20-2-15,7 10 0 16,3 19 1-16,6 7 0 16,3 0-2-16,-8 0-7 15,0 27-3-15,-5 7-11 16,5 7-4-16,13-2-9 15,10-1-17-15,9-8-16 16,0-24-19-16,0-6-12 0</inkml:trace>
  <inkml:trace contextRef="#ctx0" brushRef="#br0" timeOffset="7113.8253">16599 4796 104 0,'9'-23'73'16,"-9"16"10"-16,-5 7-13 15,-14 0-56-15,-5 0-11 16,7 12-2-16,2 18-2 16,2 2-1-16,9 9 0 15,4-2 1-15,0-1 0 16,0-1 0-16,0 2 0 0,17-3 1 16,11-2 0-1,0-5 0-15,-9-9 1 0,-14-12 1 16,-1-1 3-16,-4-7 8 15,0 0 15-15,0 0 10 16,0 0 1-16,0 0-7 16,-32 0-14-16,-9 0-18 15,-6 0-1-15,-5-9-18 16,-3-6-11-16,5 4-23 16,-1 6-2-16,38 5-38 15,6 0-45-15</inkml:trace>
  <inkml:trace contextRef="#ctx0" brushRef="#br0" timeOffset="7415.4049">17300 4740 142 0,'0'-16'98'0,"0"16"-51"16,0 0 22-16,0 0-45 15,0 24-11-15,20 16-12 0,-1 11 20 16,2 2-3 0,-1 1-11-16,3-5-5 0,-5-6-1 15,1-7-1-15,-11-12-16 16,3-7-17-16,-7-8-5 15,1-9-42-15,-5 0-33 16,0 0 2-16</inkml:trace>
  <inkml:trace contextRef="#ctx0" brushRef="#br0" timeOffset="7552.5135">17491 4656 99 0,'0'-49'156'0,"0"49"-76"16,0 0-80-16,0 0 0 15,0 33-18-15,37 18 12 16,-1 9-23-16,-21-33-47 0,-2-1-13 16</inkml:trace>
  <inkml:trace contextRef="#ctx0" brushRef="#br0" timeOffset="7873.2874">17704 5136 111 0,'13'25'78'0,"-9"-25"14"16,2 0 0-16,-1 0-36 15,-1-13-28-15,4-15-7 16,-3-12-8-16,14-2-3 16,0-8-5-16,-2 6-2 15,16 0-1-15,-1 3-2 16,6 9-1-16,3 1 0 0,2 13-2 16,-6 5 2-16,-5 3-2 15,-9 10 0-15,-6 0-1 16,3 0-1-16,3 33 5 15,-14 6 0-15,-1 11 3 16,-8 4 0-16,0-4 0 16,0-3-3-16,0-10-3 15,0-7-2-15,0-10-13 16,0-9 1-16,5-9-28 16,10-2-5-16,8 0-40 15,-14-11 3-15,4-11 20 16</inkml:trace>
  <inkml:trace contextRef="#ctx0" brushRef="#br0" timeOffset="8082.5097">18300 4177 101 0,'0'-50'88'0,"4"50"-86"16,15 46 21-16,5 22 40 15,2 18-34-15,2 6-4 16,0 9 2-16,-9-1-15 15,0-2-8-15,-10-8 2 16,-1-9-1-16,3-4-5 16,-7-15 0-16,-4-10-15 15,0-21-64-15,0-31-11 0,0 0-44 16</inkml:trace>
  <inkml:trace contextRef="#ctx0" brushRef="#br0" timeOffset="8885.0918">18313 4670 81 0,'94'0'48'16,"-21"0"8"-16,6 8 3 16,-6-1-3-16,-13-1-14 15,-4-1-14-15,-15-5-12 16,-2 0-12-16,-18 0 0 15,-2 0 10-15,-14 0-8 16,-5 0 4-16,0 0 6 0,0 0 6 16,0 0-4-16,0 0-5 15,-5 0-13-15,-23 11-2 16,-4 16-10-16,-9 12 0 16,-6 11 3-16,11 4 2 15,8-4 2-15,19-7 5 16,9-4-2-16,0-12-2 15,0-5-4-15,9-6-9 16,32-14-6-16,6-2 0 16,-2 0 7-16,2 0-10 15,-10-14-15-15,-10 6 8 16,-12 6 3-16,-10 2 2 0,-5 0 5 16,0 0 20-16,0 0 3 15,0 0 9-15,0 0 14 16,0 0 11-16,0 0 15 15,0 0 3-15,0 0-12 16,4 0-1-16,0 0-5 16,5-16-20-16,6-11-9 15,13-12-5-15,8-4-6 16,1 0-9-16,10-1-9 16,-6 8-2-16,-9 12 10 15,-9 9 11-15,-8 5 4 16,-15 10 1-16,0 0 1 15,0 0 10-15,0 0-6 0,5 5-5 16,3 20 0 0,12 9 5-16,-3 1 4 0,6-1-2 15,-3-5 4-15,-3-8-6 16,-2-8-2-16,-2-6 2 16,-9-5-1-16,7-2 2 15,-3 0 6-15,-3 0-7 16,10 0-1-16,-7 0-3 15,5 0 0-15,-2-5-1 16,6-19 1-16,-6-15 2 16,-3-9-1-16,-8-18-1 15,0-8-1-15,0 7-3 0,0 6-12 16,0 19-2 0,0 15-2-16,0 10-8 0,0 16-8 15,0 1-31-15,0 0-54 16,0 0-42-16</inkml:trace>
  <inkml:trace contextRef="#ctx0" brushRef="#br0" timeOffset="9334.9413">19688 4545 3 0,'12'-11'116'0,"-12"4"-55"0,5 6 3 16,-5 1 20-1,0 0-35-15,0 0-8 0,0 0-16 16,-5 8-21-16,-22 28-4 16,-10 14-3-16,1 10 3 15,3 0 0-15,14-4 0 16,11-6 0-16,8-8-1 16,0-13-1-16,0-8-3 15,4-8-2-15,24-9-4 16,4-4-4-16,0 0 4 15,9 0 4-15,10-24-2 16,-10-5 3-16,2-3 1 16,-19-5 1-16,-12 0 4 15,-7 3 3-15,-5 10 7 16,0 13 4-16,0 8 13 0,0 3 1 16,0 0-11-16,0 0-6 15,0 0-11-15,0 16-4 16,0 17 2-16,-17 4 1 15,2 5 1-15,10-6 0 16,1-4-16-16,4-8-7 16,0-10-8-16,0-6-4 15,0-8-23-15,0 0-20 16,0 0-13-16</inkml:trace>
  <inkml:trace contextRef="#ctx0" brushRef="#br0" timeOffset="9604.2815">19868 4081 89 0,'0'-66'195'0,"0"64"-115"16,0 2-35-16,0 0-6 16,0 0-21-16,0 0-11 15,0 10-7-15,0 28 4 16,0 16 5-16,13 24 10 15,10 10-9-15,1 13-5 16,-1 1-4-16,-5-1-1 16,1-8-1-16,-2-17-17 15,2-14-18-15,1-15-9 0,-7-18-12 16,6-15-12 0,-15-14-35-16,5 0-53 0</inkml:trace>
  <inkml:trace contextRef="#ctx0" brushRef="#br0" timeOffset="9956.2455">20273 4631 73 0,'0'0'81'0,"0"15"-66"16,-4 24 31-16,-5 5-6 16,5 0-24-16,4-7 13 15,0-8 1-15,0-5-10 0,0-10 0 16,0-2-5-1,17-5 4-15,2-3-5 0,5-4-3 16,0 0-1-16,4 0-2 16,-1-4 0-16,-1-20-7 15,2-2-1-15,-13-7-11 16,-6-2-2-16,-9-3 3 16,0 5 8-16,0 4 2 15,-33 4 2-15,1 9 2 16,4-1-1-16,-4 12 10 15,13 2-5-15,-3 3-8 16,-5 0 0-16,3 0-4 16,0 0-12-16,5 19-15 15,6 3-24-15,5-2-31 16,8-15-24-16</inkml:trace>
  <inkml:trace contextRef="#ctx0" brushRef="#br0" timeOffset="10304.1727">20852 4453 194 0,'32'-22'98'16,"-32"22"-64"-16,0 0 8 16,-8 0-29-16,-20 10-13 15,0 18 0-15,0 0 4 16,9 12-3-16,10-7 1 15,1 1-1-15,8-1 1 0,0-3 1 16,0-1 2-16,0 4 1 16,17 0 2-16,11-7 1 15,0 2-2-15,-5-5-3 16,-10-8 2-16,-6 1-4 16,-7-2 0-16,0 2 1 15,-28 4 10-15,-32-4-10 16,0-1-3-16,-11-4-11 15,-2-3-16-15,-11 2-4 16,-4-3-14-16,56-7-54 16,0 0-38-16</inkml:trace>
  <inkml:trace contextRef="#ctx0" brushRef="#br0" timeOffset="10609.2902">19364 4745 85 0,'0'-5'105'0,"0"-4"-49"16,0 2 2-16,32 1-3 16,-4-2-23-16,0 5-20 15,-15 0-12-15,-3 3 0 16,-5 0-12-16,-5 0-29 16,0 0-50-16,0 0-49 15</inkml:trace>
  <inkml:trace contextRef="#ctx0" brushRef="#br0" timeOffset="11802.3953">3578 7186 177 0,'0'0'54'0,"6"-2"-6"15,-6 2 3-15,0 0-33 16,2 0-12-16,-2 0 3 16,0 0 2-16,0 0 0 0,0 0-3 15,0 0-3-15,0 0-4 16,0 0 2-16,0 0-3 15,0 9-1-15,-10 15 1 16,-25 4 1-16,7 3-1 16,7-2 0-16,-5 3-1 15,13 0 1-15,5-4-2 16,-3-1 1-16,7-5 0 16,4 1 0-16,0 6-2 15,0 0-1-15,0 4 2 16,36 4 0-16,18 3 1 0,-9-9 1 15,2-1 1-15,-10-9-1 16,-10 0 0 0,-14-7 0-16,-13-4 1 0,0-3 1 15,0-3 1-15,0 7 5 16,0 1 2-16,-36 0-1 16,-5-5 0-16,-2-3-3 15,7-4 0-15,-5 0-4 16,-2 0-1-16,9 0-1 15,-3 0-6-15,18 0-17 16,13-10-13-16,6 5-31 16,0-3-58-16</inkml:trace>
  <inkml:trace contextRef="#ctx0" brushRef="#br0" timeOffset="12268.3864">4005 7627 29 0,'40'12'52'0,"-25"-12"-14"16,3 0 8-16,1 0-4 16,0 0-4-16,3-6-4 15,-3-13-12-15,-2-5-12 16,2-5-4-16,-10 1-3 15,-3-3-3-15,-6 8 0 16,0 4 0-16,0 2-1 0,-23 11-8 16,-16 4 5-16,3 2 4 15,-5 8-4-15,4 28-1 16,3 18 3-16,13 3 2 16,1 3 2-16,12-1 7 15,8-4 3-15,0-8-4 16,0-4 5-16,0-12-3 15,21-3 2-15,22-8 4 16,7-12 8-16,5 2 2 16,12-10 6-16,-3 0-2 15,0 0-11-15,-8 0-13 16,0-10-3-16,-11-5 0 0,0-4-3 16,-11 0-9-1,3-6-16-15,-3-4-13 0,-6-1-24 16,-26 16-31-16,-2 6-55 15</inkml:trace>
  <inkml:trace contextRef="#ctx0" brushRef="#br0" timeOffset="12896.1165">5720 7359 188 0,'-19'0'119'16,"19"0"-117"-16,0 38 10 15,13 19-10-15,30 8 5 16,-2-1-1-16,-13-14-1 16,-3-15-1-16,-16-9-3 15,-1-11 0-15,-8-10 0 0,0-5 4 16,0 0 10-1,0 0 6-15,0 0 6 0,0 0 14 16,0-13-9-16,0-24-10 16,0-13-17-16,0-12-3 15,0-1-2-15,0 9 0 16,0 13-2-16,22 8-3 16,32 9 1-16,-7 8-1 15,13 2-21-15,0 5-16 16,6 9-29-16,-46 0-28 15,-3 0-39-15</inkml:trace>
  <inkml:trace contextRef="#ctx0" brushRef="#br0" timeOffset="13234.0975">6495 7437 133 0,'10'0'65'0,"3"0"-10"15,2-19-11-15,3-8-35 16,-1 4-2-16,-11 3 1 16,-6 7 10-16,0 3 0 15,0 9 6-15,0 1 7 16,0 0-9-16,-4 0-13 16,-20 0 0-16,-8 0-9 15,2 11-4-15,-4 13 4 16,6 4 0-16,0 6 4 0,15 2 0 15,4 1-2-15,9-4-1 16,0-2-1-16,0-11-2 16,0 3 0-16,28-10-7 15,22 6-11-15,14-7-10 16,20-5-18-16,17-7 7 16,6 0-49-16,-64-2 9 15</inkml:trace>
  <inkml:trace contextRef="#ctx0" brushRef="#br0" timeOffset="13684.1783">7194 7276 149 0,'-56'-18'51'0,"5"11"10"0,19 3-3 16,4 4-27 0,8 0-17-16,-5 17-7 0,3 26-4 15,7 15-3-15,11 1 1 16,4 0 0-16,0-9-1 15,11-12-1-15,25-7 0 16,3-14-3-16,-7-9-2 16,0-8-1-16,-4 0 3 15,0-2 4-15,4-33 5 16,-4-17 0-16,6-11-4 16,-2-7 0-16,-15-6-1 15,-8-8 1-15,-9-2-1 16,0-7 3-16,-2 7-2 15,-41 13 6-15,7 31 12 0,12 21 5 16,15 17 11-16,-1 4-10 16,10 0-15-16,-5 15-10 15,5 31-8-15,0 19 5 16,0 16 3-16,0-3 0 16,0 3 1-16,15 0-1 15,13 0 1-15,-6-6-1 16,6-9 0-16,8-14-19 15,7-11-33-15,8-13 6 16,12-16 6-16,-5-12-62 16,-43 0 62-16,-3-23-59 15</inkml:trace>
  <inkml:trace contextRef="#ctx0" brushRef="#br0" timeOffset="14876.9914">7662 7276 70 0,'0'-50'104'0,"0"47"-32"16,0 3 12-16,0 0-40 15,0 0-27-15,0 0-17 16,0 22-1-16,0 20 1 16,4 14 6-16,13 0 1 15,7-4-4-15,-1-9-1 16,5-8-2-16,4-12-1 16,-4-14 1-16,9-5 1 15,1-4 3-15,-6 0 5 16,5-19-1-16,6-25 3 0,-7-7-4 15,3-9-4-15,-9 1-3 16,-13 3-1-16,0 12-2 16,-17 14 3-16,0 18 1 15,0 10 2-15,0 2 5 16,0 0 5-16,0 0-4 16,0 0-5-16,0 0-4 15,0 15-7-15,0 11 7 16,0 12 0-16,0 0 3 15,0 2-2-15,7-2-1 16,20-3-1-16,10-5-3 16,2-9-3-16,10-7-13 15,7-8-14-15,12-6-4 0,7 0-1 16,-2-21-35 0,0-18 58-16,-15-4-94 0,-21-3 23 15,-20 1 78-15,-17 8 18 16,0 5 34-16,-13 12 19 15,-24 7 8-15,5 10 15 16,4 3-28-16,0 0-20 16,9 0-2-16,2 0-18 15,-4 27-10-15,-5 14-1 16,-2 8 1-16,11 0-3 16,12 3 1-16,5-12-3 15,0-5-2-15,0-8 0 16,0-8 0-16,28-7 0 15,4-10-3-15,3-2-3 0,3 0-4 16,10 0 6-16,-3-27-2 16,6-14-3-16,-6-7-2 15,-2 0-7-15,-11 1-5 16,-12 2 12-16,-20 14 11 16,0 8 4-16,0 11 9 15,0 5 12-15,0 7-4 16,0 0-8-16,0 0-13 15,0 9-4-15,0 22-9 16,0 9 9-16,0 3 4 16,0-1-1-16,4-8-4 15,32-7 3-15,11-7-3 16,18-11-12-16,10-9 4 0,11 0 7 16,6-5-19-16,-8-26 4 15,-20-3 0-15,-25 7-38 16,-22 11 56-16,-13 8 3 15,-4 8 7-15,0 0 17 16,0 0-8-16,0 0-9 16,0 0-7-16,0 8 0 15,0 1 2-15,0-5 19 16,0-4 15-16,0 0 9 16,-4 0-1-16,-1 0-7 15,1 0-10-15,-4-1 1 16,-3-13-13-16,-2-3-4 0,2 4-3 15,3-10-4 1,8-2-2-16,0-4-2 0,0-4-2 16,4 3 0-16,28 5-4 15,7 6 5-15,-7 4 0 16,6 7-2-16,-8 2 1 16,5 6-2-16,-7 0-1 15,2 0 1-15,6 0 1 16,-8 11 1-16,4 7 1 15,-4 1 1-15,0 1-1 16,0 3 1-16,-5 1-3 16,-10 1-5-16,2-5 2 15,-15 0 1-15,0-2-11 0,0-2-2 16,0-1-15 0,0-1-14-16,20 0-3 0,-3-7-43 15,-2-7-2-15,2 0-59 16</inkml:trace>
  <inkml:trace contextRef="#ctx0" brushRef="#br0" timeOffset="15613.0633">8957 7276 66 0,'0'0'38'0,"0"0"19"16,13 0-15-16,15-9-7 16,0-11-1-16,4-1-6 15,0-2-3-15,-8-1-6 16,-5 7-6-16,-6-5-5 16,-7 2-2-16,-6 3 0 15,0-2-1-15,0 4-3 16,0 4-2-16,-26 2 0 15,-4 9-8-15,-4 0 5 16,-2 0-1-16,-5 3-2 16,-2 18-1-16,7 7 2 15,8 0-2-15,4-10-3 0,9 4-5 16,15-3-29-16,0-4-15 16,0-9-20-16,0-2-58 15</inkml:trace>
  <inkml:trace contextRef="#ctx0" brushRef="#br0" timeOffset="16439.236">11859 6901 210 0,'-52'-25'121'15,"-1"25"-93"-15,-3 0 38 16,0 0-40-16,5 25-18 15,-5 18-2-15,5 15 0 16,10 6-3-16,13 10 0 16,15-5-1-16,7-2-1 15,6 0 1-15,0-16-2 0,19-8 0 16,22-16 3-16,2-12 0 16,-3-8-2-16,3-7-1 15,9 0 2-15,-3-29 2 16,13-23 1-16,-4-13-3 15,2-11-2-15,-4-9-3 16,-15 0-4-16,-18-13 2 16,-18-6 0-16,-5-1-3 15,0 13 2-15,-22 25 1 16,-4 31 5-16,1 27 0 16,10 9 9-16,2 0-9 15,4 45-8-15,-1 24-4 16,1 18 10-16,9 8 2 0,0-3-1 15,4-5 1-15,39-11 9 16,2-13-5-16,7-6 1 16,-1-13 0-16,-2-7 1 15,-6-16-4-15,-6-9 0 16,-5-11-2-16,-8-1-2 16,8 0 0-16,-4-19-3 15,6-22-3-15,-4-4-7 16,-17-5-8-16,-13 5-6 15,0 12 17-15,-13 14 12 16,-28 13 4-16,-2 6 16 16,3 0-12-16,7 23-5 0,6 12 9 15,12 2 1 1,10 2 0-16,5-2-5 0,0-3 2 16,0-2 0-16,43-8-2 15,2-2-1-15,13-3-3 16,4-8-4-16,9-2-1 15,2-9-9-15,11 0-16 16,-1 0-32-16,-5-25-13 16,-55 3-54-16,-10 4-90 15</inkml:trace>
  <inkml:trace contextRef="#ctx0" brushRef="#br0" timeOffset="16835.7645">12846 7379 71 0,'0'69'40'0,"0"12"4"15,27 2 7-15,14-2-1 0,4-6-9 16,-8-11-5-16,-9-18-13 16,-13-11 2-16,-11-22-13 15,-4-6-1-15,0-7-1 16,0 0 5-16,0 0 20 16,0-31 5-16,-15-15-33 15,-26-20-4-15,-15-18-3 16,-2-20 2-16,3-12-2 15,8-2-2-15,23 6 1 16,20 18-1-16,4 26-1 0,0 15 1 16,28 21-1-1,12 15 0-15,7 6-2 16,9 11 0-16,6 0 0 0,-4 0 4 16,-8 21-1-16,-3 7 0 15,-11 3 1-15,-8 3 1 16,-19 7 2-16,-9 0-1 15,0 8 2-15,0 1-3 16,-32-2 0-16,-9-4-8 16,-6-7-18-16,2-9-26 15,2-10-14-15,30-18-36 16,9 0-65-16</inkml:trace>
  <inkml:trace contextRef="#ctx0" brushRef="#br0" timeOffset="17461.085">13455 7028 53 0,'17'-25'176'15,"-17"13"-130"-15,0 1 5 16,0-3-18-16,0-1-32 16,0 5 0-16,0-1 2 15,-9 7 4-15,-14 4 14 16,-5 0-3-16,-6 6-7 15,-5 35-10-15,-4 16-1 16,17 8 4-16,11 4 8 16,15-10-12-16,0-6 0 0,5-13 0 15,37-11 3 1,6-13-3-16,-14-9 0 0,9-7 0 16,-7 0-2-16,1 0-1 15,6-33-2-15,-3-8-3 16,3-8-9-16,-2-3-8 15,-9-5-1-15,-8 5 1 16,-7 12 4-16,-2 13 2 16,-11 19 15-16,1 8 2 15,-5 0 0-15,4 5-2 16,11 28 4-16,-7 8 5 16,1 2 2-16,2-2 0 15,-7-7-3-15,0-8 2 0,5-13-2 16,-9-7 10-1,0-6-3-15,0 0 10 0,0 0 3 16,0 0-2-16,0 0 7 16,0-19-3-16,0-7-20 15,11-8-6-15,6-4-1 16,17-2-2-16,13-5 1 16,3 5 0-16,-1 11-2 15,-6 6 1-15,-17 15 1 16,-11 8 0-16,-7 0 1 15,-1 0 0-15,-3 2-4 16,5 28 4-16,-1 11 1 16,3 6-3-16,-11 1-9 15,0 4-23-15,0-7-38 16,0-33-64-16</inkml:trace>
  <inkml:trace contextRef="#ctx0" brushRef="#br0" timeOffset="18132.7172">14619 6932 133 0,'0'-49'93'15,"-8"39"-27"-15,-16 7-1 16,1 3-40-16,-1 3-8 16,-4 35-17-16,-6 11 2 15,-5 11-1-15,16 0 0 16,5-6 0-16,14-9 1 15,4-11-1-15,0-15 0 0,0-8 0 16,22-7-1-16,12-4 0 16,-4 0 0-16,17-4 4 15,-6-33-2-15,10-5-2 16,1-13-1-16,-7-10-6 16,-2-13-1-16,-15-15 2 15,-20-24 5-15,-8 3-10 16,0 8 0-16,0 34-4 15,-28 35 15-15,0 27 8 16,16 10 5-16,-8 7-13 16,5 43-7-16,7 20 4 0,3 16 3 15,5 10 2 1,0-1 0-16,0-9 4 16,33-12 6-16,9-11-3 0,4-12 3 15,5-15-5-15,-6-14 2 16,2-10-5-16,-2-8-4 15,-2-4-2-15,2 0-1 16,2-16-2-16,1-23-1 16,-3-9-2-16,-5-4-7 15,-16 4 2-15,-13 8 2 16,-11 15 6-16,0 16 5 16,0 9 3-16,0 0 5 15,-24 0-1-15,-4 30-5 0,5 5 3 16,-1 6 7-1,7-3-2-15,13-5 9 0,4 1-2 16,0-6-5-16,0 3-4 16,0-5-2-16,21-1-2 15,11 1-2-15,15-3-2 16,-6-9-3-16,-2-3-6 16,6-11-19-16,11 0-27 15,19 0-24-15,-43 0-35 16,4-18-37-16</inkml:trace>
  <inkml:trace contextRef="#ctx0" brushRef="#br0" timeOffset="18866.406">16127 6791 28 0,'0'-39'168'15,"-4"32"-103"-15,-7 4-5 0,3 3-12 16,-5 0-19-16,-11 0-4 15,-8 28-19-15,-11 16-6 16,7 7 10-16,3 3 0 16,14-2 0-16,15-9-5 15,4-8 2-15,0-4-5 16,0-13 1-16,4-2-3 16,24-10 0-16,-4-4-4 15,-1-2-1-15,1 0-6 16,-1-2-1-16,5-28 4 0,-2-13 3 15,-2-17 0 1,-1-26 0-16,-6-18 3 0,-10-22-4 16,-7-1-10-16,0 24 5 15,0 33-4-15,0 38 15 16,0 24 13-16,0 5 4 16,-7 3-3-16,7 0-14 15,0 35-5-15,0 22 4 16,0 17 1-16,0 4 5 15,0 3 3-15,28-8 2 16,4-5-1-16,5-10-1 16,-7-13-4-16,6-10-1 0,1-12-2 15,-5-16 1 1,11-7-2-16,-7 0-1 0,5 0-2 16,2-21-5-16,-2-19 2 15,0-13-11-15,-7-8-16 16,-8 3 8-16,-7 15-9 15,-15 17 7-15,-4 17 27 16,0 9 13-16,0 0-6 16,0 2-2-16,-23 31 5 15,-14 4-10-15,-4 10 9 16,5-3 7-16,12-6-6 16,9 2 11-16,11-2-4 15,4-2-5-15,0-4 7 16,0-6-4-16,0-6-4 15,19-3 0-15,9-5-3 0,9-2-1 16,-1-5 1-16,7 1-4 16,11-6 1-16,1 0 0 15,16 0-2-15,-11 0-1 16,-4-6 0-16,-11-9-2 16,-9-6-30-16,-29 10-36 15,1-2-42-15</inkml:trace>
  <inkml:trace contextRef="#ctx0" brushRef="#br0" timeOffset="20156.9348">19164 6519 200 0,'5'-24'86'16,"-1"23"-29"-16,2-2-4 15,-6 3-29-15,5 0-14 0,-5 0-2 16,4 0-3-16,4 0-5 16,12 4-4-16,12 26 2 15,4 12 2-15,12 8 3 16,-8 4-1-16,-12-4-1 15,-15-4 0-15,-6-5 1 16,-7-9 0-16,0-4-1 16,0-7 0-16,0-9 1 15,0-7 2-15,0-5 0 16,-16 0 0-16,-7 0 4 16,-18 0-4-16,-15-5-4 15,-12-15-2-15,-7-6-4 16,2-11 0-16,8 0 3 0,10-10-3 15,12 10 2-15,15 1 1 16,11 9 3-16,12 10-1 16,5 1 1-16,0 8-1 15,0-4 0-15,0-2 1 16,0-3 0-16,0-2 3 16,41 1 0-16,11-1 3 15,12-4-3-15,9 7 1 16,15 0-1-16,15-3 2 15,8 0 4-15,3 3 7 16,-2-6-3-16,-10 5-1 16,-24 6-4-16,-14 4-5 15,-17 0-1-15,-19 6-2 0,-4 1-1 16,-16 0 1-16,-3 0 0 16,-1 0-2-16,-4 0-3 15,0 0-12-15,0-4-12 16,0 4-12-16,0-2-13 15,0-2-30-15,0 3-72 16</inkml:trace>
  <inkml:trace contextRef="#ctx0" brushRef="#br0" timeOffset="20696.5314">18596 6213 27 0,'19'0'86'16,"-15"0"-45"-16,5 0 20 15,4 0-5-15,11-7-15 16,14-21 4-16,3-2-10 0,10-11-7 16,-1 1-11-16,1-2-7 15,1-5 1-15,-7 4-5 16,-7 5-4-16,-6 2-1 15,-14 13 0-15,-3 13 1 16,-11 5-1-16,-4 5 1 16,0 0 3-16,0 0 4 15,0 0-3-15,0 0-6 16,4 0-2-16,20 8-6 16,12 15 5-16,20 5 3 15,8 3 8-15,1-4 0 16,6-3 2-16,-11-3-4 0,-5-2-4 15,-10 2-2 1,-4-11 0-16,-2 0-3 0,1 1-34 16,3-2-35-16,-38-9-46 15,-5 2-55-15</inkml:trace>
  <inkml:trace contextRef="#ctx0" brushRef="#br0" timeOffset="21247.1821">18587 7332 114 0,'-19'11'102'0,"19"-11"-45"0,0 0 18 16,0 0-26-16,24 0-17 16,40 0 3-16,28-8 23 15,20-6-19-15,4-2-6 16,-7 2 3-16,7-1-22 16,-5 3-11-16,1 2 0 15,4-5-2-15,4 8-1 16,13-4 0-16,2-1 0 15,2 0 1-15,-21 1 1 16,-32 0-2-16,-33 5 0 16,-27 1 0-16,-20 3-8 15,-4 2-2-15,0 0-6 0,0 0-10 16,0 0-16-16,0 0-15 16,-4 0-22-16,-20 0-30 15,-8 0-84-15</inkml:trace>
  <inkml:trace contextRef="#ctx0" brushRef="#br0" timeOffset="21875.0519">18795 7934 217 0,'0'0'113'16,"0"0"-97"-16,0 14 16 15,13 18-30-15,28 14 4 16,10 9 14-16,1 8-4 15,-7 2-6-15,-2-1-3 16,2-3 0-16,-2-15-4 16,-11-12 33-16,-4-13-31 0,-11-12-3 15,-6-7-1 1,-7-2 1-16,0 0-1 0,-4 0 6 16,0 0 2-16,0-18 0 15,5-15 2-15,-5-16-9 16,0-10 0-16,0-11-2 15,0-12-2-15,-9-3-12 16,-19 6-2-16,0 12-4 16,5 20 6-16,10 22 12 15,4 10 2-15,3 15 1 16,6 0 2-16,0 0 4 16,0 0-7-16,0 0 0 15,0 0-1-15,11 0 1 16,44-6 10-16,22-1 3 15,16-4 1-15,18 0 4 0,5-3-7 16,-4-1-3-16,-12 2-1 16,-7-2-7-16,-29 8 0 15,-21 1-2-15,-15 3-16 16,-24 3-11-16,-4 0 1 16,0 0-11-16,0 0-12 15,0 0-21-15,-28 10-63 16</inkml:trace>
  <inkml:trace contextRef="#ctx0" brushRef="#br0" timeOffset="22325.8958">19404 8097 54 0,'0'53'97'0,"0"3"-65"16,0 5 1-16,20 6-2 16,16-8-22-16,-4-10 48 15,-4-17-35-15,-8-12-18 16,-16-12 1-16,0-8 1 16,0 0 14-16,-4 0 7 15,0 0 15-15,0-28-9 16,0-15-23-16,5-8-2 0,5-1 1 15,8-3-5-15,14 6-2 16,6 5-1-16,-1 8-1 16,-1 10-1-16,-8 11 1 15,-15 9 6-15,6 6 3 16,-10 0 0-16,10 0-5 16,9 20-4-16,0 16 3 15,4 10-1-15,-8 9 2 16,-7-3-3-16,-2-12-1 15,2-4-1-15,-2-16-2 16,4-8-8-16,-6-9-4 16,7-3-39-16,8 0-31 0,-20-7-6 15,5-16-47-15</inkml:trace>
  <inkml:trace contextRef="#ctx0" brushRef="#br0" timeOffset="22897.7761">20640 6339 126 0,'0'-19'103'0,"0"0"-56"15,49-3 20-15,46-6-16 16,25-4-6-16,8 6-12 16,-7 2 6-16,-25 12-12 15,-21 5-9-15,-30 7-17 16,-21 0-1-16,-5 0-4 15,-10 23 2-15,-9 21 2 16,0 10 2-16,0 14-2 0,-56 10 0 16,-13 12-2-1,-10 4 0-15,2 4 0 0,2 0 1 16,10-12 1-16,24-9-1 16,22-15-1-16,15-12 1 15,4-13-3-15,0-10 1 16,13-8-1-16,30-2 3 15,2-10 1-15,10-2 8 16,14-5-3-16,10 0 3 16,-6 0 4-16,2-25 5 15,-14 0-10-15,-10-4-5 16,-10 4-2-16,-13 3 0 16,-9 3-12-16,-15-3-15 15,-4 3-11-15,0 1-23 16,-19 0-11-16,-13 16-46 0,-5-3-108 15</inkml:trace>
  <inkml:trace contextRef="#ctx0" brushRef="#br0" timeOffset="23096.8757">20681 6834 141 0,'0'-4'85'16,"8"-8"-40"-16,80-1 50 15,24-3-29-15,4-3-3 16,-5 5-23-16,-19 3-29 16,-12 8-10-16,1 3-1 0,-6 0-14 15,2 0-35-15,3 0-32 16,-65 0-47-16,2 0-64 16</inkml:trace>
  <inkml:trace contextRef="#ctx0" brushRef="#br0" timeOffset="23525.5761">22064 6797 155 0,'4'11'34'0,"5"2"8"16,0 10 19-16,-9 6-44 16,0 5-1-16,0 8 5 15,-13 5-4-15,-28-2-7 0,-11 2-2 16,1-6-2-1,-1-6-5-15,7-11 0 0,13-6-1 16,4-10-7-16,9-1-1 16,6-7-8-16,-6 0-3 15,6 0 5-15,-2-15 2 16,6-3 12-16,5-5 3 16,4 2 5-16,0 6-2 15,0 3-4-15,0 0 9 16,0 5 2-16,13-1 8 15,15 6-2-15,4 2-3 16,11 0-1-16,-2 0-9 16,-1 0-1-16,8 6-5 15,-1 9 2-15,-2 5-1 16,2-2-1-16,-6-6 1 16,-13-2-1-16,-9-4 0 0,-6-4-3 15,-9-2-4-15,7 0-24 16,2 0-19-16,-13 0-36 15,4 0-29-15</inkml:trace>
  <inkml:trace contextRef="#ctx0" brushRef="#br0" timeOffset="23824.3411">22465 6682 157 0,'4'-22'77'0,"3"17"-10"16,-7 5 5-16,0 0-27 15,0 0-1-15,0 0-22 16,0 23-15-16,0 20-6 16,0 14 13-16,0 9 1 15,0 7-4-15,0 2-6 16,-19 6-2-16,-14 5-2 15,1 0 0-15,0-2-1 16,8-8-8-16,16-13-19 16,-3-12-28-16,11-17-22 0,0-34-34 15,0 0-93-15</inkml:trace>
  <inkml:trace contextRef="#ctx0" brushRef="#br0" timeOffset="24596.8309">22568 7262 156 0,'17'-23'90'0,"-2"16"-36"15,13-4 3-15,9-1-21 16,10-2 2-16,2 3 3 16,7 2-12-16,-13-1-10 0,2 9-6 15,-13-1-12 1,-8 2-1-16,4 0 1 0,-5 0-1 15,-6 0 0-15,-6 0 0 16,-2 0-1-16,-9 0 0 16,0 0 0-16,0 0 0 15,0 10 1-15,0 21 0 16,-20 20 2-16,-20 2-2 16,-3 5-2-16,-2 1-1 15,8-4 3-15,9-9 0 16,13-6 0-16,11-8-3 15,4-8 1-15,0-3 0 16,0-11 2-16,0-1 0 16,19-6 8-16,9-1-1 15,17-2 0-15,11 0 2 0,8 0 7 16,11-11-2-16,-6-7 0 16,-9-5-3-16,-13 3-4 15,-19 9-1-15,-11-4-3 16,-2 5 2-16,-10 1 3 15,3 1-1-15,-8 2-3 16,0 4-3-16,0 2 1 16,0 0 1-16,0 0 0 15,0 0 2-15,0 0-2 16,0 0 2-16,0 0-3 16,0 0-2-16,0 0 1 15,0 0 0-15,0 0 0 0,0 0 0 16,0 0-1-16,0 0 1 15,0 0-1-15,0 0 0 16,0 0 0-16,0 0 0 16,0 0 1-16,0 0-1 15,0 0 0-15,0 0-1 16,0 0 0-16,0 0 1 16,0 0-1-16,0 0 1 15,0 0-1-15,0 0-4 16,0 0-1-16,0 0-2 15,0 0-3-15,0 0-3 16,0 0 3-16,0 0-4 16,0 0-6-16,0 0-6 0,0 0-12 15,-4 0-21 1,-24 0-27-16,15 0-25 0,-6 0-66 16</inkml:trace>
  <inkml:trace contextRef="#ctx0" brushRef="#br0" timeOffset="45030.1136">1540 9370 177 0,'-36'14'69'0,"36"-14"-54"0,0 0 10 16,0 0 27-16,0 0-21 16,0 0-12-16,0 0 5 15,0 0 9-15,0 0-2 16,0 0-10-16,0 0 1 15,0 0-6-15,19 6-11 16,45 5 4-16,20 3 13 16,10-3-8-16,3 1-7 15,-7-4-3-15,-6-6-4 16,-26 4 1-16,-11-1 0 0,-19-2-2 16,-22-3-1-1,-6 3-9-15,0 1-6 0,0-4 0 16,-17 2 2-16,-41-1 9 15,-32 3-4-15,-15-4 6 16,-7 0 3-16,5 0-1 16,8 0 2-16,9 0 0 15,35 0 3-15,24 0 5 16,16 0 3-16,15 0 0 16,0 0-3-16,0 0-8 15,0 0 0-15,9 0 0 16,45 0 6-16,10-4 7 15,22-3 3-15,6-4 0 0,-4 3-3 16,-4-3-3-16,-14 5-9 16,-20-2 0-16,-5 2 1 15,-7-1-2-15,-14 3 1 16,-13 1 0-16,-9-1-1 16,-2 4-3-16,0 0-6 15,0 0-11-15,0 0-17 16,0 0-19-16,0-2-34 15,0-2-43-15,0 3-152 16</inkml:trace>
  <inkml:trace contextRef="#ctx0" brushRef="#br0" timeOffset="45697.7887">3631 8976 148 0,'-17'-33'122'0,"7"20"-90"16,-8 2 26-16,8 0 11 15,-16 7-33-15,-4 0-8 16,-17 4 2-16,-5 0-16 16,-4 0-11-16,-12 6-2 15,-1 21-1-15,5 7 0 16,-1 15 0-16,10 9-3 15,16 4 2-15,16-1-1 16,23-5 0-16,0-9 1 16,0-4-2-16,36-13-1 15,26-6 1-15,7-8 0 16,-5-8 2-16,-10-3 0 0,-16-2-3 16,-12-3 2-16,-17 0 1 15,-9 0-2-15,0 0 1 16,0 0-2-16,0 6-8 15,0 10-12-15,-9 12 5 16,-32 14 11-16,-2 13-3 16,-4 5 11-16,11-3 2 15,8-3-1-15,13-8 12 16,13-8-1-16,2-9-4 16,0-4-3-16,19-9 5 15,28-5-3-15,9-2 3 16,6-7 2-16,0-2-4 15,7 0-7-15,2 0-1 16,8-11-9-16,-2-23-16 16,7-7-25-16,-11-11-29 0,-54 25-38 15,-10 3-28-15</inkml:trace>
  <inkml:trace contextRef="#ctx0" brushRef="#br0" timeOffset="46004.0107">3962 9340 90 0,'0'-40'93'15,"-13"40"-8"-15,-9 0-2 16,-3 0-35-16,5 0-29 16,10 29-15-16,3 7-4 15,7 1 0-15,0 7 1 16,13-1 1-16,39-2 2 16,3-3 0-16,-3-9 3 0,-1-1-4 15,-14-7-2-15,-9-6 0 16,-16-5 0-16,-5-6 0 15,-7 2 0-15,0-1 0 16,0 6 1-16,-15-3 2 16,-32 10 4-16,-13-7-5 15,-13 0 1-15,2-7-4 16,9 2-3-16,8-1-4 16,26-5-8-16,11 0-17 15,17 0-20-15,0 0-44 16,0 0-101-16</inkml:trace>
  <inkml:trace contextRef="#ctx0" brushRef="#br0" timeOffset="46366.5202">4301 9373 226 0,'0'22'31'0,"-24"18"9"16,11 4 3-16,13-4-37 15,0 2-4-15,0-11 3 16,30-4-2-16,15-4 4 16,-6-12-1-16,8-3 4 15,-13-8 0-15,-6 0-5 16,0 0-2-16,-13 0-2 0,13-23 3 16,-9-8 0-1,-10-8 0-15,-3-5-1 0,-6 2-1 16,0-8 2-16,0 8-1 15,-28 6 1-15,-6 13-3 16,2 15 5-16,0 8 17 16,0 0-23-16,4 0-1 15,-2 20-7-15,2 16 1 16,8 4-12-16,5 6-16 16,15-6-6-16,0-24-29 15,0-7-60-15</inkml:trace>
  <inkml:trace contextRef="#ctx0" brushRef="#br0" timeOffset="46965.6735">6317 9161 141 0,'-65'3'76'0,"50"-1"-50"0,3 5 41 16,1-3-33 0,-4 5-22-16,-2 6 1 0,-3 2-1 15,7 4 0-15,-6 5-1 16,11 0-5-16,-7 1-3 15,6 3-2-15,5-5-1 16,2-3 1-16,2 2 0 16,0-3-2-16,0 1 1 15,0 3 0-15,0-3 0 16,0-4 0-16,2-5-2 16,11 1 0-16,2 0-2 15,2 1 1-15,6-4 3 16,5 2 0-16,7-1-1 15,-5 0-1-15,-3-5 2 16,1-1 1-16,-2-1 0 0,-17 1-1 16,-7-4 0-16,-2 2 2 15,0-4 2-15,0 5 14 16,0 0 6-16,-22-1-4 16,-14 7-6-16,-11-7-4 15,-5 3 3-15,1-7-5 16,4 0 4-16,-3 0-4 15,7 0-5-15,-2 0-2 16,9 0-1-16,6 0-6 16,13 0-12-16,8 0-11 15,9 0-9-15,0 0-20 16,0 0-28-16,0 0-68 0</inkml:trace>
  <inkml:trace contextRef="#ctx0" brushRef="#br0" timeOffset="47243.9068">6596 9300 161 0,'2'0'124'0,"-2"10"-95"15,4 20 25-15,5 14 4 16,-5 4-28-16,7 3-16 0,-3 1-5 16,1-11-6-16,6-5-3 15,-2-16-1-15,6-6-9 16,-6-7-20-16,-2-7-27 16,6 0-23-16,-11 0-26 15,-6-21 4-15</inkml:trace>
  <inkml:trace contextRef="#ctx0" brushRef="#br0" timeOffset="47408.8283">6754 8986 154 0,'-17'-45'153'16,"11"37"-92"0,6-1 13-16,0 4-29 0,0 5-32 15,0 0-13-15,0 0 0 16,0 0-12-16,0 0-43 15,0 7-42-15,6 13-51 16</inkml:trace>
  <inkml:trace contextRef="#ctx0" brushRef="#br0" timeOffset="48007.3239">7346 9310 142 0,'0'-28'96'0,"-8"2"-56"16,-25-5 28-16,1 7-36 15,0 9-14-15,4 6 5 16,0 9 15-16,-2 0-16 16,-6 11-22-16,4 32-1 15,0 14-4-15,4 9 4 16,19 1-1-16,9-5 1 15,0-7 0-15,0-14 1 16,7-15-4-16,27-12-12 16,-6-8-7-16,0-6-10 15,-5 0 12-15,-3-9-2 16,1-22 1-16,-2-14-6 0,1 2-8 16,-8 0 6-16,-1 12 13 15,-7 16 12-15,1 9 5 16,-1 6 1-16,11 0 2 15,6 38-2-15,7 19 13 16,20 14-5-16,-3 18-1 16,10 9 14-16,1 3 3 15,-2 0 1-15,-16-7-12 16,-5-12-9-16,-10-7 3 16,-14-12-5-16,-9-9 5 15,0-11 6-15,0-12-11 16,-37-11 9-16,-14-8 1 15,-9-12 6-15,-5 0-3 0,-12 0-1 16,-13-31-1-16,-2-6-9 16,4-6-3-16,15 0 0 15,26 15 2-15,19 4-4 16,19 2 0-16,9-4-6 16,0 1-8-16,37-11-21 15,29-6-25-15,-31 28-40 16,-5-3-42-16</inkml:trace>
  <inkml:trace contextRef="#ctx0" brushRef="#br0" timeOffset="48465.8663">7640 9225 209 0,'15'0'61'15,"0"28"-8"-15,-2 40 17 16,6 8-49-16,1 3-11 16,-8-5-1-16,-3-12-3 15,2-13-6-15,-7-17 1 16,-4-16 0-16,4-8-1 16,-4-8 0-16,0 0 4 15,5 0 6-15,-5-27 1 16,0-17-1-16,0-15-8 15,0-4 0-15,0-2-1 16,0 3-1-16,10 13 0 0,8 7-1 16,1 16-1-16,-2 11 1 15,-6 8 1-15,-7 7 0 16,0 0 6-16,1 0-3 16,10 0-3-16,2 29 6 15,11 5 12-15,-3 10-8 16,-7 4-4-16,-6-2-2 15,-5 0-2-15,-5-1-2 16,4-12-3-16,-1-9-11 16,3-4-14-16,1-11-21 15,10-9-29-15,-10 0-51 16,1 0-19-16</inkml:trace>
  <inkml:trace contextRef="#ctx0" brushRef="#br0" timeOffset="48786.8111">8211 9247 156 0,'17'-8'81'0,"-11"8"-54"16,14 33 58-16,-3 16-29 15,6 6-11-15,-10 1-15 16,2 6-15-16,-11-2-7 16,1-11-5-16,-5-10-3 15,10-18-2-15,-5-9-20 16,3-12-22-16,-3 0-18 15,5 0-24-15,-5-31 11 0,-1-21 16 16,-4-10 9 0,0-17 24-16,0-7 26 0,-19-4 12 15,-14 5 11-15,1 22 18 16,9 21 23-16,14 20 5 16,9 7-26-16,0 11-12 15,0 1-13-15,0 3-18 16,0 0 0-16,0 0-21 15,19 0-9-15,31 0-54 16,-22 3-57-16</inkml:trace>
  <inkml:trace contextRef="#ctx0" brushRef="#br0" timeOffset="49157.9816">8942 8598 115 0,'-13'-37'36'0,"-2"3"21"15,-4 9-5-15,2 5-15 16,-11 6 2-16,4 7 3 16,-4 7-4-16,0 0-20 15,-4 0-10-15,0 15-3 16,2 29-1-16,2 19 0 15,2 20-1-15,18 21 3 16,8 16 4-16,0 1 2 0,0 1-6 16,15-11-3-16,15-5-1 15,-2-10 0-15,0-7-2 16,0-5 0-16,-9-13-10 16,2-8 2-16,-6-20-10 15,-6-16-7-15,2-16-10 16,-7-11-25-16,-4 0-26 15,0-3-9-15,0-19 33 16</inkml:trace>
  <inkml:trace contextRef="#ctx0" brushRef="#br0" timeOffset="49352.7322">8565 9443 48 0,'-26'-24'120'15,"26"24"-71"-15,0 0-16 0,0 0 16 16,19 0-20-16,24 0 17 15,15 0-2-15,6 0-10 16,16 0-10-16,-1 0-14 16,-4 0-5-16,-2 0-5 15,-4 0-6-15,-7-4-31 16,-6-3-33-16,-50 1-34 16,-2 1-38-16</inkml:trace>
  <inkml:trace contextRef="#ctx0" brushRef="#br0" timeOffset="49652.0198">9270 9346 25 0,'0'0'113'0,"0"0"-74"0,0 19-8 16,0 17 14-16,4 3-14 15,1 8-5-15,-5-1 4 16,0 0-11-16,0-3 2 16,4-12-13-16,11-9 2 15,-11-16-9-15,1-6-1 16,-5 0-3-16,0 0-8 15,8 0 11-15,-1-26 0 16,-3-16 3-16,-4-10-1 16,0-16 1-16,0-12 3 15,0-4 0-15,0-1-4 0,-4 14 0 16,4 14 1 0,0 24-3-16,0 10 0 0,0 11-2 15,0 11-6-15,17 1-28 16,26 0-27-16,-22 8-59 15,11 16-59-15</inkml:trace>
  <inkml:trace contextRef="#ctx0" brushRef="#br0" timeOffset="50364.82">10141 9229 157 0,'0'0'120'0,"0"0"-59"15,-11-7 22-15,3 3-42 0,-7 0-21 16,2 4 13-16,-7 0-3 16,-7 0-17-16,-10 20-10 15,-6 15 0-15,-6 8-2 16,2 10 1-16,2 1-1 16,10-2-1-16,7-4 0 15,20 1 0-15,8-10-3 16,0-4-3-16,0-11-11 15,15-9-10-15,34-3-11 16,3-12-9-16,16 0 9 16,3 0-1-16,4-18-11 15,-6-15-24-15,-5-4 3 16,-2 0 30-16,-23-1-2 0,-7 5 35 16,-8 1 8-16,-7-1 52 15,-15 5 6-15,-2 8 0 16,0 3-1-16,0 6-2 15,0 9-5-15,-2 2-7 16,-26 0-4-16,0 0-14 16,-6 2-19-16,0 28-6 15,10 5-1-15,-2 15 0 16,5 0 0-16,6 0 1 16,4-8-1-16,11-11 0 15,0-12-1-15,0-7-5 16,0-12-6-16,11 0-4 15,12 0 10-15,3 0 5 16,6-29 2-16,0-5-3 16,9-13-3-16,-11-3-8 0,2 6-4 15,-8 2 0-15,-11 14 8 16,-5 6 10-16,-1 13 0 16,-7 9 9-16,0 0 5 15,0 0-1-15,0 0-2 16,0 16-9-16,0 13 0 15,0 14 5-15,0 2 5 16,0 4-2-16,13 0 0 16,0-1-3-16,6-7-3 15,4-3-2-15,1-8-2 16,4-9-5-16,0-4-20 16,0-12-23-16,-24-5-41 0,5 0-62 15</inkml:trace>
  <inkml:trace contextRef="#ctx0" brushRef="#br0" timeOffset="51616.59">12131 9280 189 0,'0'-13'104'0,"0"8"-77"16,-28-4 24-16,7 7-20 16,-3 2-4-16,5 0-4 15,-4 0-10-15,-10 2-12 16,-3 32-1-16,-11 10 0 15,4 16 1-15,4 7 0 0,7 2 0 16,13-2-1-16,19-4 0 16,0-11 1-1,0-12-1-15,8-4-2 0,24-14 0 16,1-6 2-16,5-11-2 16,-1-5 0-16,-5 0-1 15,4 0 2-15,1-27 1 16,-3-14-1-16,-2-2 0 15,-4-8-3-15,-15-8 3 16,-4-2-1-16,-9-2 0 16,0 6 2-16,0 15 0 15,0 17 1-15,0 14 3 16,-9 11 11-16,9 0 2 16,0 0-2-16,0 8-15 15,0 31 2-15,0 17-2 0,0 14 11 16,4 6 0-16,11 8 4 15,-2 10-6-15,7 2-3 16,-3 8-1-16,11 14-4 16,10 5-1-16,5-3-1 15,2-1 0-15,0-25-19 16,-2-15-7-16,-9-21-5 16,-14-23-52-16,-20-35 13 15,0 0-120-15</inkml:trace>
  <inkml:trace contextRef="#ctx0" brushRef="#br0" timeOffset="51893.9031">11786 10200 58 0,'-24'-3'121'0,"24"1"-80"15,0-5 8-15,5 0-21 16,40-4-20-16,19-4 36 16,11-11 6-16,9 0-5 15,4-6-8-15,-5-2-23 0,1-2-10 16,-7-2-2-16,1-2-2 16,-12-5-6-16,-10 4-23 15,-5 0-17-15,-10 0-20 16,-41 31-24-16,0-1-44 15</inkml:trace>
  <inkml:trace contextRef="#ctx0" brushRef="#br0" timeOffset="52756.2277">12650 9296 205 0,'0'-8'69'0,"0"8"-34"16,0 0 5-16,-4 0-26 0,4 0-4 16,0 33 2-16,0 13 1 15,0 16 13-15,0 6-8 16,0 3-2-16,0-1-4 16,0-9-9-16,17-5 0 15,7-14 0-15,-5-11-3 16,13-14 0-16,-4-9-2 15,4-8-12-15,5 0 6 16,1-3 2-16,-3-30 1 16,-3-9-1-16,7-14-3 15,-12-8-2-15,-9-6 0 16,1-2 3-16,-10 13 6 0,1 18 2 16,-5 23 0-16,-5 14 4 15,0 4 6-15,0 0 0 16,4 0-8-16,4 32-1 15,7 10 5-15,3 6 8 16,5 2-10-16,5-8 5 16,4-3-4-16,-4-8-3 15,4-9-2-15,-4-8 2 16,4-6-1-16,-4-4-1 16,0-4 0-16,-4 0-1 15,4 0-1-15,-7-24 2 16,7-14 0-16,-5-16 0 0,1-1 0 15,-15-8-2-15,-9 0-7 16,0 7 4-16,0 11 0 16,-11 19 5-16,-17 14 1 15,0 12 5 1,0 0 7-16,-10 0-13 16,6 25-1-16,-7 13 1 0,2 9 3 15,10 4 2-15,18 4 3 16,5 3 1-16,4-7 0 15,0-2 3-15,0-6 0 16,13-8-2-16,14-5 0 16,8-9-3-16,-5-2 1 15,2-5-2-15,7-6 0 16,10-2 3-16,17-6-2 16,3 0 4-16,4 0 12 0,-2 0-11 15,-11-17 4-15,-19-7-4 16,1 3-5-16,-18 1 1 15,-11 10 0-15,-5 1-5 16,-8 3-1-16,0 0-2 16,5 1-2-16,-5-3-4 15,0 6-11-15,0-3-15 16,0-2-2-16,0 3-11 16,0-3-4-16,0-4-27 15,0 2 5-15,0 4-13 16,-5 1-47-16</inkml:trace>
  <inkml:trace contextRef="#ctx0" brushRef="#br0" timeOffset="54652.6325">15083 9797 155 0,'40'0'83'15,"-16"0"-70"-15,12-18 45 16,5-14-20-16,2-6-25 15,-2 0-10-15,-13-1-2 16,0 4 1-16,-13-1 0 16,-7 2-2-16,-8 4 0 15,0 5-5-15,0 4-4 16,-23 5 5-16,-14 7-4 16,-10 9 1-16,2 0-2 15,-7 28 3-15,1 23 4 0,12 9 2 16,11 7 3-16,7-2 6 15,17-7 4-15,4-9 3 16,0-8 1-16,0-11 6 16,4-4 0-16,39-1-8 15,2-6-4-15,11-2-2 16,-5-4-6-16,5-6-3 16,0-7-4-16,-3 0-11 15,10 0-12-15,-14-43-1 16,2-8-16-16,-10-14-28 15,-37 32-23-15,-4 3-13 0</inkml:trace>
  <inkml:trace contextRef="#ctx0" brushRef="#br0" timeOffset="54846.7455">15591 9208 15 0,'-32'-103'76'16,"17"77"-4"-16,15 21 13 16,0 5-3-16,0 0-37 15,0 20-10-15,28 28 1 16,19 14 17-16,2 9-21 15,-6 10-16-15,-2 1-5 16,-5 1-5-16,7 1-5 16,-6-3-1-16,-5-3-4 15,4-5-24-15,3-14-17 0,12-10-22 16,-38-49-35-16,4 0-71 16</inkml:trace>
  <inkml:trace contextRef="#ctx0" brushRef="#br0" timeOffset="55396.3856">16715 9530 224 0,'13'22'48'16,"0"29"13"-16,2 7 2 15,-3 4-50-15,-1 0-8 0,2-10 3 16,-9-11 1-1,3-10-8-15,-3-14 0 0,-4-11-1 16,4-6 0-16,1 0 5 16,3 0 3-16,3-11 13 15,2-32-9-15,6-15-8 16,13-7-3-16,1 7-1 16,3 10 0-16,-4 15 0 15,0 14-3-15,-4 14 0 16,0 5-1-16,4 0 1 15,0 0 1-15,1 39 2 16,1 11 0-16,-13 5-3 16,3 5 3-16,-9-6-1 15,-11-11-5-15,-4-8-1 16,0-12 0-16,0-11 6 0,0-8-2 16,0-4 2-16,5 0-5 15,3-15 1-15,1-22 5 16,6-14-7-16,8-12 5 15,1 7-2-15,8 8 1 16,-10 14 2-16,-3 20-1 16,-11 11 2-16,7 3 8 15,-6 0-2-15,0 7 1 16,10 19 10-16,4 10-10 16,5 4-7-16,9 2 0 15,4 2-2-15,1-2-21 16,4-4-17-16,1-8-33 0,-28-29-52 15</inkml:trace>
  <inkml:trace contextRef="#ctx0" brushRef="#br0" timeOffset="55770.1741">18060 9686 60 0,'13'-11'134'0,"-3"2"-96"15,12-2 19-15,6-6 8 16,15-5-32-16,-7-2-12 16,0 0-11-16,-16 2-8 15,-7 3 0-15,-13 3-2 0,0 8 0 16,0-1 0-16,-5 4 0 16,-35 5 0-16,-12 0-4 15,-8 14-1-15,4 29-1 16,5 16 3-16,10 11 3 15,17 0 2-15,12-6 2 16,12-6 4-16,0-13 3 16,0-12 3-16,36-11-5 15,20-12 9-15,12-5-1 16,8-5-8-16,7 0-1 16,-10-12-5-16,-4-19-3 15,-14-5-7-15,-12-7-33 16,-15 0-33-16,-28 23-15 15,0 2-85-15</inkml:trace>
  <inkml:trace contextRef="#ctx0" brushRef="#br0" timeOffset="55964.4142">18051 9391 76 0,'-28'-21'214'16,"28"-1"-141"-16,0-10-17 15,0-9 3-15,13-3-29 16,24-1-7-16,1 9-10 16,-6 2-13-16,-10 12 0 15,1 5-30-15,5 6-37 16,-23 11-46-16,-1 0-62 0</inkml:trace>
  <inkml:trace contextRef="#ctx0" brushRef="#br0" timeOffset="56175.6028">18504 8904 204 0,'36'51'25'0,"20"21"55"16,4 15-3-16,-4 7-57 15,-16 10 5-15,-7 5-8 16,-10-3-9-16,1-2-7 0,-1-16-1 15,-10-14-24-15,-4-14-24 16,-9-57-33-16,0-3-36 16</inkml:trace>
  <inkml:trace contextRef="#ctx0" brushRef="#br0" timeOffset="56596.7022">18712 9616 175 0,'0'-29'46'16,"40"16"-14"-16,57-4 40 16,6 3-41-16,-11 1 2 15,-17 2-6-15,-25 3-14 0,-23 6-13 16,-18 2 1 0,-9 0 0-16,0 0 0 0,0 0-1 15,0 21-6-15,0 23 2 16,-26 7 4-16,3-1 0 15,3-2 1 1,12-4-1-16,8-10 1 0,0-7 0 16,0-5 3-16,23-8 0 15,18-11 7-15,6-3 4 16,-2 0-10 0,11 0 4-16,-4-26-1 0,-12-6-4 15,-3-2-4-15,-14-5-4 16,-8 0 1-16,-15-3-1 15,0-1 3-15,-15-6 0 0,-40 1 0 16,-5 12-5-16,-5 8-12 16,9 17 0-16,16 11-5 15,8 0-15-15,12 25-27 16,20-3-38-16,0 0-23 16</inkml:trace>
  <inkml:trace contextRef="#ctx0" brushRef="#br0" timeOffset="57336.4109">19776 9482 168 0,'0'-34'61'0,"0"21"-1"0,0 7-3 16,-15 6-23-16,-13 0-5 15,0 17-19-15,0 31-10 16,-4 15-5-16,8 7 4 15,11 0 1-15,13-18 0 16,0-11 0-16,0-14 1 16,20-13 5-16,16-14 4 15,5 0-2-15,6 0-2 16,4-35-1-16,-10-8-2 16,6-13-3-16,-10-9-4 15,-5-4-1-15,-4-12-8 16,-15-6-1-16,-9-12 6 0,-4-4-4 15,0 0 10-15,-4 15-1 16,-20 21 2-16,3 38 1 16,6 23 9-16,10 6 17 15,1 24-22-15,0 37-4 16,0 23 0-16,-3 13 5 16,7 6 5-16,0-2 1 15,0-2-2-15,0-11-2 16,15-13-7-16,26-10-1 15,6-15-6-15,5-12-13 16,-3-19-7-16,-2-14-8 16,5-5-1-16,-12-8-26 15,1-33-25-15,-2-10 19 0,-18-9 44 16,-2-6 0 0,-14-2 16-16,-5 24 8 0,0 16 21 15,0 25 18-15,0 3 29 16,0 32-23-16,-5 31-43 15,5 15 25-15,0-1 16 16,0-9 4-16,15-15-12 16,22-17 0-16,-1-16-9 15,-3-12 0-15,-6-8-6 16,-3 0-8-16,4 0 2 16,4-25-2-16,0-16-4 15,-8-4-8-15,-3-2-6 0,-14 1-7 16,-7 7-3-1,0 12 4-15,0 11 2 0,-24 10-4 16,-4 6-4-16,-8 0-4 16,-11 0-22-16,2 6 0 15,-7 24-19-15,33-13-42 16,2 0-47-16</inkml:trace>
  <inkml:trace contextRef="#ctx0" brushRef="#br0" timeOffset="58080.4257">21161 9565 137 0,'32'3'43'0,"11"-3"22"15,-6 0-17-15,14 0-18 16,1-18 4-16,-3-13-7 16,2-5-8-16,-10-4-10 15,2-1-3-15,-11 6-5 16,-8-1 2-16,-16 1 4 0,-8 6 5 15,0 4-2-15,0 12-2 16,-15 9 12-16,-10 4 1 16,-10 0-19-16,3 19-2 15,-9 24-5-15,1 13 5 16,-3 5 2-16,19 7 2 16,7-2 1-16,17-10-5 15,0-8 0-15,4-15-2 16,48-4 1-16,8-14-2 15,8-10-4-15,16-5-4 16,-7 0-7-16,11-27-3 16,-8-13-33-16,-1-5 10 15,-15-4 6-15,-12-3-33 0,-16 0 33 16,-23 1 36 0,-9 4 2-16,-4 17 3 0,0 11 22 15,0 17 20-15,0 2 10 16,0 0-21-16,0 0-20 15,0 0-11-15,7 15-1 16,10 16 12-16,7 3 12 16,-1-1-5-16,1 9 1 15,-3 2-2-15,-6-3-1 16,-2 1-4-16,-9 8-3 16,-4-6-6-16,0-2 8 15,0-3 5-15,0-9 0 16,-27 1 8-16,-19-6-6 15,-9-3 0-15,-18-4-10 0,-11-2-11 16,-19 3-6-16,-6-2-20 16,-22 0-23-16,-30-2-25 15,90-15-26-15,-21 0 43 16</inkml:trace>
  <inkml:trace contextRef="#ctx0" brushRef="#br0" timeOffset="59518.1033">4642 10865 175 0,'-60'-6'35'16,"8"6"-3"-16,9 0-12 15,-10 36-13-15,5 13-1 16,16 22 90-16,26 7-96 15,6 11-2-15,0-7 2 16,6-14 0-16,35-11 0 16,-2-16-1-16,-3-14 1 15,0-11 0-15,3-10 1 16,-7-6-1-16,5 0 1 16,6-22 1-16,-3-32-2 15,5-15 0-15,3-15-3 16,-12-11-7-16,-10-8-4 0,-24-3 5 15,-2 4 0 1,0 9 1-16,-21 17 8 0,-16 22 1 16,9 27 4-16,11 16 2 15,6 11 4-15,5 0-8 16,4 13-3-16,2 37-10 16,0 19 10-16,0 21 0 15,0 9 2-15,19 1-1 16,17-3 4-16,3-5-3 15,6-16-2-15,0-20-1 16,2-11-2-16,-4-18 3 16,-2-14-2-16,-7-9 1 15,3-4 1-15,-1 0 2 0,1-36 2 16,10-17-1-16,-11-6-3 16,3-7-3-16,-15-4-10 15,-22 17-6-15,-2 16 11 16,0 19 8-16,0 18 1 15,0 0 6-15,-9 30-7 16,-8 28-3-16,4 14-3 16,-2 1 6-16,11-5 8 15,4-6 5 1,0-15 4-16,0-14-3 0,28-9-7 16,10-9-5-16,9-11 4 15,14-4-6-15,14 0-1 16,13-15-21-16,-52-8-38 15,3-4-85-15</inkml:trace>
  <inkml:trace contextRef="#ctx0" brushRef="#br0" timeOffset="59864.2699">6162 11182 127 0,'-68'104'67'16,"66"-43"-46"-16,2-5 22 16,0-8-23-16,34-12-15 15,22-10-2-15,-1-10 2 0,1-9-4 16,-4-7 4-16,-3 0 4 16,-6-20-1-16,-2-17-5 15,-5-10-3-15,-10-4 0 16,-5 2-2-16,-14-6 1 15,-7 0 1-15,0 2 0 16,0 3 2-16,-41 11 7 16,9 11 1-16,4 16 3 15,9 12 2-15,-16 0-9 16,3 5-6-16,-4 30-15 16,-1 8-15-16,22-16-35 15,11-3-46-15</inkml:trace>
  <inkml:trace contextRef="#ctx0" brushRef="#br0" timeOffset="60142.2648">6945 11680 20 0,'-32'0'204'16,"17"0"-167"-16,6-39 8 16,5-2-11-16,-4-2-17 0,-1-6 8 15,3 3 9-15,1-2-14 16,5 0-13-16,0 7-7 16,0 13 0-16,32 3-7 15,11 8-28-15,7 12-11 16,-25 5-28-16,-7 0-59 15</inkml:trace>
  <inkml:trace contextRef="#ctx0" brushRef="#br0" timeOffset="60863.6549">7374 11272 143 0,'-13'-22'88'16,"-15"9"-38"-1,0 2 3-15,5 7-23 0,-5 4-5 16,-4 0-2-16,0 7-21 16,-3 30-2-16,-5 20-5 15,16 9 2-15,15 2-1 16,9-7 4-16,0-5-1 16,0-12-4-16,20-19-5 15,16-6-2-15,11-15-5 16,-6-4 7-16,2 0 9 15,-2-30 1-15,-5-14 1 16,-1-8 2-16,-8-4-2 16,-5-7 1-16,4-7 0 15,-16-7 1 1,-3-12 2-16,-7-8 1 0,0-1-1 16,-15 12 5-16,-17 16-1 0,-1 30 1 15,14 24 6-15,11 16-3 16,3 0-2-16,-1 19-11 15,6 43-19-15,0 23 18 16,0 20 0-16,0 4 1 16,34-8-1-16,-6-15 1 15,13-10-1-15,12-16 0 16,14-16-8-16,6-12 9 16,10-15 2-16,1-12 2 15,-5-5-1-15,-6 0-2 16,-8-25-1-16,-9-16-4 0,-11-7 2 15,-22-7-7-15,-8-8 5 16,-15-1 2-16,0-7 2 16,0 0 3-16,-28 15-3 15,-8 17 3-15,6 24 8 16,10 15 5-16,5 0-2 16,-4 14-14-16,6 29-5 15,-4 17 2-15,0 4 3 16,8-2 1-16,9-7 5 15,0-8-4-15,0-9-2 16,0-12 0-16,26 2-1 16,4-12 0-16,4-5-8 0,-3-2-8 15,-4-9-8 1,10 0-16-16,14 0-13 0,9-20-25 16,-32 1 67-16,-4-3-154 15</inkml:trace>
  <inkml:trace contextRef="#ctx0" brushRef="#br0" timeOffset="61215.7342">8528 11272 59 0,'9'0'65'0,"-9"31"-26"15,0 11 9-15,0-2-25 16,0 0 2-16,0-8 2 16,0-8-11-16,0-5-3 15,0-11-1-15,0-8 3 0,0 0 0 16,0 0-2-1,0 0 9-15,0-15 4 0,2-20-5 16,15-8-12-16,0-2-8 16,11-7 0-16,2 6 1 15,2 11 1-15,-13 10-2 16,-4 17 5-16,-6 8 0 16,-5 0-1-16,5 0-1 15,-5 14-4-15,7 15 0 16,-7 13 5-16,5 3-1 15,4-1-3-15,-7-3 1 16,3-9-4-16,-1-7-2 0,-1-3-13 16,-3-9-1-1,0 5-29-15,9-4-14 0,-2-14-87 16,6 0-34-16</inkml:trace>
  <inkml:trace contextRef="#ctx0" brushRef="#br0" timeOffset="61734.0424">11151 10124 171 0,'0'0'140'15,"0"0"-80"-15,0 0 19 16,0 0-36-16,0 0-15 16,0 11-7-16,7 31-11 15,20 22 10-15,1 9-5 16,0 5-8-16,0 3-2 15,-6-5-2-15,3-4-3 16,-14-12 1-16,6-10-1 16,-6-12-5-16,-2-4-15 15,1-10-10-15,-1-7-10 16,-9-2-26-16,4-6-21 16,-4-9-50-16,0 0-68 15</inkml:trace>
  <inkml:trace contextRef="#ctx0" brushRef="#br0" timeOffset="62269.9521">10398 11185 110 0,'0'6'107'0,"0"-6"-65"16,0 0 0-16,0 0 4 16,33 0-3-16,27 0 13 15,19-6-10-15,24-7-5 16,17-4-5-16,13 3-3 16,24-8-12-16,21-1 4 15,4-2-5-15,9-8 0 16,4 10-8-16,7-2-6 0,-3 2-3 15,-10 2-1-15,-37 5 4 16,-55 1-3-16,-50 5-2 16,-28 3-1-16,-19 4 1 15,0 3 4-15,0 0 1 16,0 0-6-16,0 0-11 16,0-2-12-16,0 2-15 15,0 0-18-15,-28 0-29 16,-10 0-13-16,20 0-24 15,-9 2-102-15</inkml:trace>
  <inkml:trace contextRef="#ctx0" brushRef="#br0" timeOffset="63284.3603">10630 11858 221 0,'0'-13'86'15,"0"13"-22"-15,0 0 14 16,0 0-39-16,4 0-14 16,1 0-2-16,10 0-14 15,12 16-7-15,14 16-2 16,9 14 24-16,5 8-7 16,1 7-1-16,-4 1-11 15,-7-1-1-15,2-5-3 16,-11-12 1-16,7-13-1 0,-15-6-1 15,-4-14 0-15,-12-5 0 16,-12-6-1-16,0 0 1 16,0 0-1-16,5 0-4 15,-1-9 1-15,5-25 1 16,6-21 3-16,-2-19 0 16,-7-8-7-16,-6-18-5 15,0 3-2-15,0-1-1 16,0 17 3-16,-15 22 7 15,2 19 3-15,4 19 2 16,3 13 4-16,6 3 1 16,0 3 2-16,0 2 2 15,0 0-2-15,0 0 1 0,0 0-2 16,0 0-3-16,0 0-3 16,6 0-1-16,42 0 1 15,22-4 5-15,29-7 6 16,11-5-1-16,16-2-1 15,-2-7-3-15,5 1 4 16,-4-5-1-16,-18 5-4 16,-15 5-4-16,-28 7 0 15,-21 1-1-15,-21 8 0 16,-16 3 0-16,-6 0 0 16,0 0-1-16,0 0-10 15,0 0-14-15,0 0-15 16,0 0-3-16,-8 0-6 15,-27 6-25-15,14 2-53 0,-3 3-100 16</inkml:trace>
  <inkml:trace contextRef="#ctx0" brushRef="#br0" timeOffset="63868.3217">11610 11735 276 0,'0'6'54'0,"0"6"-7"0,0 13 13 15,0 9-50-15,17 18 22 16,18 10-6-16,-5 0-14 15,4 10-6-15,-2-13-1 16,-10-8 0-16,1-13 13 16,-14-22-13-16,-3-7-2 15,-1-9-1-15,-5 0-1 16,6 0 2-16,-6 0-2 16,2-3 1-16,2-24-1 15,1-8 1-15,5-14-1 16,8-3-1-16,5-4 0 0,5-2-1 15,0 1 0 1,0 11 1-16,0 8 0 0,-5 9 0 16,-1 10 0-16,-7 8 6 15,-2 2 7-15,-3 9-3 16,3 0-5-16,-4 0-3 16,1 0-1-16,8 0-1 15,-3 10 1-15,-2 20 2 16,-3 8 4-16,-1 10 0 15,-9 8-4-15,0 2 1 16,0 0-1-16,0 3 0 16,0-7-2-16,0-15 0 0,0-5 0 15,0-20-1 1,0-6-6-16,0-8-25 0,0 0-22 16,0 0-17-16,0 0-25 15,0 0-27-15</inkml:trace>
  <inkml:trace contextRef="#ctx0" brushRef="#br0" timeOffset="65204.7797">13154 11892 346 0,'-79'31'140'16,"71"-31"-135"-16,8 0 47 15,0 0-6-15,0 0-30 16,0 0-16-16,0 0 3 16,4-11 6-16,28-8-4 15,9 1 2-15,6 1-2 16,-6 1-5-16,-13 8 1 15,-5 2-1-15,-10 6 0 16,-7 0-1-16,-1 0 1 16,-5 0 0-16,0 0 2 15,0 0 2-15,0 0 6 16,0 0-2-16,0 0 4 0,0 0 3 16,0 0-6-16,0-3-5 15,0 0 1-15,0 1 1 16,0 0 1-16,0-2 3 15,0 2-6-15,0-1-3 16,0 3-1-16,0 0-5 16,0 0 3-16,0 0 0 15,0 0 0-15,0 0 0 16,0 0-2-16,0 5 3 16,0 6-2-16,-11 6-2 15,-2-3 5-15,0-3 1 16,3-3 1-16,1-8-2 0,9 2-2 15,-4-2-1 1,4 0-10-16,0 0-14 0,0 0-9 16,0 0-19-16,0 0-31 15,0 0 1-15,0-7 53 16</inkml:trace>
  <inkml:trace contextRef="#ctx0" brushRef="#br0" timeOffset="140539.8366">1590 14217 165 0,'-46'24'77'0,"42"-24"-29"16,4 0 15-16,0 0-24 15,0 0-13-15,0 0 6 16,0 0-1-16,0 0-5 16,0 0-2-16,0 0 3 15,0 0-3-15,0 0-5 0,0 0-8 16,0 0-6-16,0 4-5 15,47-1 0-15,20-3 0 16,17 0 5-16,-1 0-4 16,-3 0-1-16,-10 0 2 15,-5 0-2-15,-16 0 0 16,-21 0-3-16,-13 0-8 16,-13 0-3-16,-2 0-3 15,0 0-2-15,0 0-1 16,-9 0-1-16,-48 0-7 15,-27 0-2-15,-19 0 5 16,-9 0-2-16,1 0-1 0,16 20 18 16,14-1 9-16,17 3 1 15,19-7 1-15,21-3 8 16,20-7 4-16,4-5 0 16,0 0 0-16,0 3-7 15,43 0-5-15,12-2 23 16,10-1 8-16,3 0 3 15,-5 0 6-15,-16 0-13 16,-2 0-15-16,-15 0-9 16,2 0-1-16,0 0-2 15,0 0 0 1,3 0 1-16,-14 0-2 0,3 0 0 31,-20 0-1-31,2 0-9 0,-6 0-9 0,0 0-6 16,0 0-10-16,0 0-8 0,0 4-16 15,0 7-15-15,0-7-21 16,0 1-48-16</inkml:trace>
  <inkml:trace contextRef="#ctx0" brushRef="#br0" timeOffset="143053.5314">3205 13240 33 0,'-11'-19'141'0,"11"13"-96"16,0 3-11-16,0 3 13 15,0-2-16-15,0 2-15 16,0-2-5-16,0-2 1 15,0 4 0-15,0 0-4 0,0 0-4 16,0 0-2-16,0 0-1 16,0 0-1-16,0 0 1 15,0 0-1-15,0 0 0 16,0 0-1-16,0 0 0 16,0 0-7-16,0 0-3 15,0 0-3-15,0 0-7 16,0 0-2-16,0 0-5 15,0 0-5-15,0 0-8 16,0 0-15-16,0 0-12 16,0 0-19-16</inkml:trace>
  <inkml:trace contextRef="#ctx0" brushRef="#br0" timeOffset="144080.1123">3063 13143 70 0,'0'-9'43'0,"0"6"-18"15,0 3 13-15,0-2-11 16,0 2-11-16,0-4-4 15,0 2 3-15,0 2 1 16,0-2-4-16,0 2-4 16,0 0 0-16,0 0 3 15,0-3 0-15,0 3 1 16,0 0-5-16,0 0 0 16,0 0-3-16,0-4 1 0,0 4-1 15,0-2 0-15,0 2 0 16,0 0 5-16,0 0 1 15,0 0 1-15,0 0-1 16,0 0 1-16,0 0-3 16,0 0-3-16,0 0-4 15,0 0-1-15,0 13-3 16,2 17-2-16,41 8 5 16,6 14 7-16,5-6-4 15,-7 0 0-15,0 0-2 16,1-4 0-16,-8-4 0 15,-8-3 0-15,-4-4-1 16,-8-2-8-16,-1-12-14 0,-10 3-16 16,3-9-15-16,-3-11-27 15,-9 0-24-15,0 0-24 16</inkml:trace>
  <inkml:trace contextRef="#ctx0" brushRef="#br0" timeOffset="144394.2124">3745 12928 89 0,'15'-27'89'0,"-15"27"-45"0,0 0 19 16,0 0-18-16,0 0-26 15,0 30-5-15,0 32-11 16,0 20 22-16,-28 20-2 15,-8 4-7-15,-11-6-1 16,2-2-4-16,-3-8-2 16,1-7-5-16,4-4-2 15,11-7-1-15,13-10 1 16,2-12-2-16,12-11-1 16,5-9-1-16,0-9-17 15,0-11-14-15,0 0-14 16,13-10-13-16,19 0-18 15,-12 0-12-15</inkml:trace>
  <inkml:trace contextRef="#ctx0" brushRef="#br0" timeOffset="144830.5585">3977 13632 13 0,'-35'33'128'0,"23"-7"-108"15,9 4 15-15,3 4-2 0,0 5-28 16,0-2-3 0,0 4 7-16,0-8-6 0,22-7 0 15,-5-7 0-15,11-5-2 16,-5-6 4-16,5-5-4 15,0-3 2-15,7 0 0 16,-8 0 1-16,-5 0 0 16,-5-14 0-16,-6-5 0 15,-11-6 1-15,0 2 2 16,0-8-1-16,0-1 7 16,-5 0-4-16,-29 2 2 15,-4 5-2-15,-1 9 2 16,2 9-1-16,3 3-5 15,6 4-3-15,0 0-2 16,5 0-1-16,-3 0-12 0,-2 16-10 16,9 20-12-16,8 8-32 15,11-26-17-15,0 1-57 16</inkml:trace>
  <inkml:trace contextRef="#ctx0" brushRef="#br0" timeOffset="145318.7551">5174 13907 100 0,'34'100'27'0,"-4"-6"-5"15,13 0 50-15,-2 2-53 16,-5-19-13-16,-8-9 4 16,-20-16-6-16,-3-16-2 15,-5-12 0-15,0-8 3 16,0-13 12-16,0-3 8 16,0 0 12-16,-5-5 0 15,-31-33-16-15,0-16-8 16,-14-18-7-16,-3-17-2 15,-5-12-2-15,6 2-2 16,14 7 0-16,20 14-1 0,18 11 1 16,0 8 0-16,18 11 3 15,33 14 3-15,1 9 3 16,-1 12-5-16,-10 7 1 16,-5 6-5-16,-1 0-4 15,-8 23 4-15,-5 22-2 16,-14 13-5-16,-8 12-8 15,0 0-11-15,0-6-6 16,0-9-9-16,0-13-6 16,0-22-14-16,0-20-24 15,0 0-41-15</inkml:trace>
  <inkml:trace contextRef="#ctx0" brushRef="#br0" timeOffset="145617.7241">5566 13783 117 0,'0'0'66'16,"0"19"-33"-16,0 36 22 16,0 5-33-16,0-2-6 15,0-10-1-15,0-9-8 16,9-14-7-16,10-11 1 16,0-10 1-16,-2-4-2 15,-6 0 1-15,-2 0 9 16,-1 0 3-16,3-4 3 0,-7-25 0 15,-4-8-7 1,0-9-3-16,0-6-3 16,0 1-3-16,-43 7-3 0,-2 11-4 15,7 12 1-15,6 10-5 16,4 11-17-16,11 0-1 16,2 0-26-16,15 7-18 15,0 14-42-15</inkml:trace>
  <inkml:trace contextRef="#ctx0" brushRef="#br0" timeOffset="146081.8863">6042 13713 70 0,'-43'-11'88'16,"-2"11"-52"-16,15 0 4 15,2 4-21-15,0 36-19 16,3 19 0-16,8 11 8 16,14-3-4-16,3-4 1 15,0-17-3-15,0-10 8 16,9-18-4-16,12-9-2 16,14-7-4-16,-7-2 1 15,0 0 3-15,8-11 2 16,-8-22 12-16,2-12-7 15,-2-12-7-15,-9-6-4 0,-10-8-3 16,-9-6-2-16,0-6 1 16,-9-1 4-16,-38 1 0 15,-5 11 0-15,10 27 2 16,7 23 14-16,16 17 11 16,10 5-2-16,9 0-6 15,0 0-19-15,0 35-3 16,9 27 0-16,25 16 3 15,-4 3 2-15,2 4-1 16,-4 4-1-16,-4 2 0 16,8-7-5-16,-4-8-42 15,13-17-37-15,-26-55-21 0,-2-4 29 16</inkml:trace>
  <inkml:trace contextRef="#ctx0" brushRef="#br0" timeOffset="146515.7944">6495 14095 25 0,'0'24'66'15,"0"-13"-32"-15,0-9 6 16,0 0-10-16,0-2-10 16,0 0 3-16,0 0 4 15,0 0 5-15,0 0 2 16,-9-7-16-16,-2-15-4 15,-6-4-8-15,15-5-5 16,2-4 5-16,0 0-6 0,0-6-1 16,2 6 1-16,26 0-1 15,0 4 1-15,-2 8 0 16,-5 4 0-16,-4 8 0 16,-6 5 0-16,-2 6 0 15,-9 0 2-15,0 0 3 16,0 0 1-16,0 0-4 15,4 6-1-15,9 18 3 16,6 5 5-16,-2 7-4 16,-6 5-3-16,-2 5 1 15,1 2-2-15,3 2 0 16,2-6-1-16,7-7-2 16,6-7-24-16,-1-9 3 15,1-11-28-15,15-10-6 0,-2 0-41 16,-26-12 16-16,4-11 27 15</inkml:trace>
  <inkml:trace contextRef="#ctx0" brushRef="#br0" timeOffset="146915.2765">6971 13921 63 0,'0'-52'53'0,"0"30"9"16,-17 6 4-16,-3 9-17 16,10 7-4-16,-1 0-7 15,2 0 1-15,1 0-22 16,-9 9-8-16,8 27-9 15,-4 12-1-15,5 7 1 16,8-4 0-16,0-7-1 0,0-10 0 16,0-10-4-16,0-11 3 15,8-8 0-15,5-5-4 16,13 0 1-16,-5 0-2 16,3-5 4-16,4-24-1 15,-7-1-3-15,5-7-3 16,-17 11 4-16,-7 9 6 15,-2 10 3-15,0 7 7 16,0 0 7-16,0 0-4 16,0 0-13-16,0 24-8 15,0 8 8-15,0 7 2 0,10-1 1 16,5 0-3 0,5-6 0-16,-5-5 2 0,0-8-4 15,-7-8 2-15,1-7-16 16,-1-4-26-16,-8 0-19 15,0 0-13-15,0 0-6 16,0 0-30-16</inkml:trace>
  <inkml:trace contextRef="#ctx0" brushRef="#br0" timeOffset="147157.6876">6413 13687 208 0,'-28'-48'83'0,"28"1"-38"15,0-5 26-15,9 6-37 16,17 7-9-16,-16 14-13 16,-3 12-8-16,-7 4-4 15,0 9-3-15,0 0-20 16,0 0-23-16,0 0-15 15,0 0-33-15,0 0-60 16</inkml:trace>
  <inkml:trace contextRef="#ctx0" brushRef="#br0" timeOffset="150192.7191">8054 14035 72 0,'-2'5'34'16,"2"-5"-23"-16,0 0 22 15,0 0-7-15,0 0-4 16,0 0-4-16,0 0 1 16,0 0-5-16,0 0-5 15,0 2-5-15,0 2 1 0,30-2 3 16,-2-2-4-16,6 3-1 16,-4-3-3-16,-4 0 2 15,-7 0-1-15,-8 0 2 16,-3 0-1-16,1 0 0 15,-2 0 3-15,-7-9-4 16,0-2 0-16,0-3-1 16,0-1-2-16,0 2 0 15,-7-4-2-15,-21 1 0 16,2 2 0-16,-8 7 3 16,13 0-3-16,-1 7 4 15,-3 0 4-15,1 0-2 16,-2 0-1-16,-2 3 0 15,-8 19 5-15,8 5 3 16,4 9 1-16,11 1-1 0,7 5 3 16,6-5-3-16,0 5 0 15,0-8 4-15,34-1-8 16,16-3 2-16,1-5 2 16,3-10 1-16,2-4 0 15,-5-6-3-15,5-5-6 16,-7 0-1-16,-2 0 3 15,-10 0-3-15,-1-29-22 16,-1-13-15-16,-8-10-14 16,-5-12-26-16,-22 33-19 0,0 3-11 15</inkml:trace>
  <inkml:trace contextRef="#ctx0" brushRef="#br0" timeOffset="150635.5087">8350 13494 66 0,'-19'-55'67'0,"19"55"-18"15,0 0-8-15,0 0-18 16,0 23-7-16,23 21 19 16,20 15-5-16,-6 15-7 15,-1 13-2-15,3 7-10 16,-3 1-4-16,3-8-4 16,-1-14-1-16,3-16-2 15,0-13 0-15,-7-14 0 16,-6-12 0-16,-4-7 0 15,-3-11-2-15,-2 0 0 0,5 0 2 16,4-16 4-16,0-27 0 16,-7-14-4-16,-6-14-7 15,-10 1-4-15,-5 9 3 16,0 16-3-16,0 23 10 16,0 17 1-16,0 5 8 15,0 0 8-15,-5 0-12 16,-3 22-1-16,-7 16 3 15,2 13 1-15,2 4 2 16,7-4 3-16,4-4-1 16,0-11-2-16,0-2-7 15,0-5-2-15,0-7-1 0,15 0-1 16,17-8-10 0,4-6-17-16,12-8-14 0,5 0-17 15,1 0-4-15,2-33-9 16,-46 11-16-16</inkml:trace>
  <inkml:trace contextRef="#ctx0" brushRef="#br0" timeOffset="151086.2081">9283 14017 72 0,'0'-25'71'0,"0"3"7"15,-28 8-9-15,0 6-13 16,11 8-6-16,6 0-5 16,3 0-22-16,-3 11-16 15,-8 32-5-15,4 12-1 16,4 4-1-16,11-1-1 15,0-13 0-15,0-8-1 16,0-8 2-16,0-16-3 0,17-8 0 16,-2-2-6-16,0-3-7 15,-2 0 1-15,11-14-7 16,-5-18 7-16,7-9 3 16,-16 5-3-16,-1 9 3 15,-5 16 8-15,-4 11 4 16,7 0 0-16,1 0-4 15,16 23-12-15,8 17 16 16,9 7 4-16,6 7 11 16,-2 5-4-16,-2-1-7 15,-11 0 30-15,-15-5-19 16,-10-2-13-16,-7-5 4 0,0 1 20 16,0-13-20-16,-9 0-1 15,-25-10 5-15,2-6 0 16,4-11 1-16,4-5-6 15,-8-2 2-15,-4 0-7 16,-12-2-4-16,-1-31-22 16,-2-6 4-16,12-6-25 15,13-10-4-15,26 34-29 16,0-7-39-16</inkml:trace>
  <inkml:trace contextRef="#ctx0" brushRef="#br0" timeOffset="151317.2317">9695 13863 112 0,'28'-18'104'0,"-28"18"-38"16,4 0 2-16,9 12-30 16,-11 30-20-16,15 12 20 15,0 4-15-15,-6-2-10 16,0-2-8-16,-3-7-2 15,-3-4-3-15,-1-10-11 16,0-6-16-16,11-13-20 16,2-12-15-16,-6-2-30 15,-2 0-34-15</inkml:trace>
  <inkml:trace contextRef="#ctx0" brushRef="#br0" timeOffset="151664.1227">10051 13935 13 0,'19'-4'112'0,"-2"4"-62"16,9 30 24-16,-4 14-8 16,-7 8-28-16,-7 0-19 15,-8-2-5-15,0-3-7 16,0-8-6-16,0-10 1 16,0-12-2-16,0-6 2 15,0-11 1-15,0 0 2 16,0 0 1-16,0 0 8 0,0-34 2 15,0-12-15-15,-4-5 3 16,4 1-1-16,0 13-2 16,0 13 1-16,0 4-2 15,34 9 3-15,5 2-1 16,8 2 0-16,-2 5 0 16,-13-2 0-16,-8 4-2 15,-16 0 0-15,1 0-2 16,-7 0-23-16,-2 0-20 15,0-2-32-15,0-4-19 16,0 1-24-16</inkml:trace>
  <inkml:trace contextRef="#ctx0" brushRef="#br0" timeOffset="151873.0087">9390 13663 46 0,'-68'-11'277'0,"61"0"-227"15,7-2-8-15,0-1 1 16,0 3-43-16,0-2-1 16,24 9-14-16,23 4-39 15,-19 0-16-15,4 0-79 16</inkml:trace>
  <inkml:trace contextRef="#ctx0" brushRef="#br0" timeOffset="152540.3506">11512 13617 202 0,'0'0'84'15,"0"0"-43"-15,0 0-2 16,0 37-31-16,15 24 10 16,8 14 0-16,-6 2-14 15,-2-2 1-15,-10-12-4 16,3-11 0-16,-4-14 0 16,1-14 0-16,1-11-1 15,-2-7 0-15,1-6 0 0,-5 0 1 16,4 0 4-1,0-11 3-15,7-29 13 16,-2-20-5-16,-1-11-6 0,12-7-7 16,-5 9-2-16,2 10-1 15,6 12-1-15,1 17 0 16,-5 11 1-16,-2 8 1 16,0 7 5-16,7 4-4 15,2 0-2-15,2 0-2 16,6 7-1-16,2 29 3 15,3 10 3-15,-2 10 0 16,-14 7 1-16,-6 3 0 16,-2-1-1-16,-6-8-1 15,-1-5 0-15,3-1 13 16,-2-7-12-16,-1-9-1 0,-8-8 7 16,5-15-9-16,1 0 1 15,-6-9-1-15,0-3-3 16,4 0-9-16,-4 0-10 15,9-5-22-15,-5-16-43 16,1-2-69-16</inkml:trace>
  <inkml:trace contextRef="#ctx0" brushRef="#br0" timeOffset="153589.0972">14244 14097 70 0,'-41'-7'84'0,"33"1"-40"16,3 3 4-1,5 1 3-15,0 2-14 0,0 0-5 16,0 0-9-16,0 0-4 16,0 8-18-16,0 43-1 15,0 22 0-15,33 22 3 16,3 3 0-16,-8 0-3 15,-4-12 0-15,-16-15-9 16,-4-15-8-16,-4-15 10 16,0-17 4-16,0-13-5 15,0-8 6-15,0-3 2 16,0 0 3-16,0-26-3 0,0-21-9 16,0-18 5-1,-23-10 4-15,-9-16 0 0,-1-5 2 16,-3-11 0-16,8 3-2 15,13 12 0-15,15 12 0 16,0 15 3-16,11 21 6 16,38 11 0-16,11 14 5 15,15 11-1 1,-2 8 2-16,-2 0-12 0,-7 12-3 16,-14 20 0-16,-16 6 1 15,-17 2-1-15,-17 3 1 16,0 1-1-16,0 2 1 15,-41-5 3-15,-14-3-4 0,-1-6-9 16,-2-8-5 0,6-1-3-16,5-15-14 0,11-8-9 15,12 0-23-15,20 0-23 16,4-7-38-16</inkml:trace>
  <inkml:trace contextRef="#ctx0" brushRef="#br0" timeOffset="154149.7411">15010 13939 6 0,'21'-29'107'0,"-21"21"-57"15,-47 0 4-15,2 5-12 16,2 3-4-16,11 0-19 16,4 0-2-16,7 22-8 0,-3 13-7 15,5 11 2-15,6 2-1 16,13 1 0-16,0-8-3 15,0-2 2-15,0-11-2 16,0-5-1-16,21-8 1 16,7-4-1-16,-9-4-2 15,1-7 2-15,-7 0 0 16,-5 0-3-16,3-7 4 16,-7-19 3-16,0-7 4 15,-4-4-5-15,0 1 4 16,0 4 4-16,0 10 2 15,0 8 2-15,0 12 5 16,0 2-8-16,0 0-8 0,0 0-3 16,5 7-13-1,23 24 3-15,8 6 9 0,7-2-2 16,-11-4-11-16,5-5-5 16,-12-4 3-16,-3-5 3 15,-14-9 9-15,-3-5 3 16,-5-3 1-16,0 0 3 15,0 0 9-15,0 0 7 16,0 0 0-16,0-7 0 16,0-14-3-16,0-8-8 15,0-6 1-15,0-6-4 16,0 1-3-16,0 3-2 0,0 7 0 16,0 12-1-1,28 5-6-15,4 1-24 0,15 7-7 16,13 5-21-16,0 0-32 15,-36 0-10-15</inkml:trace>
  <inkml:trace contextRef="#ctx0" brushRef="#br0" timeOffset="154506.0628">15507 13961 90 0,'0'-13'65'0,"0"4"-3"16,0-2-3-16,-4 7-17 15,-15 1-7-15,-5 3-15 16,7 0-2-16,-7 0-13 15,1 16-5-15,-5 25 0 16,0 10-2-16,11 4 1 16,2-5 1-16,11-8-1 0,4-10-2 15,0-12-6-15,0-11 1 16,0-9 2-16,15 0 1 16,6 0 5-16,7-7 3 15,8-24-3-15,3-12-1 16,-7 3-5-16,-8-1 4 15,-7 8 1-15,-13 14 1 16,-4 9 1-16,0 10 3 16,0 0 13-16,0 0-11 15,0 7-6 1,0 24-6-16,0 8 5 0,0 5-6 16,11-2-17-1,10-5-23-15,18-9-19 0,10-13-9 16,-25-15 5-16</inkml:trace>
  <inkml:trace contextRef="#ctx0" brushRef="#br0" timeOffset="154840.6169">16183 13948 125 0,'0'-2'79'15,"-24"2"-46"-15,-8 29 8 16,9 13-17-16,3 5-10 15,16-6 2-15,4-6 2 16,0-7-5-16,0-13-12 0,0 1-1 16,4-11-1-1,35-3-1-15,-3-2 1 0,1 0 0 16,-5 0-3-16,0-23-5 16,-8-4-5-16,-5-4 5 15,-6-4 4-15,-9 2 5 16,-4-7 0-16,0 6 1 15,0-3 0-15,-17 1-1 16,-30 9 3-16,-5 7-3 16,3 13 0-16,2 7-2 15,6 0-17-15,13 7-36 16,18 10-34-16,10-6-32 16</inkml:trace>
  <inkml:trace contextRef="#ctx0" brushRef="#br0" timeOffset="155329.029">16303 13381 163 0,'0'0'35'15,"0"46"-31"-15,0 36 35 16,4 12-29-16,1 1-5 15,-5 1 0-15,0-15-2 16,0-10 0-16,0-19-3 16,0-21-2-16,0-14-1 0,0-12 2 15,0-5-3-15,0 0-7 16,4-9 0-16,15-22 0 16,5-10 4-16,2 6-9 15,8 7-11-15,-2 8 4 16,-4 19 10-16,0 1 7 15,8 0 4-15,1 0 2 16,4 16 46-16,1 6-28 16,-18 0-6-16,-15-4-10 15,-9 7 5-15,0-3 6 16,0 2 6-16,-28 3 5 16,-13-2 2-16,-15 2 2 0,0-3 0 15,1-9 1 1,3 0 1-16,7-7-8 0,2-5-5 15,11-3-10-15,8 0-7 16,3 0-2-16,6-16-24 16,11-17-10-16,4-7-32 15,0 17-22-15,0-6-67 16</inkml:trace>
  <inkml:trace contextRef="#ctx0" brushRef="#br0" timeOffset="155547.8585">16792 13389 204 0,'0'5'69'0,"0"56"-31"0,0 13 22 16,0 11-34 0,0 3-14-16,4-6 0 0,3 1-4 15,-3-2-8-15,5-2 0 16,-1-9 0-16,-3-8-13 15,1-10-22-15,-2-18-46 16,-4-34 7-16,0 0-113 16</inkml:trace>
  <inkml:trace contextRef="#ctx0" brushRef="#br0" timeOffset="156611.0847">16548 13964 81 0,'-9'-22'76'0,"9"22"-52"16,32 0 51-16,33 0-20 16,7 0-9-16,4 0-5 15,-4 0-8-15,-1 0-7 16,-15 0-14-16,-7 0-9 16,-6 0-1-16,-15-5-2 15,-6 3 2-15,-16-2-1 16,-6 4-1-16,0 0 0 15,0 0 0-15,0 0 0 16,0 0-4-16,0 0-4 16,0 15-6-16,-11 25 3 0,-12 3 11 15,5 9 3 1,3-12-3-16,11-9 1 0,4-9-1 16,0-13-2-16,0-5 0 15,0-4-2-15,0 0-2 16,0 0 6-16,24 0-1 15,8-23 1-15,0-3-5 16,-4-3-3-16,4 10-1 16,-8 1-1-16,-5 13 3 15,-10 5 3-15,-5 0-1 16,5 0-3-16,6 4-1 16,-3 16 9-16,12 3 0 0,-5-5 4 15,-6-5-1-15,-2-5 1 16,-11-8-2-16,0 0-1 15,4 0 7-15,-4 0 8 16,9 0-4-16,-1 0 1 16,12-21 1-16,12-16-6 15,9-12-5-15,6 1-3 16,0 6-4-16,-11 17-3 16,-12 15 3-16,-11 10 3 15,-13 0-4-15,4 0 0 16,5 3-7-16,10 21 12 15,9 6 2-15,-4 3 3 16,8-9-4-16,0-2-1 0,0-7-3 16,-4-8-9-1,-4-2 7-15,-12-5-7 0,-1 0 4 16,-2 0 6-16,-1 0 2 16,7-22 4-16,-2-5-3 15,-4-3-1-15,-3-3 0 16,-6 7 1-16,0 5 1 15,0 17 3-15,0 4 8 16,0 0 4-16,-15 0-7 16,2 21-7-16,-10 20-2 15,3 3 0-15,12 0 3 16,-1-6-3-16,9-4-1 16,0-6-2-16,0-4-1 15,5-8-6-15,35-10-6 0,16-6 13 16,13 0-14-16,6 0-3 15,-2-13 0-15,-13-8-19 16,-17 9-3-16,-20 4 16 16,-10 4 18-16,-13 4 7 15,0 0 17-15,0 0 22 16,0 0-2-16,0 0-11 16,0 0-6-16,0 0 3 15,0-7-3-15,-19-5 0 16,6-1 1-16,-2-5-10 15,6-1-1-15,9-4 4 16,0 2-8-16,0-8-6 16,15 1-1-16,30-5-1 0,15 1-1 15,5-5-11-15,1 11-9 16,-6 1 0-16,0 7-45 16,-47 13-16-16,-8 5-46 15</inkml:trace>
  <inkml:trace contextRef="#ctx0" brushRef="#br0" timeOffset="157480.7885">19289 13831 151 0,'-17'-26'67'0,"12"26"7"16,-1 0 9-16,1 0-44 16,1 15-26-16,0 21-6 15,0 18 7-15,-1 8-2 16,5-3 0-16,0-6-4 15,0-12-3-15,0-10-2 16,28-11-3-16,-2-3 0 0,2-11-1 16,0-6 1-16,0 0 1 15,4-6 3-15,11-28-1 16,2-6-3-16,6-8-7 16,-10-7-10-16,-9-2-8 15,-17 3 18-15,-11 12 7 16,-4 18 2-16,0 16 2 15,0 8 13-15,0 0-5 16,0 0-12-16,0 19-1 16,0 18 0-16,0 11 1 15,0-3 2-15,0-8-2 16,0-3 0-16,0-13-6 16,0-12-18-16,0-3-5 15,20-6-11-15,8 0-21 0,-1-15 20 16,6-17 4-16,-5-9 7 15,-7 1 22-15,-2 5 8 16,-4 8 9-16,-6 13 6 16,-1 11 11-16,-8 3 11 15,9 0-13-15,2 0-18 16,2 27 9-16,-3 5 20 16,3 1-13-16,-4-6-7 15,2-9 5-15,-7-6-17 16,0-10 2-16,0-2-1 15,1 0 6-15,5 0 6 16,8-14-6-16,9-23 0 16,16-15-8-16,26-7-2 0,15-1-10 15,8 10-13-15,0 12 13 16,-19 15-3-16,-21 12-1 16,-20 8 12-16,-13 3 2 15,-15 0 1-15,1 12 2 16,-1 20 22-16,-4 9-4 15,4 3-3-15,-4 4-9 16,0-2-1-16,0-11-2 16,0-5-5-16,0-8-1 15,0-5-15-15,0-11-10 16,0-3-32-16,15-3 8 16,-6 0-86-16,6 0 6 0</inkml:trace>
  <inkml:trace contextRef="#ctx0" brushRef="#br0" timeOffset="157893.6319">21028 13684 115 0,'17'-30'100'0,"-17"25"-42"16,0 5 14-16,0 0-12 16,0 0-22-16,0 0-8 15,0 0-8-15,-17 16-10 16,-30 22-7-16,-13 14-1 15,0 6-3-15,11 1-1 16,10-7 0-16,15-9-2 16,16-12-1-16,8-13-4 15,0-7-2-15,0-11 1 0,23 0-1 16,25 0 8-16,1-33-1 16,11-8-8-16,-4-5-9 15,-5-4 1-15,-10 2-9 16,-18 14 12-16,-10 11 9 15,-6 15 6-15,-7 8 23 16,0 0 13-16,0 0-11 16,0 31-13-16,0 14 1 15,0 13 9-15,0 1-4 16,0-2-8-16,0-5-7 0,0-7-1 16,0-9-2-1,0-11-4-15,0-6-33 0,-11-11-28 16,2-8-41-16,1 0-79 15</inkml:trace>
  <inkml:trace contextRef="#ctx0" brushRef="#br0" timeOffset="159137.8234">3938 15891 148 0,'0'-2'86'15,"0"2"-33"-15,0 0 16 16,0 0-38-16,0 0-17 16,11 24-12-16,2 33 1 15,2 19 9-15,-2 8-1 16,2-2-11-16,-7 2 3 0,1-3-2 15,-5-6 0 1,2-7-1-16,-1-7-5 16,-1-19-11-16,0-10-5 0,1-14 2 15,-1-7-1-15,2-11 0 16,-3 0 3-16,-3 0 3 16,0-14 14-16,0-22 5 15,0-16-3-15,0-12-1 16,-13-4 1-16,-15-5-2 15,4 3-9-15,7 6 3 16,6 5 0-16,11 5 2 16,0-3 2-16,0 3-1 15,0-4 3-15,0 10 0 16,11 2 1-16,2 10-1 16,2 9 0-16,2 7 0 0,2 6 0 15,5 7 0-15,-3 4 0 16,7 3-1-16,7 0-3 15,-3 0 2-15,2 6 2 16,-6 16-1-16,-9 5 1 16,1 5 1-16,-5 10 4 15,-15 1-3-15,0 6 2 16,0 1-4-16,-15 2 4 16,-22-3-4-16,7-6-3 15,2-6-10-15,2-12-24 16,14-6-13-16,5-19-32 15</inkml:trace>
  <inkml:trace contextRef="#ctx0" brushRef="#br0" timeOffset="159438.3474">4697 16089 46 0,'0'19'43'0,"0"-7"-2"16,0-7-6-16,0-3-2 16,0-2-7-16,0 0 1 15,0 0 3-15,7 0-1 16,-7 0-1-16,0 0-1 0,0 0 4 16,0-19-9-1,0-13-15-15,0-4-6 0,0 1 0 16,0 11-1-16,0 10-1 15,0 6-6-15,0 2-28 16,28-1-21-16,21-4-10 16,-25 8-14-16,-3-1-26 15</inkml:trace>
  <inkml:trace contextRef="#ctx0" brushRef="#br0" timeOffset="159718.3654">5126 15907 64 0,'15'-11'37'0,"-10"-5"2"16,1-3-21-16,-4 1-5 16,5-5 6-16,-7 9 0 0,0 3 4 15,0 7-6-15,0 4 6 16,0 0-4-16,0 0-13 16,0 4-6-16,-20 25 0 15,1 5 0-15,6 10 1 16,-2-4 2-16,2 3 1 15,13-1 2-15,0-7-4 16,0-5-2-16,0-2-6 16,17-7 0-16,22-11-12 15,-2-4-8-15,8-6-17 16,8 0-18-16,-34-16-3 16</inkml:trace>
  <inkml:trace contextRef="#ctx0" brushRef="#br0" timeOffset="160143.8829">5504 15751 124 0,'-9'-18'74'15,"1"18"-28"-15,3 0-14 16,-1 6-24-16,0 24-7 16,3 5 9-16,3 4 0 15,0-4 1-15,0 0 3 16,0-2-5-16,0-9-5 15,0-3-4-15,11-7-2 16,21-3 0-16,-8-3 2 16,4-5-19-16,4-3-6 15,4 0-1-15,3-8-9 0,-7-26-5 16,-4-3-1-16,-7-6 18 16,-1 0 13-16,-1 10 7 15,-12 8 3-15,-5 12 13 16,4 10 27-16,-6 3 8 15,0 0-8-15,0 0-22 16,0 13-16-16,9 17 4 16,10 8 9-16,-10 0-7 15,3-6-3-15,-3-7-3 16,-9-6-1-16,6-11 0 0,-3-5-1 16,7-3-11-16,-1 0-23 15,-3 0-15-15,-6-6 7 16,0-21-24-16,0-7-29 15</inkml:trace>
  <inkml:trace contextRef="#ctx0" brushRef="#br0" timeOffset="160255.1238">5851 15752 41 0,'-28'-38'64'0,"3"5"-14"15,23 12 5-15,-5 11-8 16,7 4-21-16,0 3-21 16,0 3-5-16,0 0-7 15,15 0-39-15,7 0-30 16,3 0-56-16</inkml:trace>
  <inkml:trace contextRef="#ctx0" brushRef="#br0" timeOffset="160609.3628">5851 15752 3 0,'320'-60'137'15,"-320"67"-87"-15,-17-3-2 16,-3 7-13-16,8 3-24 15,1 9-3-15,2 3 2 16,9-2-3-16,0 1-7 16,0 3 0-16,0-8-3 15,32 4 0-15,16 5 3 16,3-8 1-16,-10 3 2 16,-7-2-1-16,-12-3 0 0,-14-1-2 15,-8 0 0-15,0-3 0 16,0 4 3-16,0-2 9 15,-2 3 2-15,-24-10-4 16,-2-2 1-16,7-5-2 16,-3-3-3-16,5 0-3 15,-2 0-3-15,1-21-14 16,-3-4-20-16,8-11 0 16,15 19-36-16,0-1-40 15</inkml:trace>
  <inkml:trace contextRef="#ctx0" brushRef="#br0" timeOffset="160888.1421">6503 15818 115 0,'9'32'48'16,"-9"1"-13"-16,0-6-2 16,0-2-22-16,0-10 6 15,0-4 5-15,0-8-3 16,0 0 1-16,0-3 0 15,0 0-1-15,0 0 9 16,0 0 15-16,0-19-16 16,0-19-4-16,0-11-18 15,0-2 2-15,0 4-4 16,0 10-3-16,0 12 0 0,0 8-4 16,0 10-16-16,0 4-18 15,0 3-25-15,0 0-29 16,0 0-47-16</inkml:trace>
  <inkml:trace contextRef="#ctx0" brushRef="#br0" timeOffset="161238.2894">6849 15755 83 0,'0'22'72'16,"0"-4"-45"-16,-7 7 20 15,5 9-21-15,2-5-14 16,0 4 10-16,0-3-2 0,0-6-4 16,0-6-9-16,9-6 2 15,12-4-8-15,5-3 0 16,-5-5-1-16,3 0 1 16,-3 0 1-16,5 0 3 15,-4-16 2-15,-5-9-1 16,0-5 0-16,-9 4 0 15,-8-5-3-15,0 7 3 16,0-1 6-16,0 4 1 16,-27-1 2-16,-8 4-11 15,7 3-4-15,0 7 0 16,18 2-16-16,-7 6-19 16,8 0-13-16,9 0-41 0,0 0-35 15</inkml:trace>
  <inkml:trace contextRef="#ctx0" brushRef="#br0" timeOffset="161614.5767">7327 15836 38 0,'54'20'52'16,"-52"-14"0"-16,-2-1-11 16,6-5-1-16,-2 0-2 15,1 0-7-15,-1 0-3 16,2 0 6-16,-3-13-4 15,7-15-1-15,5-14-8 0,5 3-11 16,-10 3-8-16,-1 8-1 16,0 18 0-16,-9 7-1 15,0 3 0 1,0 0-4-16,8 0-7 16,1 27-8-16,4 11 11 15,2 9 0-15,-9 2 3 0,18 0 4 16,1-6 0-16,3-5 2 15,2-9 6-15,-10-7-7 16,-3-1 2-16,-7-12-2 16,-5-3-2-16,-5-6-3 15,4 0-8-15,-4 0-3 16,0 0-2-16,0 0-17 16,0-22-10-16,0 3-27 15,0-3-95-15</inkml:trace>
  <inkml:trace contextRef="#ctx0" brushRef="#br0" timeOffset="161824.9517">7018 15486 46 0,'-36'-36'196'0,"36"12"-119"15,0-13-8-15,0-9-17 16,0 0-24-16,8 6-6 15,12 10-12-15,-5 7-9 16,4 7-1-16,9 2-21 0,10 8-30 16,18 6-22-16,-28 0-45 15,4 0-48-15</inkml:trace>
  <inkml:trace contextRef="#ctx0" brushRef="#br0" timeOffset="162573.0286">9751 15289 59 0,'-39'-21'115'15,"-6"21"-53"-15,6 0-10 16,5 0-14-16,-7 32-23 16,-6 17-5-16,0 13 2 15,10 11-2-15,10-3-4 16,14-4 1-16,6-9-3 16,7-11-2-16,0-12-1 15,0-9-1-15,24-12 0 16,-1-7-2-16,1-6 1 15,4 0 1-15,0 0 0 16,4-6 2-16,7-29 3 0,6-7-5 16,-5-13-4-16,5-11-4 15,-8-9-2-15,-22-17 1 16,-11-12 3-16,-4 6-4 16,0 12 7-16,-17 26 3 15,-4 31 1-15,-5 20 5 16,15 9 9-16,-6 0-14 15,6 28-1-15,11 25-2 16,0 30 2-16,0 6 4 16,0-4 1-16,2 1-2 15,39-15-1-15,11-18 2 16,1-6-4-16,-10-18 1 0,4-13-1 16,-10-5-3-1,6-11 3-15,-3 0-5 0,3 0-5 16,2-14-3-16,-6-20-13 15,-9-6-21-15,-2-5-10 16,-9-2 7-16,-10 2 7 16,-9 12 27-16,0 18 5 15,0 12 11-15,0 3 14 16,-20 6 8-16,3 25 7 16,4 7 13-16,5-3-2 15,1 1 2-15,3-4-7 16,4-4-12-16,0-3-10 0,0-7-5 15,0-2-7 1,0 1-1-16,4-6-7 16,22-5-19-16,-7-1-17 0,-10-5-36 15,0 0-25-15</inkml:trace>
  <inkml:trace contextRef="#ctx0" brushRef="#br0" timeOffset="162901.5512">10450 15462 97 0,'0'0'106'15,"-19"0"-64"-15,10 8 11 16,-6 8-26-16,15 6-24 16,0 3 2-16,0 0 0 0,0-5-4 15,0 2-1-15,9-2 0 16,18-1-3-16,6-4 3 15,-10-1 0-15,-4-4 3 16,-6-4 1-16,-6-2-3 16,-7-2-1-16,0 0 1 15,0 7-1-15,0 2 1 16,0 5 11-16,-35 2 3 16,8-1-6-16,1-3-6 15,7-7-2-15,-1 0-1 16,12-7-6-16,3 0-26 15,5 0-40-15,0 0-131 0</inkml:trace>
  <inkml:trace contextRef="#ctx0" brushRef="#br0" timeOffset="163368.3701">11040 15486 78 0,'-9'6'47'0,"9"-6"-7"15,0 0 8-15,0 0-18 0,0 0-6 16,0 0-7-16,0 0 10 15,0 0 2-15,0 0-11 16,0 0-3-16,0-4 2 16,0 0-4-16,0-1-9 15,-9-4 1-15,-6 7 1 16,-6 2-4-16,-3 0 8 16,1 0 4-16,-5 0-14 15,4 6-1-15,-4 19 1 16,11 4 0-16,2 1 7 15,2-2 1-15,11-4-2 16,2 5 4-16,0-5-4 0,0-3-6 16,2 1-1-16,35-5 0 15,-1-1-1-15,12-4-5 16,7-8-18-16,5-4-17 16,9 0-15-16,-45 0-33 15,-1-16-60-15</inkml:trace>
  <inkml:trace contextRef="#ctx0" brushRef="#br0" timeOffset="163735.6214">11494 15474 83 0,'-28'0'79'0,"1"5"-35"16,7 21 6-16,3 5-16 15,2-2-19-15,2 6 5 16,-2-4-1-16,9-2 0 0,-1-5-9 15,7-5-5-15,0-1-4 16,0-11-1-16,0-2-1 16,0-5-3-16,18 0 1 15,9 0-3-15,6 0-3 16,-1-15-8-16,-4-13-7 16,0-2-3-16,-9 4 7 15,-11 6 13-15,-3 6 7 16,-5 11 21-16,0 3 15 15,0 0 4-15,0 0-11 0,0 0-14 16,0 0-15-16,0 6-4 16,0 16 2-16,0 3 2 15,10-1-9-15,3 1-19 16,11-6-7-16,12-6-34 16,16-11-38-16,-29-2 49 15</inkml:trace>
  <inkml:trace contextRef="#ctx0" brushRef="#br0" timeOffset="164164.0854">12164 15455 120 0,'-37'-14'62'16,"13"14"-22"-16,7 0-2 0,-2 3-17 15,-5 26-2-15,7 9 2 16,-6 5 2-16,3 0-4 15,12-1-2-15,-1-10-1 16,9-4-7-16,0-13-9 16,0-6-1-16,0-6-4 15,17-3 2-15,7 0 0 16,4 0-1-16,0-23-6 16,8-12 0-16,-4-8-6 15,5-6-10-15,-14-3 6 16,-3-4 10-16,-20-7 5 0,0 1 5 15,0 5 5 1,0 16 18-16,0 17 8 0,-9 18 2 16,3 6-4-16,6 0-13 15,0 0-16-15,0 33-6 16,0 21 4-16,0 20 2 16,0 5 3-16,0-1-2 15,0-2-1-15,10-11-14 16,23-13-23-16,14-23-37 15,11-18 12-15,-35-11-5 16,5 0-103-16</inkml:trace>
  <inkml:trace contextRef="#ctx0" brushRef="#br0" timeOffset="164537.4851">12683 15505 118 0,'0'0'66'16,"0"0"-22"-16,0 0-12 15,-5 17-7-15,-18 14 8 16,-5 5-5-16,0 6-11 16,4-5 2-16,7-2-9 15,11-5 0-15,6-6-8 16,0-11-2-16,0-6-3 16,0-7-4-16,0 0 1 15,15 0-4-15,8 0 4 16,5-26-6-16,0-7 1 15,-2-7-6-15,-7 6-1 0,-4 7 2 16,-11 7 16 0,1 15 4-16,-5 5 21 0,0 0 9 15,0 0-5-15,0 0-21 32,4 0-7-32,5 18 2 0,1 11 8 0,-1-8-3 15,6 0-6-15,-6 1-2 16,-1-7-1-16,11 0-27 15,9 3-42-15,-19-17-37 16,14 2 65-16</inkml:trace>
  <inkml:trace contextRef="#ctx0" brushRef="#br0" timeOffset="165301.8792">14615 15435 113 0,'-64'0'101'0,"32"0"-80"0,4 14 36 16,4 18-19-16,16 5-33 16,-1 14 8-16,9 0-3 15,0 3 4-15,0-2-8 16,0-8 7-16,13-8-5 16,19-7-4-16,4-14-2 15,1-7 0-15,-5-5-1 16,11-3-1-16,-2 0 4 15,10-25 5-15,5-12-5 16,0-16-4-16,-7-3-2 16,-6-9-7-16,-15-7-1 15,-13-11 2-15,-15-9 4 16,0-6-2-16,-15 12-2 16,-28 21 5-16,6 26 1 0,10 29 2 15,3 10 14-15,7 6-9 16,-2 48-5-16,10 21 0 15,9 12 6-15,0 7 6 16,0-2-3-16,13-15-1 16,23-8 2-16,7-19-3 15,2-11-5-15,2-11-1 16,1-13-1-16,-6-6 0 16,-3-7-1-16,0-2-2 15,-7 0-8-15,4-17-7 16,-3-17-16-16,-1-4 2 15,-13 0-13-15,-10 8 14 0,-9 10 14 16,0 12 8-16,0 8 9 16,0 0 10-16,-5 15-4 15,-10 12 0-15,7 4 10 16,8-4 10-16,0-1-1 16,0-8-5-16,0-3-15 15,4-11-2-15,24 1 0 16,8-5 0-16,7 0-1 15,9 0-2-15,8-14-31 16,4-9-33-16,-40 6-49 16,-7 1-50-16</inkml:trace>
  <inkml:trace contextRef="#ctx0" brushRef="#br0" timeOffset="165601.9939">15724 15468 167 0,'-41'-4'56'16,"18"4"-5"-16,3 4 3 15,7 16-37-15,11 9-7 16,-4-4-4-16,6 9 4 16,0-1-9-16,0 2-1 15,0-2 0-15,28-1 0 16,6-2 0-16,-4-3 0 16,-6-2 0-16,-3-6 5 15,-10-5 5-15,-11-7-8 16,0-2 2-16,0 2 7 15,0-6 4-15,-24 5 5 16,-12-2 0-16,-3-2-10 0,-4-2-7 16,-6 0-3-1,4 0-3-15,2 0-19 0,15 0-21 16,7 0-6-16,21 0-33 16,0 0-63-16</inkml:trace>
  <inkml:trace contextRef="#ctx0" brushRef="#br0" timeOffset="166081.9519">16011 16237 112 0,'24'123'56'0,"-15"-56"-11"16,1-9 14-16,-10-17-39 15,0-16 5-15,0-14-8 16,0-11-1-16,0 0-6 16,0 0 6-16,0-23 11 15,0-16-21-15,-25-22 6 16,-1-12-4-16,-2-20-6 15,0-12-2-15,4-7-2 0,20 6-9 16,4 18-3 0,0 27 7-16,4 20 6 0,24 17-2 15,9 11 1-15,1 4 2 16,3 7 5-16,8-1 0 16,-6 3 3-16,-2 0 2 15,-9 3-2-15,-12 21-6 16,-1 10 0-16,-19 9 3 15,0 5-2-15,0 4 2 16,0 2-5-16,-19-5-13 16,-5-9-24-16,7-13-22 15,6-13-21-15,11-14-16 16,0 0-16-16</inkml:trace>
  <inkml:trace contextRef="#ctx0" brushRef="#br0" timeOffset="166561.8412">16391 15818 10 0,'32'-36'133'16,"-23"20"-69"-16,6-4-1 16,-2 0-17-16,0-3-30 15,2 1-13-15,-11 4-2 16,0 7 1-16,-4 9 0 16,0 2 2-16,0 0 18 15,0 0-6-15,0 10-14 16,-13 18 3-16,-10 7 5 15,10-1 4-15,2 4 6 0,7 2 0 16,4-3 1-16,0-2-3 16,0-3-3-16,0-7-9 15,19-6-3-15,9-2-2 16,4-9 1-16,5-6-2 16,-1-2-3-16,1 0-28 15,10-19-16-15,4-22-16 16,-6-4-5-16,2-4 2 15,-10-1-4-15,-18 7 31 16,-15 8 39-16,1 10 5 16,-5 14 15-16,0 11 15 15,0 0 18-15,0 3-19 16,0 35-13-16,0 22 19 16,0 16 2-16,0 5-2 0,0 0-14 15,0-15-2-15,0-9-6 16,0-17-16-16,0-17-2 15,4-12-4-15,5-11-27 16,-3 0-46-16,7-9-4 16,-13-16-36-16,0 0 60 15</inkml:trace>
  <inkml:trace contextRef="#ctx0" brushRef="#br0" timeOffset="166732.7448">16884 15547 241 0,'-8'-50'102'0,"8"37"-42"16,0-3-11-16,0 4-48 0,19 2-1 16,9 8-3-16,-2 2-5 15,12 0-29-15,3 2-17 16,6 22-26-16,-30-13-39 16,-6 2-17-16</inkml:trace>
  <inkml:trace contextRef="#ctx0" brushRef="#br0" timeOffset="167148.0192">17300 15515 36 0,'-21'-10'109'0,"-3"2"-41"16,5 8 2-16,-5 0-4 16,7 0-27-16,-6 0-11 15,-5 8-15-15,-4 34-3 16,-5 7 2-16,9 2-1 15,9 1-4-15,15-6-3 16,4-9-4-16,0-6-3 16,0-9 2-16,19-13-1 15,13-3 0-15,-4-6 1 16,4 0 0-16,5-6-5 16,3-20 0-16,-1-12-4 15,-2-3-2-15,-10-8 2 16,-9 6 2-16,-12 5 8 0,-2 15 1 15,-4 15 16 1,0 8 16-16,0 0-15 0,0 0-16 16,0 0-2-16,0 22-8 15,0 14 5-15,0 9 3 16,0 2 2-16,0-5-2 16,0-2-5-16,13-12-25 15,15-8-5-15,0-9-11 16,4-11-28-16,-23 0-35 15,-3 0-46-15</inkml:trace>
  <inkml:trace contextRef="#ctx0" brushRef="#br0" timeOffset="167488.9912">17476 15654 122 0,'0'-20'62'0,"0"20"-12"16,0 0 2-16,0 13-38 15,0 14 4-15,5 5 18 16,5-5-17-16,-1-8-8 15,-5-8-1-15,0-11-2 16,1 0-1-16,1 0 2 16,-2 0 0-16,1-3 3 15,-1-24 2-15,11-14-10 16,2-10-4-16,7-5-4 16,8 0-6-16,-8 13-4 15,-1 18 6-15,-6 10 3 16,-6 15 5-16,-7 0 3 15,1 0-1-15,3 9-1 0,7 17 8 16,-2 10-1 0,2 1 0-16,-6 1-4 0,-1-2-4 15,-3-10 0-15,5-2-15 16,-1-7-22 15,-1-9-19-31,-8-8-55 0,0 0-18 0</inkml:trace>
  <inkml:trace contextRef="#ctx0" brushRef="#br0" timeOffset="167935.683">18248 15381 170 0,'-23'0'23'0,"10"22"11"0,-6 21 7 15,-3 8-27-15,3 10 1 16,0-5-7-16,1 1-1 15,3-7-4-15,7-14 2 16,8-13-4-16,0-10-1 16,0-13-3-16,0 0 3 15,19 0 1-15,13-11 16 16,9-19-17-16,-4-8-3 16,1-5-12-16,-6-3-1 15,-10-8 3-15,-7-12 8 16,-11-7 5-16,-4-16 3 0,0-3 10 15,0 7 0 1,0 24 4-16,0 24-7 0,-4 25 31 16,-1 12 15-16,5 0-26 15,-4 0-16-15,4 26-11 16,0 34 1-16,0 17 5 16,0 6-1-16,0 4-4 15,0-3-3-15,17-10 0 16,3-12-1-16,-3-17-11 15,2-15-24-15,9-13-12 16,-4-17-11-16,8 0-38 16,-24-13-5-16,3-15-27 15</inkml:trace>
  <inkml:trace contextRef="#ctx0" brushRef="#br0" timeOffset="168225.823">18619 15405 102 0,'-10'30'56'15,"-18"21"-16"-15,15-1 24 16,13-4-19-16,0-8-26 16,0-8-5-16,0-9 2 15,24-8 3-15,3-5 3 16,6-8-5-16,-5 0 5 16,8 0 2-16,0-21-11 15,7-14-7-15,-2-5-6 16,-4-3 0-16,-14-5-14 15,-8 11-2-15,-15 4 1 16,0 9 11-16,0 9 3 16,-15 11-5-16,-21 4-10 0,-11 0 5 15,1 13-6-15,-5 23-19 16,4-3-10-16,30-15-32 16,2-5-34-16</inkml:trace>
  <inkml:trace contextRef="#ctx0" brushRef="#br0" timeOffset="169996.6939">20099 15112 194 0,'-10'6'16'0,"10"-6"14"16,0 2 16-16,0 3-32 15,28 4 27-15,4-3-8 16,15-1 3-16,-2-2-3 16,21-3-9-16,3 0-2 15,15 0 1-15,4 0-6 16,0-12-7-16,8-6 3 15,1-7-2-15,-1-3-4 16,7-3-2-16,-2-9-2 16,-2 1-1-16,6-4-2 15,-9-4 0-15,3 2 0 16,-18 1 0-16,-10 0 0 0,-11 3 0 16,-4-6 2-16,0-2-2 15,8-4 1-15,5-1-1 16,-5-5 0-16,0 4 0 15,3-3 0-15,-3 2 0 16,1 0-1-16,-1-5 1 16,-4-1-3-16,4-2 2 15,-4 0 0-15,0 5 1 16,1-6 0-16,-1-5 2 16,0 4 1-16,2-2 0 15,-2 3-2-15,0-1-1 16,-6 7 1-16,6-6 0 15,0 2-1-15,0 1 1 0,-13 2 0 16,-6 4 4 0,-3 2 0-16,-10 8 2 0,-6 0 4 15,5 2-2-15,1-1-6 16,0-2-1-16,0-9-1 16,4-9-1-16,5-3 0 15,6-2-1-15,2 3 1 16,-11 7 1-16,-2 9-1 15,-10 2 1-15,-3 1 0 16,-6 4 1-16,2-4 1 16,-2-3 1-16,-3 6-3 15,-5-9-1-15,3-2 1 0,-8-3-1 16,0-5-1 0,5-3 1-16,-5 2-2 15,0-3 2-15,0 0 0 0,0-2 0 16,0-5 0-16,-5-1-3 15,-8 7 0-15,3 7 2 16,5 2 1-16,1 6 0 16,-4-3 0-16,-3 1 0 15,2-2-1-15,1-3 1 16,-1-6-1-16,-2 5 0 16,-2 0 1-16,-6 4-1 15,2 10 1-15,-2 2 0 16,-1 3 0-16,3 5-1 0,-6-4 1 15,3 5 0 1,-3-1 0-16,-3-6-2 0,2 3 2 16,5 0 0-16,-4-4 0 15,1 5 0-15,3 1 1 16,-1 3-1-16,3 8 0 16,-2 1 0-16,0 7 0 15,2-3 0-15,-7-1 1 16,5-2-1-16,-3-4 0 15,-6-2 0-15,-10 2 1 16,1-6-1-16,-4-2-2 16,-6 2 1-16,7 2 1 15,-3-6 0-15,2 7 0 16,0-6 0-16,-2 4 0 0,-2 0 0 16,-2-1 0-16,-4 1 0 15,10 2 0-15,0 5 0 16,2 0 0-16,-1 1 0 15,-1-1 0-15,-6 1-1 16,0 3 1-16,6 1 0 16,0 1 0-16,-2 4-1 15,2 2-1-15,-1 3 2 16,5 2 0-16,1-1 0 16,-1-1 0-16,-19-4 0 15,-4 2-1-15,-15-2-2 16,-2-1 3-16,2 4 0 15,6-3-1-15,-6 3 1 0,11-2 0 16,-5-4 1-16,-10-9 1 16,-5-3 29-16,7-1-31 15,-2 1 14-15,14 8-12 16,14 2-2-16,14 5 2 16,10 7 0-16,3-1 1 15,15 3 2-15,-4-3 4 16,-2-2 0-16,7-5-5 15,-11-3-1-15,-1-6 2 16,3-3-4-16,-2-2-1 16,10-3 0-16,1-4 0 15,1-6 0-15,-1-5 1 0,-1 0 0 16,1-7 0-16,-12 3 2 16,12 11-1-16,-3 4-2 15,7 14 2 1,-1 3-1-16,1 9-1 0,0 5 0 15,-3-1 0-15,7 9-1 16,-4 0-2-16,4-2-5 16,-4 2-11-16,4 0-9 15,0 0-9-15,-5 0-7 16,1 0-9-16,-4 0-14 16,-7 5-1-16,-5 13 3 15,7-15-28-15,1 5-51 16</inkml:trace>
  <inkml:trace contextRef="#ctx0" brushRef="#br0" timeOffset="172930.1951">20320 8242 1 0,'0'0'74'0,"0"0"-47"16,0 0 16-16,0 0 5 16,0 0-28-16,0 0-15 15,0 0 5-15,0 0 2 16,0 0-5 0,0 0-4-16,0 0-3 0,0 0 0 15,0 0-1-15,0 0 1 16,0 0 1-16,0 0 0 15,0 0 3-15,0 0 12 16,0 0 4-16,0 0-1 16,0 0 1-16,5 0-10 15,-5 0-7-15,0 0 5 0,0-4-3 16,0 4-3 0,0-2-2-16,0-2 1 0,4 2 1 15,-4-4 2-15,0 2-1 16,4-2-1-16,3 1 0 15,-7 2 0-15,0 0-1 16,0-1 0-16,0 4-1 16,0 0 0-16,0-1 1 15,0 1-1-15,4-3 1 16,-4 3 1-16,0 0 9 16,0-3 5-16,0-3-3 15,4-2-3-15,1 0-7 16,-1 0 4-16,0-1-4 0,3 0-1 15,-3-3 0 1,4-3-1-16,1-3 0 0,10-3-1 16,1-7 0-16,12-2 0 15,0 4 0-15,-4-4 0 16,0 6 0-16,-11 6 1 16,-2 0-1-16,-7 7 0 15,-3 3 1-15,-5 0-1 16,4 3 0-16,2-1 0 15,-6-3 0-15,5 8 1 16,-5-6-1-16,0 3 1 16,0 1 2-16,0-3-1 0,0 0-1 15,4-1 0 1,0-1 1-16,1 3-1 0,-5-1 2 16,0 0 1-16,0 6 2 15,0-2-2-15,0-1 0 16,0-4 1-16,0 6-1 15,0-5 2-15,0 2-2 16,0 0 0-16,0 4-1 16,0-3-1-16,0 3-2 15,0 0-1-15,0 0 1 16,0 0-4-16,0 0-1 16,0 0 0-16,0 0 0 15,0 0-2-15,15 18 4 16,6 13 3-16,22 8 0 15,2 9 1-15,6 5-1 0,10 1 0 16,-1-4 0-16,-13-5 0 16,2-10 0-16,-6-6 0 15,-15-7 1-15,-7-5-1 16,-6-6 0-16,-6-3 1 16,-5-6-1-16,3 0 0 15,-7-2 1-15,0 0 1 16,0 0-1-16,0 0 1 15,0 0-1-15,0 0 2 16,0 0 1-16,-7 0 0 16,-25 0 0-16,-17 0-2 15,-18 0-1-15,-21 0-1 0,3 0-2 16,-14 0-1-16,15 0 1 16,11 0 0-16,9 0-2 15,12 0 2-15,16 0 2 16,8 0 0-16,9 0 0 15,15 0 0-15,4 0 1 16,0 0-1-16,0 0-1 16,0 0 1-16,0 0 2 15,0 0 6-15,0 0-4 16,0 0 0-16,0-10-2 16,0-13-1-16,4 4-2 15,15-8 1-15,-6-2-1 16,6-3 0-16,1 0-2 0,-12 4 2 15,1 7 0 1,-5 6 0-16,2 8 1 0,-6 4-1 16,0 3 1-16,0 0-1 15,0 0 0-15,0 0 0 16,0 0 0-16,0 0-1 16,0 0-2-16,0 0-2 15,0 0-4-15,0 0-7 16,0 19 0-16,0 12 14 15,-6 3 2-15,-7 2 1 16,5-4 0-16,1-6 0 16,7-1-1-16,0-11 1 15,0-8-3-15,0-4 2 16,0-2 1-16,0 0 0 0,0 0 8 16,0 0 10-16,0 0 0 15,0-5-4-15,0-15-7 16,15-2-5-16,-2 2-1 15,11-7-1-15,-9 2 0 16,-2 0-2-16,2 7 1 16,-11 5 0-16,4 6 1 15,-3 4-1-15,-5 3 0 16,0 0-7-16,0 0-4 16,0 0-8-16,4 28-7 15,0 10 24-15,7-2 0 16,-2-8 2-16,-5-4 1 15,0-6 0-15,-4-5 0 0,0-7 0 16,0-6 1-16,0 0-1 16,0 0 3-16,0 0 0 15,0 0 1-15,7 0-1 16,-7 0 2-16,4 0 0 16,0 0 3-16,0-11-3 15,5-15-4-15,2-1 0 16,-3-5-1-16,-3-1 0 15,-5 1-1-15,0 5 0 16,0 9-3-16,0 9 3 16,0 7 1-16,0 2 0 15,0 0-1-15,0 0 0 0,0 0-2 16,0 0-2 0,0 0-1-16,4 0-3 0,11 20 6 15,-2 5 3-15,2 0-2 16,-2-9 2-16,2-3 0 15,-7-6 0-15,-8-7 2 16,0 0-2-16,0 0 0 16,0 0 2-16,0 0 1 15,0 0 2-15,0 0-1 16,0 0-1-16,0 0 1 16,0 0 1-16,0 0-3 15,0 0-2-15,0 0-2 16,0 0 0-16,0 0 1 15,0 0-3-15,0 0-2 16,0 0 1-16,0 0-3 0,5 0-2 16,18 0 4-16,-6 0 6 15,7 0 1-15,4 0 0 16,-5 0-1-16,14 0 0 16,-5 0 1-16,11 0-1 15,-7 0 0-15,1 0-1 16,-9 0 1-16,-13 0 0 15,-11 0-2-15,-4 0-4 16,0 0-5-16,0 0-5 16,0 0-1-16,0 0 11 0,-24 0 2 15,-8 0 2 1,0 0 2-16,4 0 2 16,0-3 0-16,5-8 1 0,10 0 2 15,-2-6-2-15,6-2 7 16,-6-6-10-16,2 7 4 15,9 2-4-15,0 5 6 16,4 7-2-16,0 4 0 16,0 0-4-16,0 0-6 15,45 0 2-15,19 18 2 16,11 4 2-16,-6-4 3 16,-9 2 0-16,-13-8-3 15,-15-1 1-15,-19-8-1 16,-13 0-1-16,0-3 1 15,0 0 2-15,0 0 1 0,0 0 1 16,0 0 2-16,0 0 0 16,-17 0-3-16,-11-6-2 15,-15-6-1-15,2-3-1 16,1 2 0-16,12 6-2 16,9-3 1-16,14 9 1 15,5 1 1-15,0 0-6 16,0 0-2-16,0 0 1 15,0 0 5-15,0 0 2 16,0 0 3-16,5 0 2 16,3 0 3-16,3 0 1 15,-7 0-4-15,-4 0-4 0,4 0 0 16,-4 0 0-16,0 0-1 16,9 0 0-16,2 0 0 15,-3 0 0-15,1 0 0 16,2 0 0-16,-3 0-9 15,-4 11-18-15,5 0-25 16,2 3-21-16,-11-8-24 16,0-6-32-16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25:30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2503 6949 74 0,'-45'-43'83'16,"9"20"-63"-16,-1 8 19 15,5 2 0-15,8 3-10 16,1 5-12-16,12 5-1 16,3 0-1-16,-5 0-7 15,8 0-6-15,-3 0-1 16,-3 0 1-16,3 0 2 16,-1 0 0-16,-6 0 4 15,9 0-4-15,-9 0 0 16,2 0-2-16,-2 0 1 0,2 0-1 15,-2 0-1-15,4 0 1 16,9 0-1-16,2 0 4 16,0 0-2-16,0 0 0 15,0 0 0-15,0 0-3 16,0 0 0 0,0 0-3-16,0 0-15 0,0 0-17 15,-15 17-41-15,2-6-32 16,-2 0-23-16</inkml:trace>
  <inkml:trace contextRef="#ctx0" brushRef="#br0" timeOffset="495.44">2038 7105 195 0,'17'0'33'0,"13"-17"-1"16,4-10 15-16,5-6-16 15,15-4-6-15,-16 1-6 16,7 0-4-16,-15 6-5 16,-2 4-6-16,-15-3-2 15,2 3 0-15,-15 2 1 0,0 3-1 16,0-2 0-16,0 0 2 15,-28 1-4-15,-30 2-1 16,-19 5-8-16,0 3 2 16,-7 12 0-16,9 0 2 15,9 5 0-15,-1 31 4 16,24 9 0-16,20 10 1 16,5 1 4-16,18 6 7 15,0-3 5-15,0-8-4 16,24-2 2-16,19-6 1 15,13-8-9-15,8 0 7 16,5-8 1-16,1-1-3 0,-12-7-6 16,-2-6-4-16,-2-6 0 15,4-7-1-15,6 0-12 16,5 0-15-16,-5-26-16 16,11-13-13-16,-4-14-15 15,-58 25-40-15,-5 1-34 16</inkml:trace>
  <inkml:trace contextRef="#ctx0" brushRef="#br0" timeOffset="683.4512">2726 6740 100 0,'0'-35'90'15,"0"35"-6"-15,0 0-16 16,0 18-36-16,0 40-16 16,0 24 16-16,0 17-5 15,0 12-3-15,0 6-14 16,0 0-6-16,0-8-4 0,0-15 0 15,0-21-9-15,0-14-21 16,0-22-20-16,17-22-20 16,-6-15-32-16,6-12-41 15</inkml:trace>
  <inkml:trace contextRef="#ctx0" brushRef="#br0" timeOffset="856.6026">2690 6789 142 0,'-56'-100'111'16,"45"66"-28"-16,11 7-26 16,0 4-20-16,0 5-23 0,0 7-14 15,0 7 0-15,11 4-6 16,36 0-28-16,-2 11-31 16,-19 11-43-16,-5 7-10 15</inkml:trace>
  <inkml:trace contextRef="#ctx0" brushRef="#br0" timeOffset="1641.8699">3312 6962 99 0,'13'-43'90'15,"-7"-6"-57"-15,-4-6 22 0,7-1-14 16,-9 2-21-16,0 4-7 15,0 18 4-15,0 14-5 16,0 18-1-16,-9 0 8 16,-12 0-19-16,-5 32-9 15,7 28 6-15,-7 19-1 16,7 4 4-16,17-6 0 16,2-15 0-16,0-13 0 15,0-16-2-15,0-15 1 16,19-5-2-16,0-7 0 15,9-6-1-15,4 0 4 16,9-3 0-16,2-34 3 0,13-20-3 16,6-19 0-1,-4-5-5-15,-2-4-2 0,-14 16-1 16,-3 24 7-16,-22 21 1 16,-4 14 0-16,-4 10-3 15,8 0-1-15,-6 12 1 16,14 21 3-16,-10 5 6 15,0 1-4-15,-2-4 0 16,0-13-1-16,-11-1 0 16,5-13-1-16,-5-8 0 15,2 0 0-15,9 0 3 16,-13 0-3-16,11-8 8 16,6-28-2-16,2-16-3 15,13-6-2-15,7 2-1 16,-7 15 0-16,-4 15-1 0,-9 18-2 15,1 8-1 1,-10 0-2-16,7 8 5 0,-6 23 1 16,0 0 0-16,-3-1 0 15,1 1 0-15,-3-8 3 16,-1-7-3-16,-5-7 2 16,6-9 1-16,-4 0 5 15,5 0 3-15,1 0 1 16,-5-19 8-16,14-10-5 15,4-15-10-15,3-9-5 16,4 14 0-16,-7 4 0 16,-4 27 0-16,-15 8-3 0,5 0-3 15,3 3-3-15,8 33 6 16,-8 12 3-16,-1 8 0 16,-7 3-3-16,-2-1-3 15,0-5-1-15,9-1-24 16,10-5-9-16,2-13-70 15,-8-30 31-15</inkml:trace>
  <inkml:trace contextRef="#ctx0" brushRef="#br0" timeOffset="2053.2705">4871 7153 38 0,'64'127'43'16,"-8"-21"18"-16,-17-13-38 15,-3-19 4-15,-12-21 0 16,-16-17-22-16,-8-14 53 16,0-16-43-16,0-3 9 15,0-3 8-15,0 0-7 16,0-12 7-16,0-30-4 16,-17-19-18-16,-15-24 2 15,2-20-5-15,-11-24 0 16,9-9-3-16,9 3-3 15,18 17-1-15,5 22-1 16,0 26-1-16,24 22-2 16,25 15 4-16,-10 13 1 0,-3 11 6 15,-4 9-6-15,3 0-1 16,-7 21 0-16,-7 28 2 16,-6 11 3-16,-4 11-4 15,-11 4-1-15,0-4-1 16,0-9-8-16,-19-10-8 15,-5-16-4-15,13-15-2 16,11-8-17-16,0-11-22 16,0-2-37-16,0 0-37 15</inkml:trace>
  <inkml:trace contextRef="#ctx0" brushRef="#br0" timeOffset="2287.9874">5375 6067 169 0,'24'-78'123'0,"-11"70"-76"16,-5 8 4-16,11 0-23 15,3 30-22-15,4 31 15 16,2 24 10-16,-9 14-17 16,-11 11-7-16,7 1-7 15,-6-1 0-15,6 0-1 16,13-16-27-16,8-15-15 15,12-19-19-15,9-19-16 16,-31-41-19-16,-4 0-21 16</inkml:trace>
  <inkml:trace contextRef="#ctx0" brushRef="#br0" timeOffset="2549.2086">6064 6926 8 0,'0'54'47'0,"0"-14"-13"16,0-8 6-16,0-12 1 15,0-9-11-15,15-11-9 16,8 0 14-16,5 0-6 16,4 0-2-16,3-28 11 15,1-3-4-15,-8-6-15 16,0-3-4-16,-9-6-6 16,-10 4 3-16,-9-3-4 0,0-2 7 15,-9 9-3 1,-34 6-2-16,-4 17-7 0,0 11-3 15,-2 4-24-15,-16 6-14 16,-12 39-24-16,34-15-41 16,-13 5-35-16</inkml:trace>
  <inkml:trace contextRef="#ctx0" brushRef="#br0" timeOffset="2974.8264">2514 8040 182 0,'0'0'39'16,"81"0"37"-16,40-8 1 16,46-19-11-16,43-12-11 15,37-5-11-15,44-11-8 16,16-1-9-16,21-1-9 0,-2-3-8 16,-10 5-4-1,-16-1-2-15,-26 8 3 0,-14 11-5 16,-43 3-1-16,-46 13-1 15,-64 7-1-15,-47 6 1 16,-38 8-2-16,-16 0-4 16,-6 0-12-16,0 0 2 15,0 0 1-15,0 0-12 16,0 0-13-16,0 0-18 16,0 0-27-16,0 0-101 15</inkml:trace>
  <inkml:trace contextRef="#ctx0" brushRef="#br0" timeOffset="4024.9412">8483 6004 193 0,'0'-32'127'0,"0"15"-91"0,-21 2 40 15,-22 1-21-15,6 3-23 16,-10 6-17-16,-2 5-2 16,-9 0-8-16,-19 7-5 15,-7 36-3-15,2 22 2 16,9 6 1-16,11 8 0 15,26 6 1-15,17-4-1 16,19-2 3-16,0-5-2 16,0-9 2-16,36-8-3 15,18-9-1 1,4-7 1-16,12-6-2 0,12-8 4 16,10-5-4-16,7-12 0 15,6-10-11-15,4 0-17 0,-6-12-14 16,0-30-23-16,-19-14-27 15,-16-5-22-15,-63 34 4 16</inkml:trace>
  <inkml:trace contextRef="#ctx0" brushRef="#br0" timeOffset="4288.996">8867 6401 25 0,'0'-66'77'0,"0"47"-14"16,-9 12 3-16,-14 7 3 16,-1 0-33-16,3 22-23 15,-3 26-12-15,5 12 2 16,6 8 5-16,13-8 1 15,0-10 1-15,0-6-2 16,4-14-6-16,28-8 0 0,-4-9 0 16,4-5 7-1,-8-8-4-15,4 0-1 0,-4 0-2 16,-7-13 0-16,6-19 3 16,-3-4-2-16,-16-12 0 15,-4 4-3-15,0-4-2 16,0 6-7-16,-4 7-13 15,-16 8-3-15,12 13-16 16,1 14-51-16,7 0-37 16</inkml:trace>
  <inkml:trace contextRef="#ctx0" brushRef="#br0" timeOffset="4589.4269">9219 6740 49 0,'23'27'56'15,"-23"-27"-4"-15,0 0 33 16,0 0-9-16,0-4-19 16,0-30-10-16,0-11-31 15,0-11-14-15,5-3 3 16,12 9-4-16,-2 14-1 16,8 5 0-16,1 18-4 15,-3 7 0-15,7 0 0 16,15 6 3-16,-2 0 1 15,2 0 3-15,0 0-1 16,-7 4-2-16,-8 14-1 16,0 10-3-16,-9 8 3 0,-19 4-10 15,0 12-19-15,0-2-8 16,0-32-39-16,0-2-56 16</inkml:trace>
  <inkml:trace contextRef="#ctx0" brushRef="#br0" timeOffset="5160.7462">10662 6251 171 0,'-36'-29'111'0,"16"24"-76"16,12 5 28-16,1 0-20 15,-1 0-36-15,-5 2-1 16,-15 30-4-16,-4 9-1 16,4 11 5-16,0-1-1 15,13 3 1-15,11 10-6 16,4-5 0-16,0-3-1 16,0-2-7-16,28-19-26 15,19-7-7-15,2-17-3 16,9-11-11-16,-9 0 9 15,3-8 9-15,-11-25-1 16,-1-11 3-16,3-6 20 16,-6-2 12-16,-14 1 3 15,-14 10 3-15,-9 10 27 0,0 16 14 32,-9 8 3-32,-19 7 18 0,-4 0-33 0,2 31-32 15,5 19 0-15,10-2 0 16,15-2 7-16,0-11 0 15,0-9 2-15,6-11-6 16,15-6 1-16,7-7 6 16,-4-2 2-16,4 0 0 15,0 0 0-15,0-8-3 16,-1-17-2-16,-3-7-1 0,-7-2-2 16,-2 0-1-1,-15-6-3-15,0 4-5 0,0 5-7 16,-28 9-9-16,-4 10-9 15,4 12-15-15,18 0-36 16,10 0-54-16</inkml:trace>
  <inkml:trace contextRef="#ctx0" brushRef="#br0" timeOffset="5450.6963">11288 6753 102 0,'9'12'89'0,"-9"-12"-40"16,0-9 17-16,2-24-37 0,-2-6-14 15,0-11 9-15,0-3-2 16,0-5 1-16,4 6-10 16,11 17-2-16,-2 11-11 15,9 13-3-15,-3 9 1 16,5 2 2-16,4 0-2 15,4 0-1-15,2 14 2 16,-2 14 0-16,-10 8-9 16,-7 6-7-16,-11 8-12 15,-4 2-10-15,0-36-40 16,0-8-56-16</inkml:trace>
  <inkml:trace contextRef="#ctx0" brushRef="#br0" timeOffset="5736.4529">12168 5910 183 0,'-65'-92'85'0,"10"64"-22"16,18 14 32-16,14 8-42 15,14 6-24-15,5 0-19 16,-11 0-10-16,-5 33-8 15,-5 30 3-15,-3 22 2 16,9 9 2-16,10 4 1 0,7-4 0 16,2 1 0-1,0-14-4-15,2-3 3 0,30-13-24 16,-4-9-4-16,4-8-10 16,-8-13-13-16,-20-35-41 15,0 0-38-15</inkml:trace>
  <inkml:trace contextRef="#ctx0" brushRef="#br0" timeOffset="6091.4786">11891 6508 163 0,'-28'-31'79'16,"28"23"-51"-16,0 6 15 0,13-7-28 16,34 3-7-16,24 0 9 15,2 6 0-15,2 0 2 16,-11 0-6-16,-4 0-8 15,-10 0-4-15,-12 14 0 16,-10 9-1-16,-11 1-1 16,-6 0-6-16,-4-7 2 15,-7-9 1-15,2-3 4 16,-2-5 2 0,0 0 5-16,0 0 5 0,0 0 13 15,0-5 5-15,0-20 1 16,0-11-26-16,0-4-5 15,0-3 0-15,-2-1-4 16,2 8-10-16,0 13-12 16,0 4-18-16,21 9-11 0,28 10-27 15,16 0-17-15,14 0 44 16,-47 0-62-16,0 7 112 16</inkml:trace>
  <inkml:trace contextRef="#ctx0" brushRef="#br0" timeOffset="6449.465">12895 6287 71 0,'13'0'108'15,"-13"0"-34"-15,0 0-11 16,-7-7-24-16,-8 7-10 16,-4 0-11-16,0 0 0 15,2 0-9-15,-7 5-9 16,0 24 0-16,3 9-2 16,2 9 0-16,10-5 2 0,9-3 0 15,0-6 0-15,0-8 0 16,0-7-1-16,0-11-2 15,0-3-10-15,13-4 4 16,-4 0 6-16,10 0 0 16,4-4 3-16,5-17 1 15,9-13-1-15,-5-3 0 16,-6 7 2-16,-7 6-2 16,-10 16 0-16,-9 8 0 15,0 0 0-15,2 0 0 16,6 24-12-16,9 12 10 15,3 0 0-15,-5-10-3 16,13-1-7-16,4-12-2 0,4-13-46 16,11 0 44-1,-6 0-44-15,6-2 14 0,-38-12-88 16</inkml:trace>
  <inkml:trace contextRef="#ctx0" brushRef="#br0" timeOffset="6770.9345">13292 6420 21 0,'10'-30'73'16,"-10"22"-28"-16,0 8 3 15,0 0-18-15,0 0-12 16,0 17-18-16,0 11 11 16,0 5 15-16,0-2-7 15,0-9 1-15,0-4-12 16,0-11-1-16,0-3-3 0,0-4-4 16,5 0 5-1,3 0 8-15,-1 0 10 0,1-19-5 16,12-21-3-16,10-7-13 15,8-4-2-15,7 10-1 16,-17 11-1-16,-2 14-2 16,-15 14 3-16,-11 2-1 15,4 0 2-15,7 0-6 16,2 7 4-16,10 18 2 16,-10 4 5-16,6 4-2 15,-4 1-3-15,-6 9 0 16,-1-3-17-16,12-3-32 15,-16-25-38-15,0-12-32 0</inkml:trace>
  <inkml:trace contextRef="#ctx0" brushRef="#br0" timeOffset="7093.9076">13862 6292 104 0,'0'-27'59'15,"32"18"-46"-15,22-1 51 16,6-1-21-16,0 4-11 16,0-2-7-16,-13 7 6 15,-14 2-17-15,-14 0-9 16,-6 0-5-16,-13 11 0 16,0 21 0-16,0 4-6 15,-9 3 6-15,-27 5 4 0,-7-3-4 16,2-3 2-16,9 2-1 15,8-7-1-15,11-5 0 16,7-1-2-16,6-12-1 16,0 5-3-16,0-4-11 15,15-11-13-15,26-5 10 16,10 0-22-16,-23 0-25 16,4-2-27-16</inkml:trace>
  <inkml:trace contextRef="#ctx0" brushRef="#br0" timeOffset="7483.6139">14800 6224 99 0,'4'-37'85'15,"-4"37"-20"-15,0 0-5 0,-28 0-23 16,-9 19-26-16,-3 15-5 16,-3 13 7-16,2 1-5 15,9 5-2-15,13-10 2 16,6-5-7-16,13-12 2 15,0-8-2-15,0-8-1 16,0-8 0-16,0-2 0 16,8 0 0-16,16 0 0 15,12-18-2-15,1-12-3 16,-1-8-4-16,3-2-6 0,-11 1 9 16,-15 14 0-16,-9 15 6 15,-4 10 4-15,0 0 17 16,0 0-10-16,0 14 0 15,0 15-9-15,4 6 18 16,3 6-4-16,-3-2 2 16,0-4-10-16,5-3-6 15,-5-1 2-15,3-7-4 16,-3-4-8-16,4-3-17 16,5-8-23-16,-6-9-22 15,-3 0-91-15</inkml:trace>
  <inkml:trace contextRef="#ctx0" brushRef="#br0" timeOffset="10016.1144">16816 5800 132 0,'8'-19'114'16,"-3"7"-59"-16,1-6-2 15,-2 6 3-15,5-2-20 16,-5 4-11-16,-4 3 4 0,0 3 2 16,0 0-6-1,0 2-2-15,0 2-3 0,0 0-4 16,0 0-4-16,0-5-2 15,0-1-1-15,0 1-6 16,0-1-1-16,0 4 0 16,0 2-1-16,0 0 0 15,0 0 0-15,0 0-1 16,0 0 0-16,0 0-2 16,0 0-4-16,0 0-3 15,0 0-2-15,-13 0-4 16,-2 0 3-16,-6 2 0 0,-14 18 5 15,-10 4-5 1,-2 7 4-16,2 8 1 0,7 3-2 16,5 6 0-16,12-5 3 15,2-2 3-15,10-11-3 16,9-10 4-16,0-9-2 16,0-7-4-16,0 2 2 15,0-5-3-15,9-1 4 16,23 0 5-16,4 0 1 15,7 0-1-15,7 0 2 16,-3-11-1-16,0-11-1 16,-2-3-1-16,-2 0 0 15,-11 1 1-15,5-6-1 16,-20 3 1-16,6-2 0 0,-8 4 0 16,-10 3 0-16,-1 5 0 15,0 1 0-15,-4 8 0 16,4 2 1-16,-4 4 0 15,0-1 1-15,0 3 1 16,0 0 4-16,0 0 0 16,0 0 0-16,0 0 1 15,0 0-1-15,0 0-2 16,0 0-1-16,0 0-4 16,0 5-4-16,0 27-10 15,0 19 13-15,0 19 1 16,0 9 1-16,0 2-1 15,0 2 0-15,-4-6 2 0,0-7-2 16,-5-10 0-16,5-11 1 16,4-14-1-16,0-2-1 15,0-13-1-15,0-8-2 16,0 0-2-16,0-6-3 31,0-6-8-31,0 0-7 0,0 0-6 0,0 0-7 16,0 0-9-16,9-24-18 15,-1 6-39-15</inkml:trace>
  <inkml:trace contextRef="#ctx0" brushRef="#br0" timeOffset="10449.0873">17367 5689 77 0,'-11'-7'79'16,"11"4"-40"-16,0-2 17 15,0-1-3-15,28 1-21 16,24-3 6-16,-1 3-2 0,-2 1-4 15,-10 4-10-15,-22 0-10 16,-2 0-11-16,-11 0-1 16,5 0-1-16,0 22 1 15,1 17 0-15,-5 9 0 16,-5 15 2 0,0 10 1-16,0 8-1 0,-9 5 0 15,-19-5-1-15,9-3 0 16,0-10 1-16,1-9-2 15,8-4 0-15,1-10 0 16,0-4-6-16,9-13-5 16,0-8-4-16,0-5-16 15,0-10-21-15,0-5-39 16,0 0-65-16</inkml:trace>
  <inkml:trace contextRef="#ctx0" brushRef="#br0" timeOffset="10699.8052">17060 6162 127 0,'-32'-17'115'0,"32"10"-70"16,0-3 15-16,47-5-1 15,22 1-16-15,19-4-1 16,-5 4-5-16,1 3-12 15,-11 2-11-15,-4 7-12 0,-3-3-2 16,-12 0 0 0,2-1-14-16,-1 2-31 0,-3-3-25 15,-44 4-15-15,3-1-67 16</inkml:trace>
  <inkml:trace contextRef="#ctx0" brushRef="#br0" timeOffset="10974.2883">18656 5592 100 0,'0'-6'170'0,"0"6"-141"0,0 0-3 15,0 40 9-15,0 16-25 16,0 17 17-16,-15 9-5 15,-22-2-7-15,-8-1-5 16,3-3-9-16,1-5 3 16,9-12-4-16,4-10-2 15,4-8-5-15,5-8-17 16,6-8-15-16,0-7-8 31,13-18-51-31,0 0-34 0</inkml:trace>
  <inkml:trace contextRef="#ctx0" brushRef="#br0" timeOffset="11394.8058">18120 5885 150 0,'-28'-11'91'16,"28"9"-63"-16,0-2 24 0,0 4-22 15,0 0-23 1,0 0-2-16,0 0 5 0,4 0-7 16,5 0 2-16,6 0-2 15,-7 0 0-15,-8 4-2 16,0-2-1-16,0-2 0 15,0 0 2-15,0 0 4 16,0 0 1-16,0 0 10 16,0 0 6-16,0 0-1 15,0-8 0-15,5-4-6 16,1-4-12-16,3 3-3 16,14 0-1-16,5 0-3 15,9 2-1-15,18-1-25 16,1 10-21-16,13 2-18 15,-52 0-54-15,2 0-83 0</inkml:trace>
  <inkml:trace contextRef="#ctx0" brushRef="#br0" timeOffset="11855.174">19003 6395 169 0,'9'-18'133'16,"0"1"-105"-16,-5 3 30 16,2 9-15-16,-1 3-35 15,-1 2-3-15,4 0 0 16,1 0-5-16,6 0-9 15,9 0 2-15,-1 5 0 16,-6 5-3-16,-2 4-5 16,-10 0 0-16,-5-1-6 15,0 4-5-15,0-5 17 16,-24 3 9-16,1-10 1 16,5-3 0-16,-1-2 3 15,4 0 8-15,-2 0 8 16,2-10 8-16,11-6 1 0,-1-1-12 15,5 4 7-15,0 2-2 16,0 3-3-16,0 0-1 16,0 2-9-16,0 1-9 15,0 3-2-15,9-2-2 16,10 4-22-16,0 0-13 16,-10-2-40-16,-5 2-67 15</inkml:trace>
  <inkml:trace contextRef="#ctx0" brushRef="#br0" timeOffset="12873.4564">19793 6018 318 0,'-13'-14'83'0,"13"13"-43"15,0 1 26-15,0 0-39 16,0 0-27-16,0 26-6 16,17 17 6-16,17 9 0 15,3-1 2-15,-5-4-2 16,-4-9-9-16,-11-2-20 16,7-11-14-16,-5-7-10 15,-2-13-17-15,-11-5-51 16,3 0-8-16</inkml:trace>
  <inkml:trace contextRef="#ctx0" brushRef="#br0" timeOffset="13058.5883">20181 6148 25 0,'0'0'105'16,"0"14"-73"-16,-4 43 47 16,-41 14-25-16,-7 14-31 15,-8 9-1-15,-4 6-2 16,4-2-12-16,8-12-8 15,11-12 0-15,14-18-2 16,16-14-7-16,11-16-14 16,0-17-37-16,0-9-51 15,4-3-28-15</inkml:trace>
  <inkml:trace contextRef="#ctx0" brushRef="#br0" timeOffset="13435.6209">20413 6081 265 0,'0'-23'93'16,"0"23"-64"-16,-5 0 32 16,-8 34-61-16,-6 6-1 15,11 6 0-15,8-7 0 16,0-5-1-16,0-9-9 0,0-5 2 15,8-13 1 1,11-1 2-16,-1-6 5 0,1 0 1 16,9 0 0-16,0 0 1 15,-7-13-1-15,3-12 1 16,-9-3-1 0,-15-4 1-16,0-4-1 0,0-1 2 15,0 5 0-15,-20 9 8 16,-3 10-3-16,-1 8 4 15,7 5-11-15,2 0-3 16,6 0-7-16,5 10-21 16,-4 25-36-16,8-17-38 0,0-1-73 15</inkml:trace>
  <inkml:trace contextRef="#ctx0" brushRef="#br0" timeOffset="13916.3388">21845 5991 178 0,'-40'-25'76'0,"3"19"-27"16,1 6 19-16,-3 0-50 15,-2 0-18-15,-6 29 0 0,2 17-1 16,-6 5 1-16,10 6 0 16,9-12 0-16,12-5 0 15,16-12-1-15,4-5 1 16,0-10 0-16,0-4 2 16,4-9 0-16,20 0-2 15,-3 0 0-15,18 0 2 16,-3-16-2-16,1-13 0 15,6-3 1-15,-15 1-1 16,-7 2 2-16,-6 8 0 16,-15 13 8-16,0 8 11 15,0 0 5-15,0 0-14 0,0 10-12 16,0 33-17 0,0 20 14-16,0 17 2 0,4 9 1 15,1 14-6-15,-1 11-13 16,0 1-15-16,7-8 16 15,-7-9-15-15,1-16-39 16,-5-72-29-16,0-1-58 16</inkml:trace>
  <inkml:trace contextRef="#ctx0" brushRef="#br0" timeOffset="14224.7268">21005 6876 106 0,'40'-21'68'0,"7"4"2"16,9-7 11-16,4-6-33 15,13-12-5-15,7-3-11 16,-1-10-11-16,-2-4-6 15,7-1-10-15,-5 4-4 16,-6 1-1-16,-9 0 0 16,-8 7-2-16,-9-5-5 0,-14 3-10 15,-14 6-8 1,-11 14-11-16,-8 15-13 0,0 15-41 16,0 0-57-16</inkml:trace>
  <inkml:trace contextRef="#ctx0" brushRef="#br0" timeOffset="14717.8373">22008 5989 50 0,'41'-54'94'0,"-13"27"-40"15,-4 4-3-15,-12 10-2 16,-1 9-17-16,-11 4-2 15,0 0 8-15,0 0-21 0,0 14-13 16,0 21-4 0,0 14 4-16,0 10 6 0,0-9-3 15,0-6 3-15,0-13-5 16,0-6-4-16,0-12-1 16,0-3 0-16,13-8 1 15,11-2 0-15,8 0 1 16,9-2 4-16,10-28-6 15,9-11 0-15,-4-5-4 16,0-8-11-16,-20-3 1 16,-8 9 5-16,-13 8 5 15,-6 19 4-15,-9 15 3 0,0 6 17 16,0 0 0-16,0 0-17 16,0 6 4-16,0 24-6 15,0 12-1-15,0 6 10 16,0 6-2-16,0-12-1 15,0 2 0-15,0-8-7 16,0-9 0-16,0-9-3 16,0-7-19-16,0-2-14 15,0-9-11-15,0 0-13 16,8 0-19-16,16-11 7 16,-16-7-4-16</inkml:trace>
  <inkml:trace contextRef="#ctx0" brushRef="#br0" timeOffset="14889.2731">22697 5964 84 0,'0'0'72'16,"0"0"-17"-16,0 6-39 0,8 18 14 16,3 7 22-16,-7-5-23 15,5-2 1-15,-5 0-4 16,1-6-11-16,-5-7-10 16,0 0-3-16,0-2-2 15,0 2-15-15,0-2-27 16,0-4-36-16,0-5-40 15,-5 0-38-15</inkml:trace>
  <inkml:trace contextRef="#ctx0" brushRef="#br0" timeOffset="15699.0252">22881 6027 17 0,'20'16'72'15,"-12"-16"-36"-15,3 0 23 16,2-3 6-16,0-16-29 16,-3-2-12-16,-5 2 1 15,-5-7-6-15,0 6 4 16,0 8-6-16,0 6-7 15,-9 6 3-15,-19 0-13 0,-4 27-6 16,-7 18 2-16,7 2 2 16,4 3 2-16,11-4 1 15,6-5-1-15,11-8-1 16,0-10-1-16,0-3-13 16,20-13-9-16,20-3 7 15,3-4 1-15,2 0 0 16,3-11-17-16,3-14-14 15,-10 1 33-15,-5 5-40 16,-12 7 20-16,-9 12 24 16,-7 0-3-16,-8 0 13 15,0 0 1-15,0 0 24 0,0 6 1 16,0-3 4 0,0-3 2-16,0 0 15 0,0 0 7 15,0 0-10-15,0 0-4 16,0 0-1-16,9 0-6 15,6-19-12-15,7-13-16 16,5-9-5-16,16-2-11 16,7 4-8-16,-3 13-4 15,-11 12 6-15,-12 8 6 16,-20 6 6-16,-4 0-8 16,0 0 4-16,0 0 0 15,0 8 9-15,0 22 0 16,0 9 5-16,-13-2-2 0,-2 4-1 15,11-9-2 1,4-9-1-16,0-7 1 0,0-7 3 16,9-4-1-16,33-5 6 15,14 0 2-15,9 0 1 16,-1-20-3-16,-8-1-6 16,-11-4 1-16,-17 3-3 15,-13-2 2-15,-11-4 7 16,-4-3 4-16,0-2 5 15,0 3-3-15,-9 6-4 16,-29 7-5-16,-3 11-6 16,-10 4-4-16,-18 2-19 15,-19 7-20-15,43 6-31 16,-2 7-63-16</inkml:trace>
  <inkml:trace contextRef="#ctx0" brushRef="#br0" timeOffset="16932.546">4592 8561 67 0,'2'-19'139'0,"-2"19"-100"15,0 0 9-15,0 0-21 0,11 2-27 16,13 40 1-16,4 14-1 16,4 10 9-16,0 2-8 15,0-6 4-15,-4-10-2 16,-4-12-3-16,-5-8 1 16,-8-9 0-16,-3-6-2 15,-6-10 2-15,-2-5-2 16,0-2 1-16,0 0 0 15,0 0 3-15,0-26 2 16,0-10-3-16,0-5 1 16,0-7 3-16,0 0 0 15,0-2 2-15,0 7-3 16,15 7-1-16,24 6 5 16,-9 11 2-16,4 12-7 0,-6 7-4 15,2 0-4-15,2 12 0 16,9 24-2-16,-2 8 0 15,-11 4-3-15,0 8 2 16,-7 3-16-16,-6 0-18 16,-15-44-45-16,0-5-24 15</inkml:trace>
  <inkml:trace contextRef="#ctx0" brushRef="#br0" timeOffset="17246.5146">5482 8787 86 0,'-27'0'85'16,"22"36"-80"-16,5 14 14 15,0 0-8-15,0-7-6 16,11-11 1-16,15-14 12 16,10-7-6-16,-12-9 6 15,4-2 6-15,6 0 7 16,-13 0-5-16,7-18-9 15,-8-17-5-15,-3-4-5 16,-2 6-3-16,-11-8-2 16,-4 1-2-16,0 4 0 0,-13 0-1 15,-38 5 0 1,-5 8-4-16,9 9-1 0,15 6-1 16,14 8-14-16,8 0-23 15,10 15-61-15,0 14-53 16</inkml:trace>
  <inkml:trace contextRef="#ctx0" brushRef="#br0" timeOffset="17612.7329">6999 8856 41 0,'26'-33'130'0,"-24"-1"-116"0,2-4 22 15,9 3-14-15,-11 2-15 16,-2 9 2-16,0 4 5 16,0 8 12-16,0 6-1 15,-28 6-1-15,-2 0-12 16,2 0-12-16,-8 18-4 15,1 32 2-15,3 10-1 16,4 3 3-16,20-5 0 16,8-9 0-16,0-12-1 15,0-8 1-15,28-10-2 0,19-3-2 16,11-12-7-16,6-4-16 16,9 0-31-16,-45-8-24 15,8-12-81-15</inkml:trace>
  <inkml:trace contextRef="#ctx0" brushRef="#br0" timeOffset="17963.455">7655 8574 39 0,'-23'-7'146'0,"-23"7"-107"16,16 24 15-16,-4 21-27 15,13 16-20-15,6 4 2 16,4-1 0-16,11-6-5 0,0-16-3 15,0-12-1-15,0-12-2 16,0-12-1-16,17-6-1 16,5 0-2-16,5 0 5 15,8-28-2-15,-5-12 0 16,-4-9-5-16,-11-2 4 16,-7 1 1-16,-8 8 3 15,0 19 2-15,0 12 14 16,0 11 15-16,0 0 2 15,0 24-33-15,7 39-9 16,29 20 9-16,5 23 0 16,6 11-2-16,13 1-12 15,0-5-11 1,11-13-31-16,-50-81-62 0,-6-10 24 16</inkml:trace>
  <inkml:trace contextRef="#ctx0" brushRef="#br0" timeOffset="18542.6991">7402 9443 204 0,'-32'-8'53'0,"32"-12"-33"0,75 0 4 15,15-14 20 1,9-4-11-16,-7-7-1 0,-4-4-13 15,-5-3-14-15,-10-6-5 16,-2-1 3-16,-13-3-3 16,-11-6-13-16,-10 1-4 15,-9-2-3-15,-20-1-4 16,-8 5 1-16,0 4 7 16,0 18 6-16,-19 22 9 15,2 14 1-15,8 7 22 16,9 0-11-16,0 0-11 15,0 15-2-15,0 23 2 16,0 9 5-16,13-8 4 16,11 1-2-16,3-15-2 15,-3-3 0-15,0-8-2 0,-11-8-2 16,-5-6 0 0,3 0 1-16,-7 0 5 0,9 0-4 15,11-28-2-15,3-9 7 16,6-7-4-16,-10-2-4 15,-3 2 0-15,-12 14 1 16,-4 13-1-16,-4 8 1 16,0 9 0-16,0 0 3 15,7 0-2-15,6 19-2 16,4 16 0-16,9 14 2 16,-5 2 3-16,-4 1-4 15,3-6 0-15,-3 0-1 0,-7-11-8 16,3-11-11-16,7-9-8 15,1-12-11 1,0-3-42-16,-12 0-33 0,0-20-12 16</inkml:trace>
  <inkml:trace contextRef="#ctx0" brushRef="#br0" timeOffset="18729.5687">8895 8518 101 0,'15'-5'57'0,"-2"5"-26"15,2 18 30-15,4 15-22 16,-6 6-25-16,-5-3-1 16,1 0-4-16,-9-1-6 0,11-5-3 15,-7-14-1 1,7-5-24-16,-9-8-24 0,-2-3-23 16,0 0-16-16,0-3 25 15</inkml:trace>
  <inkml:trace contextRef="#ctx0" brushRef="#br0" timeOffset="18873.5022">8951 8452 62 0,'-28'-35'61'0,"11"13"12"16,6 9 6-16,11 7-13 15,0 4-11-15,0 2-22 16,0 0-33-16,0 0-4 16,0 0-7-16,34 0-19 0,11 19-37 15,-32-10-37 1,2 2-35-16</inkml:trace>
  <inkml:trace contextRef="#ctx0" brushRef="#br0" timeOffset="19136.0352">8951 8452 13 0,'156'139'50'0,"-111"-102"-13"0,20 7 2 16,12-6 16-16,15-6-28 15,5-7-17-15,-7-14 17 16,-20-6-9-16,-18-5-3 15,-20 0-8-15,-4 0 11 16,-13-13 15-16,2-12 5 16,2-4-12-16,-6-6-8 15,2 0-5-15,-10-1 1 0,-5-2-4 16,0 4-4-16,0 5-3 16,0 7-3-16,0 7-4 15,0 4-22-15,0 5-30 16,0 6-21-16,0 0-53 15</inkml:trace>
  <inkml:trace contextRef="#ctx0" brushRef="#br0" timeOffset="19465.1468">9839 8455 128 0,'0'0'79'0,"0"0"-50"16,0 19-15-16,0 13-14 15,0 11 6-15,0-5 10 0,0-2 4 16,4-9-5-16,19-11-8 15,10-4-3-15,-6-9 8 16,10-3 3-16,-5 0-7 16,15 0-3-16,5-6 0 15,-3-19-5-15,7-7 8 16,-11-3-6-16,-21-4-2 16,-9 1 3-16,-15 0 1 15,0 1 2-15,0 1-2 16,-37 6 9-16,-2 11 3 15,14 12-2-15,1 7 0 16,7 0-14-16,-2 0-3 16,-9 29-7-16,0 16-11 15,9 5-5-15,6 3-14 16,13-11-17-16,0-32-40 16,0-6-13-16</inkml:trace>
  <inkml:trace contextRef="#ctx0" brushRef="#br0" timeOffset="19741.6005">10814 8334 141 0,'-8'-2'75'15,"1"2"-41"-15,3 0 35 16,-4 0-53-16,-14 2-9 0,-12 27 6 15,4 6 6-15,-9 2 4 16,7 2 1-16,8 0-14 16,9-10-10-16,15-3 0 15,0 3-2-15,15-5-11 16,41-6-18-16,11-7-13 16,-1-11-9-16,9 0-14 15,-47-4-25-15,-11-15-23 16</inkml:trace>
  <inkml:trace contextRef="#ctx0" brushRef="#br0" timeOffset="20111.3025">11119 8395 76 0,'0'-32'70'15,"0"23"-24"-15,0 9 27 16,-13 0-27-16,-10 0-26 16,-1 28-17-16,5 7-3 0,-7 11 0 15,7 0 10-15,4-6 4 16,10-3 0-16,5-13-6 15,0-11-6-15,0-8-2 16,0-5 2-16,0 0-4 16,24 0 1-16,4-5 0 15,4-24 0-15,-4-4-4 16,0-8-5 0,-9 3 2-16,-10 5 5 15,-9 10 3-15,0 14 1 0,0 9 13 16,0 0 11-16,0 0 9 15,0 3-34-15,0 19-7 0,4 8 7 16,11 0 0-16,-2-5 0 16,0-8-5-16,12 3-17 15,5-10-8-15,15-4-16 16,-2-6 16-16,9 0-10 16,-1 0-27-16,-34 0 10 15,-6 0-57-15</inkml:trace>
  <inkml:trace contextRef="#ctx0" brushRef="#br0" timeOffset="20305.905">11539 8580 92 0,'0'0'67'16,"0"0"6"-16,0-6-3 15,0-4-17-15,-8-5 3 16,-5 0-9-16,-2-3-17 0,2-11-4 16,-2-1-2-16,2-3-12 15,13-7-5-15,0 6-7 16,0 0 0-16,0 8-4 15,28 3-9-15,9 10-26 16,-1 7-22-16,0 6-21 16,-21 0-45-16,-10 0-78 15</inkml:trace>
  <inkml:trace contextRef="#ctx0" brushRef="#br0" timeOffset="21078.9459">11647 8404 27 0,'17'31'50'0,"11"-3"-1"0,0 7-9 16,-3 4-17-16,-8-8 30 15,-4-1-38-15,-2-16 17 16,-7-5-24-16,1-9 0 16,-5 0 13-16,0 0 7 15,0 0 9-15,0 0 5 16,0-11-5-16,0-16-15 15,0-14-17-15,0-7 3 16,0-7-3-16,6 6-5 16,11 11-1-16,13 11-1 15,-15 16-4-15,13 11 0 16,0 0-3-16,0 0 0 0,4 11 2 16,-4 18-17-16,-9 7 5 15,-6 2 5-15,-9-5 8 16,-4-3 3-16,0-12-5 15,0-9 8-15,0-7 1 16,0-2 0-16,0 0 0 16,0 0 5-16,5 0 12 15,1-7 1-15,7-19-16 16,6-9-3-16,13-4-2 16,9-3-11-16,2 5-8 15,-2 9-2-15,-13 13 8 0,-13 15 2 16,-7 0-9-1,3 15 4-15,0 19 1 0,8 8 17 16,0-7 4-16,3-3 3 16,6-5 9-16,-5-12-14 15,-3-10 15-15,-3-5-13 16,-2 0-1-16,-2 0 7 16,6 0-3-16,5-14 0 15,8-11 0-15,0-4-7 16,-4-4-6-16,-5 3 6 15,-14-3-10-15,-5-4 9 16,-4 7 1-16,0 12 3 16,0 13 1-16,-4 5 11 15,-20 0-13-15,-3 34-2 16,-1 12-4-16,6 6 4 16,3-6 3-16,10-5 9 0,9-11 5 15,0-12-3-15,0-4-3 16,0-10-3-16,17 3 1 15,26 1-1-15,13-6 0 16,8 1-1-16,18-3-7 16,21 0-20-16,36 0-18 15,26-3-25-15,-94-7-54 16,2-4-47-16</inkml:trace>
  <inkml:trace contextRef="#ctx0" brushRef="#br0" timeOffset="21559.5102">14060 8217 23 0,'-11'19'47'0,"11"21"-11"16,0 9 4-16,6 8-14 16,16 7 3-16,-12 8 4 15,-5 4-7-15,-5-4 1 16,0-4-1-16,0-10-4 15,0-9 0-15,0-17-15 16,0-11-2-16,0-11 3 16,0-10-5-16,0 0 1 15,0 0 1-15,0 0 8 0,0-34 18 16,0-13-22 0,-15-20 1-16,-11-11-4 0,11-14-4 15,6 0 1-15,9 2-3 16,0 14 0-16,0 19-3 15,22 16 0-15,16 14-1 16,14 10 0-16,4 9-1 16,4 8 2-16,4 0 3 15,0 0 1-15,-8 17 1 16,-15 10 0-16,-13 4 4 16,-17-2-2-16,-11 5-3 15,0 2 0-15,-24 2 3 0,-21-2-4 16,-2-5 0-1,4-3-10-15,6-8-13 0,10-7-5 16,14-11-13-16,6-2-41 16,7 0-41-16,0-11-32 15</inkml:trace>
  <inkml:trace contextRef="#ctx0" brushRef="#br0" timeOffset="21879.255">14780 8206 49 0,'11'-7'187'0,"-11"7"-152"16,0 21-13-16,-15 21 8 16,2 8-29-16,9-1 5 0,4-6 9 15,0-8-3 1,0-6 1-16,0-3-5 0,0-15-5 16,17-3-2-16,7-5 1 15,-1-3 2-15,1 0-4 16,4 0 2-16,-7-14 1 15,-2-14-3-15,-6 0 0 16,-2-1 0-16,-11-4 1 16,0 1-1-16,0 1 3 15,0 0-1-15,-37 8 3 16,3 9 3-16,13 8 2 16,1 1-10-16,16 5-10 15,4 0-12-15,0 0-23 16,0 12-53-16,0 7-12 0</inkml:trace>
  <inkml:trace contextRef="#ctx0" brushRef="#br0" timeOffset="22100.725">15143 8513 120 0,'4'7'109'0,"0"-7"-38"16,-4 0 21-16,5-14-43 15,-1-10-25-15,-4-6 13 16,11-2-23-16,-3-4-10 16,16 2 1-16,-3-2-4 15,7 4-1-15,4 7-13 0,-4 10-24 16,11 9-32 0,-26 6-33-16,6 0-66 0</inkml:trace>
  <inkml:trace contextRef="#ctx0" brushRef="#br0" timeOffset="22675.3062">15936 8314 198 0,'-4'7'62'0,"4"-7"-31"16,0 1 24-16,0 11-55 15,11 11 4-15,10 15-4 0,3 6 15 16,-9-1 4-1,-7-2-7-15,-8-9-5 0,0-10-2 16,0-8 5-16,0-11-4 16,0-3 3-16,0 0 6 15,5 0 4-15,-1 0 3 16,2-20 1-16,-3-10-16 16,3-9-7-16,7-5 0 15,10-4-2-15,10 3-2 16,3 11-7-16,-8 14 2 15,4 16-1-15,-8 4-5 16,-5 0 2-16,2 18-3 16,-1 17-9-16,-12 6 7 0,-1 4 2 15,-7 0 6 1,0-12 3-16,0-7 7 0,0-12 0 16,0-13 2-16,0-1 10 15,0 0 8-15,0 0 2 16,0-1 3-16,0-22-14 15,13-8-10-15,0-8-1 16,10 0-1-16,9 2-1 16,-4 4 1-16,4 7 0 15,-12 12 0-15,-1 5 1 16,-15 9 3-16,-4 0 3 16,5 0-6-16,-1 0-4 0,0 23-1 15,0 6 3 1,3 7-3-16,-7 2-7 0,4 5-10 15,9-5-19 1,23-8-22-16,16-9 26 0,-24-21-29 16,8 0 15-16</inkml:trace>
  <inkml:trace contextRef="#ctx0" brushRef="#br0" timeOffset="23057.0321">17120 8306 159 0,'-36'-22'83'0,"16"20"-61"16,12 2 34-16,-1 0-42 16,-10 16-14-16,-5 25 0 15,-8 7 12-15,4 4 0 0,0 0 1 16,16-5-4 0,3-13 2-16,9-8-6 0,0-14-5 15,0-10 0-15,0-2-2 16,4 0 2-16,24 0 0 15,13-25 0-15,6-7 0 16,-6-5-3-16,-9-2-2 16,-4 6 5-16,-19 11 1 15,-3 2 0-15,-6 18 5 16,0 2 19-16,0 0-6 16,0 0 2-16,0 2-21 15,0 20-11-15,0 4 8 0,0 4 2 16,9-6-12-1,3-3-3-15,12-6-12 0,8-8-12 16,-4-7-29-16,9 0-7 16,-22 0 10-16,-7-7-32 15</inkml:trace>
  <inkml:trace contextRef="#ctx0" brushRef="#br0" timeOffset="23312.5464">17403 8376 14 0,'5'-30'110'0,"-5"24"-63"16,0 6 16-16,0 0-7 15,0 0-23-15,0 0-18 16,0 21-15-16,0 5-3 16,0 4 3-16,28-1 0 15,-1 4 0-15,6-6 1 16,-1-2 9-16,-4-3-2 0,-5-8 8 16,-6-4-7-16,-12-4-4 15,1-2 3-15,-2-4 1 16,-4 0-1-16,0 0 2 15,0 0-7-15,0 0-3 16,-15 0-4-16,-21 0-24 16,-1 0-27-16,18-4-66 15,2-11 74-15</inkml:trace>
  <inkml:trace contextRef="#ctx0" brushRef="#br0" timeOffset="23491.1581">17092 8000 231 0,'0'-59'134'0,"0"14"-123"15,52-3 39-15,8 6-21 16,0 10-17-16,-13 12-12 16,-15 13-11-16,5 7-27 15,-37 0-36-15,0 0-94 16</inkml:trace>
  <inkml:trace contextRef="#ctx0" brushRef="#br0" timeOffset="24279.1496">18740 8156 190 0,'0'-18'66'16,"0"15"12"-16,-15 0-20 16,-13 3-30-16,-4 0-14 15,-5 12-3-15,-4 24-6 16,3 16-3-16,1 7 1 15,14 4-1-15,14 0 0 0,9-8-1 16,0-14 3-16,0-10-4 16,4-11 0-16,29-16-2 15,5-4-4-15,-1 0 6 16,3-15 1-16,12-20 4 16,-1-9-4-16,3-4-1 15,-3-7-6-15,1-6-3 16,-16-11-2-16,-8-7-6 15,-13-10 0-15,-10 5 4 16,-5 11 8-16,0 20 1 16,0 29 4-16,0 22 7 0,0 2 7 15,-11 0-12 1,7 40-2-16,-1 19-3 16,5 13 3-16,0 4 2 0,0-1 1 15,0-3 4-15,0-16-4 16,15-12 3-16,17-11-1 15,1-12-2-15,-1-10 3 16,0-6 1-16,9-5-4 16,-3 0-3-16,3 0-2 15,0-27-12-15,-3-10-7 16,-5 1-4-16,-12-2-6 16,-10 8-4-16,-11 11 1 15,0 14 14-15,0 5 20 16,0 0 15-16,-15 22 3 0,-13 12-13 15,6 10 3-15,7 2 15 16,11-5-2-16,4-6 0 16,0-2 1-16,0-9-9 15,28-11 9-15,-4-2-4 16,-3-7-12-16,7-4 0 16,4 0-1-16,7 0 0 15,1-19 0-15,3-7-5 16,-2 2-10-16,-4 4-15 15,-5-2-37-15,-32 15-19 16,0 2 52-16</inkml:trace>
  <inkml:trace contextRef="#ctx0" brushRef="#br0" timeOffset="24878.8551">20732 8354 184 0,'0'0'61'0,"0"0"14"16,4 0-1-16,9 0-32 15,2 0-22-15,5-9-10 0,1-2-3 16,-2 11-3-16,1 0-2 16,-16 0-2-16,-4 0-2 15,0 0-2-15,0 11-3 16,-4 12 0-16,-28 2 3 15,-7-4-2-15,7-7 3 16,15-7 3-16,2-3 2 16,15-4 1-16,0 0 4 15,0 0 6-15,0-4 9 16,0-18-20-16,4-4-2 16,28 2-3-16,15-5-6 0,9-2-17 15,17 1-23 1,-45 19-46-16,0 2-29 0</inkml:trace>
  <inkml:trace contextRef="#ctx0" brushRef="#br0" timeOffset="25239.2941">21361 7896 4 0,'-37'0'214'0,"18"2"-205"15,2 40 13-15,6 7 28 16,7 7-40-16,4 2-2 16,0-2 6-16,0 2-12 15,0-13-1-15,19-9 4 0,9-12 1 16,4-12-4-16,0-7-1 16,-4-5-1-16,9 0 1 15,-1-18-1-15,7-19 1 16,-7-5 2-16,-8-5-1 15,-11-2-1-15,-6-3 1 16,-11-2 0-16,0 3-1 16,-15 3 4-16,-30 17-1 15,-2 9 7-15,6 12 2 16,5 10-13-16,8 0-6 16,4 0-10-16,9 26-25 15,15-13-40-15,0 3-37 0</inkml:trace>
  <inkml:trace contextRef="#ctx0" brushRef="#br0" timeOffset="25667.1971">22017 7915 133 0,'-64'56'36'16,"36"-7"10"-16,15-8-2 16,13 5-35-16,0 0 9 0,0-4-2 15,4-5 2 1,28-4-10-16,0-8-1 0,1-9-4 16,3-8-2-16,1-8-1 15,10 0 0-15,-7-11 3 16,8-25 3-16,-1-9 2 15,-6-4 13-15,-1-6-8 16,-7 4-7-16,-14 2 5 16,-11 0-6-16,-8 8 3 15,0 6-4-15,-8 9 8 16,-29 15 3-16,-6 9 7 16,-6 2-10-16,-2 0-12 15,-1 6-5-15,3 22 1 16,6 8-14-16,6 2-9 0,14-6-10 15,14-1-8-15,9-11-19 16,0-20-17-16,0 0-34 16</inkml:trace>
  <inkml:trace contextRef="#ctx0" brushRef="#br0" timeOffset="26064.0063">23182 7747 209 0,'15'-35'111'0,"-15"27"-78"16,0 2 70-16,0 6-30 16,0 0-41-16,0 0 1 15,0 0-3-15,0 3-17 16,0 30-5-16,0 15-6 16,0 12 6-16,4 5-3 15,4-3-2-15,3-5-3 0,-7-8-2 16,-4-6-7-16,0-11-8 15,0-2-14-15,0-1-12 16,0-8-5-16,0 2-2 16,0-5-21-16,0-18-21 15,0 0-50-15</inkml:trace>
  <inkml:trace contextRef="#ctx0" brushRef="#br0" timeOffset="34395.8535">5154 10664 202 0,'11'-12'71'0,"-11"7"-47"16,0 4 30-16,4-4-4 16,-4 5-22-1,0 0-1-15,0 0 3 0,0 0-6 16,0 0-3-16,0 0-2 15,0 0-1-15,0 0-5 16,0 0-6-16,0 0 0 16,0 0-7-16,0 0-1 15,0 0-7-15,0 11-2 16,0 14 4-16,-8 18 6 16,-31 6 2-16,-2 12-2 15,-6-1-3-15,-4 1 0 16,6 3-1-16,-3-14-3 0,10-1 0 15,1-8-3-15,-1-11 3 16,3-3-2-16,8-10-3 16,9-6 5-16,-1-4 3 15,6-7 0-15,5 0 2 16,-12 0 0-16,5 0-3 16,2-14-1-16,-4-11 6 15,7-14-2-15,1-7-3 16,9-12 1-16,0 2 0 15,0-5-4-15,0 8-5 16,0 6 6-16,21 4 1 16,18 11 4-16,-7 8 2 15,-4 6-4-15,-6 8 2 16,-5 10 2-16,-15 0 2 0,4 0 2 16,-4 0 4-16,16 0-3 15,9 14-2-15,12 20 17 16,15 9-6-16,1 1-4 15,3 8 2-15,-4 0-4 16,-15-3-1-16,1-6-5 16,-5-6 1-16,-7 0-2 15,-7-8-1-15,5-6 1 16,-9-5-1-16,-4-6 0 16,-5-8-6-16,3-1-11 15,-2 0-13-15,-1-3-9 16,9 0-19-16,-6 0-8 15,-11 0-20-15,7-3-33 0</inkml:trace>
  <inkml:trace contextRef="#ctx0" brushRef="#br0" timeOffset="34713.1117">5461 10778 170 0,'-6'-5'100'0,"6"-1"-45"16,0 1 10-16,0 3-18 0,0 2-19 15,0-4-2-15,6-1 0 16,28-1-6-16,5-4 2 15,12-1-12-15,-6 2-7 16,3 5-2-16,-6 4-1 16,-5 0-9-16,-9 0-35 15,-7 0-25-15,-10 9-23 16,-11 2-29-16,0-3-5 16</inkml:trace>
  <inkml:trace contextRef="#ctx0" brushRef="#br0" timeOffset="34965.4916">5455 11089 145 0,'-13'12'91'0,"13"-12"-40"16,6 0 1-16,43 0 3 15,16-19 7-15,-1 2-15 16,-17 1-18-16,-6 5-20 15,-5-1-8-15,3 6 0 16,-5 1-1-16,3-3-9 16,1 8-30-16,10-6-27 15,14 6-27-15,-51 0 21 16,8-4-113-16</inkml:trace>
  <inkml:trace contextRef="#ctx0" brushRef="#br0" timeOffset="38707.6194">6394 10493 79 0,'0'0'36'16,"0"0"0"-16,0 0 11 15,0 0-14-15,0 0-2 16,0 0 11-16,0 0-5 0,0 0-8 15,0 0-7-15,0 0-4 16,0 0-2-16,0 0-2 16,0 0-3-16,0 0 1 15,0 0-5-15,6-8-3 16,16-9-1-16,21-8-3 16,4-1-1-16,2-2-1 15,1 2 2-15,-3-1 0 16,-11 8 0-16,-4 2 0 15,-12 6-1-15,-12 4 0 16,-3 2-1-16,-5 5-3 16,0 0-8-16,0 0-9 15,0 0-12-15,0 0-21 0,0 0-55 16,0 0-50-16</inkml:trace>
  <inkml:trace contextRef="#ctx0" brushRef="#br0" timeOffset="39061.9792">7179 10552 163 0,'-13'11'73'15,"13"-11"-47"-15,0 0 37 16,0 0-25-16,4 0-15 16,29 0-15-16,9 0 20 15,10-11-4-15,-3 7-6 16,-2-2-10-16,-2 4-7 15,1 2-2-15,-10 0 1 16,-6 0-16-16,-4 0-30 16,-7 0-22-16,-19 0-36 15,0 0-40-15</inkml:trace>
  <inkml:trace contextRef="#ctx0" brushRef="#br0" timeOffset="39615.3454">6750 10365 52 0,'0'-4'41'15,"0"0"-30"-15,0 4-1 16,0 0-10-16,-19 0-10 16,-3 0-9-16,-1 0-4 15,-5 11-14-15,4 0 14 16</inkml:trace>
  <inkml:trace contextRef="#ctx0" brushRef="#br0" timeOffset="40088.3292">6750 10365 13 0,'-210'63'48'0,"203"-63"2"0,7 3 0 15,0-3 2-15,0 0-17 16,0 0 3-16,0 0 4 16,0 0 1-16,0 0-2 15,0 0-5-15,0 0-1 16,0 0-3-16,0-6-6 15,22-9-5-15,19-10-6 16,1-9-3-16,10-3-4 16,4 0-6-16,-5 7-1 15,-6 2-1-15,-8 9 0 0,-12 11 0 16,-12 4 0-16,-13 4 1 16,0 0-1-16,0 0 1 15,0 0 0-15,0 0-1 16,0 0 0-16,0 0 1 15,0 15-1-15,0 10 0 16,0 9 1-16,7 12 5 16,-7 9-1-16,0 10 4 15,0 11-2-15,0 5-1 16,0 6 1-16,0 1-5 16,0-7 0-16,0-10-1 15,0-17-1-15,0-16 0 16,0-14 0-16,8-14-1 0,-8-10 0 15,2 0 1 1,-2 0 0-16,0 0-1 0,0 0-7 16,0 0-14-16,11-7-15 15,6-27-10-15,18-9-27 16,-22 16-70-16,8 4-128 16</inkml:trace>
  <inkml:trace contextRef="#ctx0" brushRef="#br0" timeOffset="40575.2286">8054 10977 112 0,'-19'1'134'16,"17"-1"-89"-16,2 0 20 16,0 0 0-16,0 0-36 15,0 0-12-15,0-1 0 16,0 1-4-16,0-4-1 15,0 4-2-15,0 0-4 0,0 0-6 16,0 0-2-16,0 0-2 16,0 0 0-16,0 4 0 15,0 4 4-15,0-1-6 16,0-3 1-16,0-4 2 16,0 0 3-16,0 0 2 15,0 0 3-15,0 0 3 16,0 0 6-16,0 0 1 15,0 0 5-15,0 0-5 16,0-9-10-16,0-11-5 16,0-3-14-16,0-6-18 15,0-6-26-15,0 23-48 0,0 0-75 16</inkml:trace>
  <inkml:trace contextRef="#ctx0" brushRef="#br0" timeOffset="41085.6449">8565 10336 120 0,'8'-63'76'16,"-8"34"-34"-16,0 4 46 15,0 14-41-15,-15 6-16 16,-4 5 10-16,2 0-23 0,-16 0-18 16,-9 16-6-16,-8 31 1 15,-1 10 1-15,4 8 2 16,19-4 1-16,15-6 0 16,9-14 1-16,4-6 0 15,0-11 0-15,0-5 0 16,8-5 0-16,5-10 0 15,6-4 0-15,1 0-3 16,1 0 1-16,13 0 2 16,3-28-1-16,-1-7 1 0,3-9-1 15,-11 1-3-15,-15 7 2 16,-7 16 2-16,-6 10 1 16,0 10 7-16,0 0 9 15,0 0-12-15,0 38-5 16,0 20-6-16,9 15 6 15,-1 8 7-15,3 0-3 16,-2-3-3-16,1-14 1 16,7-11-2-16,-6-7-7 15,6-12-16 17,5-16-25-32,-14-18-40 0,1 0-53 0</inkml:trace>
  <inkml:trace contextRef="#ctx0" brushRef="#br0" timeOffset="41429.038">8946 10369 180 0,'-17'-18'84'16,"17"12"-53"-16,0-6 12 15,13-4-18-15,23-1-8 16,7 1 14-16,5 3-1 15,1 1-6-15,-4 6-10 16,-9 6-8-16,1 0-4 16,-9 0-2-16,-18 0-3 15,3 6 0-15,-2 30-7 0,-11 16-4 16,0 13 4 0,0 4 10-16,0 2 2 0,-11-2-1 15,-6-7-1-15,-2-6 1 16,6-1 0-16,11-8-1 15,-11-8-2-15,13-4-12 16,0-12-17-16,0-7-18 16,0-16-35-16,0 0-46 15</inkml:trace>
  <inkml:trace contextRef="#ctx0" brushRef="#br0" timeOffset="41632.6018">8871 10664 127 0,'-8'-17'88'0,"8"17"-74"16,75 0 19-16,21 0 24 15,9 0-19-15,-2 0-4 16,-15 0-3-16,-19 0-12 16,-18 0-17-16,-18 0-2 15,-6 0-10-15,-12 10-46 16,-15-8-49-16,0 0-115 15</inkml:trace>
  <inkml:trace contextRef="#ctx0" brushRef="#br0" timeOffset="42135.1766">5806 11493 126 0,'-30'13'55'0,"30"-13"-38"16,0 0 29-16,0 0-13 15,9 0-1-15,57 0 0 16,29 0 16-16,44 0-4 16,41-8 0-16,33-14-15 15,31-8-6-15,22-2-8 16,24-1-6-16,16-6-3 15,7 0 1-15,1-5 0 16,-23 3-5-16,-50 5 0 16,-66 12-2-16,-67 7 1 15,-57 9-1-15,-32 5 0 0,-19 3-4 16,0 0-2-16,0 0-15 16,0 0-16-16,0 0-7 15,0 0-7-15,0 0-13 16,0 0-23-16,0 0-36 15</inkml:trace>
  <inkml:trace contextRef="#ctx0" brushRef="#br0" timeOffset="42562.4772">7670 11560 114 0,'-47'16'94'16,"47"-16"-65"-16,17 0-2 15,37 0 22-15,23-11-8 16,7-4-10-16,-9 1 10 16,-9 4-8-16,-29 9-18 15,-25 1-15-15,-12 0 0 16,0 4-4-16,0 35-18 15,0 14 13-15,-19 12 8 16,-28-4 1-16,2-1 0 16,4-14 0-16,13-11 1 15,13-9 6-15,11-6 7 16,4-6 0-16,0-6-5 0,0 0-4 16,13 3 3-16,25-2 5 15,23-7 3-15,5-2-5 16,5 0-1-16,0 0-4 15,-9 0-6-15,-15 0 0 16,0-8-17-16,0-6-21 16,-2 0-20-16,-34 3-38 15,-2 4-10-15</inkml:trace>
  <inkml:trace contextRef="#ctx0" brushRef="#br0" timeOffset="42943.8052">10177 10812 187 0,'11'-12'72'15,"-2"12"-33"-15,10-3 29 0,9 0-27 16,8 1-12-16,7-4 13 16,17 1-13-16,-4-3-8 15,0-1-3-15,-5 1-15 16,-6 1-2-16,-2 3-1 15,-2 3-4-15,-13-4-26 16,-9 5-10-16,-10 0-14 16,-9 0-29-16,0 0-53 15,-2 6 123-15</inkml:trace>
  <inkml:trace contextRef="#ctx0" brushRef="#br0" timeOffset="43163.3749">10197 11211 107 0,'0'11'131'0,"0"-11"-85"16,8 0 12-16,42-7 21 16,5-8-33-16,-1-5-14 15,-20 6-15-15,-6 9-14 16,-4-4-3-16,-3 9-4 15,7 0-32-15,4 0-39 16,-25 0-57-16,-3 0 16 16</inkml:trace>
  <inkml:trace contextRef="#ctx0" brushRef="#br0" timeOffset="43718.3233">12016 11031 182 0,'-13'-5'38'0,"13"5"-16"0,0 0 29 16,0 0-45-16,0 0-4 15,0 0-2-15,0 12 0 16,0 8-3-16,-5 2 2 16,-22-1-3-16,-4-8 4 15,4-1 2-15,-1-8 0 16,6-4 7-16,9 0 16 15,-6 0 12-15,17-11-7 16,-9-4-1-16,11 0-3 16,0 8-5-16,0 2-5 15,0-1-7-15,0-2-9 0,11 4 0 16,23 3-6 0,-6 1 4-16,0 0 1 0,-13 0 1 15,-15 0-3-15,0 0 1 16,0 0-2-16,0 0-5 15,0 0-1-15,0 0 1 16,0 7 7-16,-11 2 0 16,-6 2 0-16,-4-3-6 15,-1 3-10-15,-1-3-12 16,12-1-13-16,5-7-36 16,6 0-48-16</inkml:trace>
  <inkml:trace contextRef="#ctx0" brushRef="#br0" timeOffset="44145.9712">12500 10545 182 0,'0'0'87'0,"0"0"-41"16,0 0 20-1,0 0-41-15,0 0-21 0,0 15 2 16,7 27 11-16,10 9 14 15,-2 9-10-15,-7 8-4 16,3 3-4-16,-11 4-5 16,0-6-5-16,0-7-1 15,0-8-2-15,0-11 0 16,0-10-2-16,0-10-4 16,0-12 1-16,0-4 0 15,0-7-3-15,4 0-11 16,1 0-19-16,3 0-23 0,-3-3-7 15,5-12-27-15</inkml:trace>
  <inkml:trace contextRef="#ctx0" brushRef="#br0" timeOffset="44717.2089">13019 10538 189 0,'5'-14'65'0,"-5"14"-19"16,0 0 17-16,0 0-48 16,0 10-5-16,0 19-2 15,0 16 16-15,0 4-14 16,-18 2 2-16,-9 1-2 15,7-9-6-15,10-8 0 16,-3-8-2-16,8-13 0 16,5-7-2-16,0-3-1 15,0-4 1-15,0 0 0 16,0 0 1-16,5 0 0 16,38 5 1-16,-3-2-1 15,16 3 0-15,0-5 0 16,-11 6-1-16,2-2 0 0,-10 4 0 15,-10 1 0-15,-3-2-1 16,-11 2-2-16,-2 3-1 16,-11-2-3-16,0 3-5 15,0 1 2-15,0 4 7 16,-5 0 3-16,-29-1 2 16,-2-1 2-16,-5-4 0 15,-2-2 1-15,6-3 5 16,-3-6-1-16,8 3-3 15,4-5 1-15,4 0-4 16,13 0-2-16,-6 0-1 16,6 0-4-16,-1 0-8 15,-1 0-11-15,-2 0-26 16,10 0-25-16,5-7-32 0,0-4-91 16</inkml:trace>
  <inkml:trace contextRef="#ctx0" brushRef="#br0" timeOffset="45525.674">12151 10738 97 0,'0'-3'74'0,"0"3"-43"15,-5 0 18-15,1 0-25 0,-7 10-16 16,3 26 1-1,-1 13 29-15,-6 5-30 0,11 3 4 16,0-1 1-16,4-8-3 16,0-11-3-16,0-5-2 15,4-8 0-15,28-4 3 16,-4-6 4-16,8-8-1 16,3-6-3-16,2 0 3 15,4 0-2-15,6-28 0 16,-1-8-5-16,-12-4-2 15,7-6-2-15,-25-5 0 16,-1-7-2-16,-19-2 2 16,0-2 0-16,0 3-3 15,-39 7-1-15,-10 12-2 16,2 13-2-16,10 12 3 0,5 15-2 16,-4 0-2-16,-5 0-4 15,-6 19-7-15,-5 15-4 16,7 5-9-16,2 4-16 15,20-1-22-15,23-29-22 16</inkml:trace>
  <inkml:trace contextRef="#ctx0" brushRef="#br0" timeOffset="46131.6238">13148 10498 55 0,'-4'-7'59'0,"4"3"-6"0,0 2 11 31,0-2-18-31,0 4 1 0,0 0 1 0,0 0-4 16,0 0-13-16,0 0-6 15,0 0 0-15,0 0-11 0,0-4-3 16,51-2 2-16,14-2 0 16,10 0-3-16,-11 2 0 15,-2 5-6-15,-19-4-4 16,-15 5 0-16,-9 0 0 16,-6 0-5-16,-2 0-19 15,-7 0-9-15,-4 0-29 16,0 0-50-16,0 0-140 15</inkml:trace>
  <inkml:trace contextRef="#ctx0" brushRef="#br0" timeOffset="49567.9679">3921 13014 234 0,'-2'-8'44'16,"2"8"-41"-16,0 30 5 16,2 32 14-16,34 19 7 15,-8-2-13-15,-4-5-8 16,-1-10-2-16,-10-12-2 15,-4-6-3-15,-3-11 1 16,-6-4-2-16,0-12 0 16,0-6-14-16,0-2-30 15,0-11-43-15,0 0-28 16</inkml:trace>
  <inkml:trace contextRef="#ctx0" brushRef="#br0" timeOffset="49874.9545">3687 12922 99 0,'30'-50'34'15,"43"43"-12"-15,28 7 29 16,2 0-19-16,13 0 7 16,10 29-13-16,-14 21 9 15,-22 12-19-15,-26 12-7 16,-21 7-3-16,-39 3-6 0,-4 0 0 15,-8 1-3 1,-59-7 3-16,-12-8-5 16,-5-7 0-16,3-15 5 0,16-11-1 15,10-14 2-15,18-12-1 16,9-11 0-16,9 0-5 16,10-18-15-16,9-32-9 15,0-9-14-15,0 28-38 16,20 7-18-16</inkml:trace>
  <inkml:trace contextRef="#ctx0" brushRef="#br0" timeOffset="50460.731">4762 13253 142 0,'0'-38'79'16,"0"22"-54"-16,0 4 27 0,0 10-9 15,0 2-25 1,0 0-5-16,0 0-9 0,-11 8-4 16,-8 28-4-16,-7 10 4 15,5 4 3-15,12-5 1 16,2-9-1-16,7-7 2 16,0-7-4-16,0-6-1 15,0-6 0-15,24-1-1 16,8-7 1-16,3-2-6 15,1 0-4-15,11 0-6 16,-2-19-6-16,2-12-12 0,1-11 0 16,-5 1-7-1,-7-2 11-15,-12-2 14 0,-5 1 14 16,-15 2 2-16,-4 18 5 16,0 10 18-16,0 13 18 15,0 1 13-15,0 0-8 16,0 0-18-16,0 0-11 15,0 0-9-15,0 11-2 16,-4 7-6-16,4 4-3 16,0 5 1-16,0 8-1 15,0-2 3-15,32-1 0 16,0-2 0-16,0-5 0 16,-4-6 0-16,-13 0 1 15,-6-8-1-15,-9-2 0 0,0 3 0 16,0 0 1-16,0 4-1 15,-24-7 3-15,-14 3 0 16,-1-1-3-16,-15-4-1 16,14-7-4-16,1 0-5 15,13 0-14-15,11 0-25 16,15 0-37-16,0 0-54 16</inkml:trace>
  <inkml:trace contextRef="#ctx0" brushRef="#br0" timeOffset="50836.3974">5570 13783 33 0,'-13'64'66'16,"-10"-48"-24"-16,14-4 7 16,7-9-17-16,2-3-7 15,0 0-7-15,-8 0 14 16,-1-11 10-16,-2-25-27 15,-6-15-6-15,0-8 0 16,4-13-5-16,4-2 1 16,3 5 0-16,6 7 0 15,0 10 0-15,0 7-3 16,9 13-2-16,10 11 3 16,-4 10 5-16,-4 3-2 0,6 8 2 15,-6 0-2 1,16 0-5-16,1 0-1 0,5 14 0 15,1 12 1-15,-13 5-1 16,-6-1-6-16,-10-4-3 16,-5 2-2-16,0-1 2 15,0-3-13-15,0-2-25 16,0-19-37-16,0-3-32 16</inkml:trace>
  <inkml:trace contextRef="#ctx0" brushRef="#br0" timeOffset="51112.7004">6010 13283 115 0,'17'-36'117'0,"-17"15"-81"15,0-3 26-15,0 5-22 16,0 2-36-16,0 6 0 16,0 11 15-16,0 0-6 15,0 0 6-15,-13 8-19 16,-10 28-3-16,6 8-1 15,-5 4 4-15,1 2 7 16,8-10-3-16,13-10 1 16,0-6 0-16,0-11-5 15,0-2-1-15,0-8-2 16,34-3-31-16,5 0-8 0,12 0-19 16,9-14-30-16,-40-1-19 15,-3-1 69-15</inkml:trace>
  <inkml:trace contextRef="#ctx0" brushRef="#br0" timeOffset="51391.96">6010 13283 47 0,'328'172'46'0,"-313"-121"-11"16,-2 3 22-16,2-3-18 15,-4-2-13-15,-9-3-14 16,-2-8 0-16,0-7-5 16,0-7 1-16,0-5-6 15,0-6-2-15,0-11-3 16,0-2-21-16,0 0-12 0,0-13 4 15,0-24 1 1,0-18 20-16,-9-8 11 16,5-12 8-16,-5-4 4 0,1 3 2 15,1 11 9-15,7 10 6 16,0 15 1-16,0 8-8 16,7 7-11-16,21 6-11 15,2 7 0-15,13 8-20 16,-3 4-26-16,-27 0-24 15,2 0-41-15</inkml:trace>
  <inkml:trace contextRef="#ctx0" brushRef="#br0" timeOffset="52140.9022">6634 13199 7 0,'4'3'81'16,"-4"-3"-27"-16,0 0 15 16,0 0-10-16,0 2-19 0,-12 9-7 15,-12 11-10-15,-4 14-14 16,0 6-5-16,5 8 3 15,12-7-2-15,4-7-2 16,7-10 0-16,0-13-3 16,0-4-1-16,0-7 1 15,7-2-4-15,14 0 0 16,14-2 2-16,8-27 1 16,-1-9-4-16,-1-6-3 15,-13-2 1-15,-9 8 5 16,-6 8 0-16,-13 16 2 15,0 12 3-15,0 2 7 16,0 0 8-16,0 0-14 0,0 18-4 16,0 15 0-16,0 2 1 15,0 4 4-15,11-9-5 16,10-9 0-16,7-4-1 16,7-10-4-16,1-3-20 15,11-4 3-15,11 0 7 16,7-25-18-16,7-11-18 15,-14-5 3-15,-2 3 34 16,-19 6-18-16,-16 10 32 16,-6 14 0-16,-15 8 14 15,0 0 12-15,0 0-1 16,0 22-5-16,0 10 8 16,0 4 5-16,0-3-15 15,0-9 0-15,0-10-6 0,0-9 10 16,0-5-7-16,0 0 4 15,4 0-1-15,5 0 6 16,-3 0 2-16,-1-13-14 16,3-10-3-16,12-8-9 15,3-11 0-15,9-7-2 16,-6 11-2 0,0 12-3-16,-13 14-1 0,-5 12 4 15,-8 0 0-15,0 0-3 16,7 0-2-16,6 8 9 15,2 11 3-15,4 4 7 0,-4 3-3 16,6 2 3 0,1-2 1-16,-5 0-3 0,2-2 2 15,1-6-3-15,-8-1-7 16,-3-6 1-16,2-3 0 16,-7 3-1-16,5-4-12 15,1 4-21-15,3 0-13 16,-4 3-5-16,-9-12-79 15,0-2 16-15</inkml:trace>
  <inkml:trace contextRef="#ctx0" brushRef="#br0" timeOffset="53692.8314">11940 12484 163 0,'-6'-5'123'0,"6"3"-75"15,0 2 4-15,0-4 11 16,0 4-32-16,0-3-20 16,0-1-2-16,0 4 2 15,32-7-4-15,22-1 1 16,25-3 14-16,13-4-4 16,3 1-8-16,-5 3-2 0,-6 3-2 15,-20 3-2 1,-13 3-4-16,-23 2 0 0,-13 0 0 15,-10 0-2-15,-5 0-3 16,0 0-1-16,0 29-12 16,0 16 7-16,0 9 5 15,-15 2 2-15,-26 4-3 16,-6 2 1-16,2 2-1 16,-3-8 5-16,10-2 1 15,-1-3 1-15,5-8 0 16,17-4 0-16,8-8 0 15,5-9-1-15,4-4-2 16,0-2 0-16,0-8-1 0,0 0 2 16,0-5 1-16,0 2 1 15,28-2 0-15,12-1 6 16,25-2 4-16,8 0-1 16,15 0-3-16,-5-10-1 15,-3-19-2-15,-16 5 1 16,-13 4-2-16,-8 1-2 15,-21 5-1-15,-9 6-9 16,0 0-10-16,-13-3-7 16,0-3-20-16,0 1-20 15,0 8-57-15,0-1-27 16</inkml:trace>
  <inkml:trace contextRef="#ctx0" brushRef="#br0" timeOffset="54003.6034">12211 12750 92 0,'-9'0'89'0,"9"0"-44"15,0 0 16-15,0-1-17 0,17-2-29 16,30 3 20-16,22-3 9 16,-5 3-10-16,12-3 0 15,-8 1-13-15,-12 2-14 16,0 0-5 0,-16 0-2-16,-1 0-4 15,-2 0-25-15,-16 0-32 0,-21 0-48 16,0 0-62-16</inkml:trace>
  <inkml:trace contextRef="#ctx0" brushRef="#br0" timeOffset="54649.8014">13112 13247 174 0,'-5'0'69'0,"5"0"-3"15,0 0-12-15,0 0-32 16,0 0-8-16,0 0 8 16,0 0-3-16,0 0-17 0,5 0-2 15,-5 0-2-15,0 0 0 16,0 0-2-16,0 0-9 15,0 4-14-15,0-4 4 16,0 0 21-16,0 0 2 16,0 0 7-16,0 0 10 15,0 0 12-15,0 0-3 16,0 0-1-16,0 0-3 16,0 0-12-16,0 0-7 15,10-6-3-15,7-2-5 16,16-6-16-16,-1 1-35 15,-17 5-40-15,-7 3-59 0</inkml:trace>
  <inkml:trace contextRef="#ctx0" brushRef="#br0" timeOffset="55146.469">13620 12920 149 0,'-22'-4'97'0,"16"4"-70"0,-3 0 30 16,-3 4-37-16,-8 29-20 15,-3 9 4-15,-1 2 5 16,11-3-4-16,5-3-4 16,8-8 4-16,0-10-3 15,0-3 4-15,0-12 3 16,8-2 4-16,20-3-1 16,9 0 1-16,5 0-3 15,8-19-5-15,1-7-5 16,1-8-1-16,-16 0-4 0,-8-6-3 15,-4 3 0 1,-20-1 5-16,-4 4 3 0,0 1 0 16,0 11 1-16,0 9-1 15,-19 4-1-15,1 9-2 16,-1 0-3-16,-4 0 1 16,-10 0-1-16,-3 11 3 15,-1 14-7-15,-1 5-6 16,10 3-18-16,0 4-26 15,24-24-16-15,4-4-35 16</inkml:trace>
  <inkml:trace contextRef="#ctx0" brushRef="#br0" timeOffset="55403.8059">14049 12822 109 0,'0'-9'141'16,"2"9"-88"-16,-2 0-3 15,0 0-5-15,0 0-35 16,0 26 2-16,0 5 6 16,0 4-10-16,0 1-4 15,0 2-4-15,0-5-6 16,0 0-14-16,0-4-20 15,-2-10-8-15,2-17-27 0,0-2-49 16</inkml:trace>
  <inkml:trace contextRef="#ctx0" brushRef="#br0" timeOffset="55787.2533">14587 12719 113 0,'9'-20'154'16,"-9"20"-93"-16,0 0-8 16,0 0-23-16,0 0-30 15,-24 11-2-15,-17 14-2 16,9 2 4-16,4 2-1 0,16 0-1 16,12-2-3-1,0 2 4-15,0-2 1 0,0-5 0 16,25 3-3-16,22-7 3 15,3 0 0-15,-7 2 0 16,-11-9 1-16,-9 1-1 16,-10-8 0-16,-13-1 0 15,0 0 0-15,0 3 0 16,0 5 4-16,0 2 1 16,-25 3-2-16,-14 0-3 15,-2-5-3-15,0-2 2 16,1-7-2-16,1-2-6 15,11 0-7-15,13 0-19 16,13-9-59-16,2-7-48 0</inkml:trace>
  <inkml:trace contextRef="#ctx0" brushRef="#br0" timeOffset="55988.5241">14471 12699 141 0,'7'-13'119'15,"-1"10"-60"-15,16 1-6 16,8-3-18-16,17 5-15 16,9-1 23-16,-3-2-11 15,-6 3-4-15,-10 0-20 16,-13 0-8-16,-5 0-1 16,-11 0-21-16,-8 0-38 0,0 9-54 15,0-2-70-15</inkml:trace>
  <inkml:trace contextRef="#ctx0" brushRef="#br0" timeOffset="56790.5196">11623 13703 167 0,'0'7'55'16,"0"-7"-15"-16,0 0 31 0,4 0-32 16,59 0 0-16,33 0 12 15,33 0-23-15,38-8-7 16,45-10-7-16,29-1-6 16,42-5-3-16,26-3 4 15,-1-1 2-15,3-4-7 16,-25 3-3-16,-31 2-1 15,-43 2 1-15,-36 3-1 16,-51 8 0-16,-42 4 0 16,-38 4 0-16,-17 4 0 15,-17 0 0-15,-7-4 2 16,0 1 3-16,3 1 9 16,-1-2-3-16,1 4-6 0,-3 2-2 15,-4 0-3 1,0 0 1-16,0 0-1 0,0 0-7 15,0 0-23-15,0 0-26 16,-11 0-38-16,-14 0-42 16</inkml:trace>
  <inkml:trace contextRef="#ctx0" brushRef="#br0" timeOffset="57614.7237">12146 14453 120 0,'-10'0'117'16,"10"0"-73"-16,0 0 3 15,0 0-14-15,0 35-31 16,6 17 8-16,35 13 20 0,0 3-17 15,1 0 0 1,-1-11-6-16,-6-9 0 0,-10-13-1 16,-3-14 1-16,-7-7-1 15,0-11-6-15,-7-3 1 16,-3 0 1-16,8 0 1 16,2-3-3-16,8-26-1 15,9-14 0-15,0-21-15 16,-12-6-10-16,-12-17 0 15,-8-3-4-15,0-2-7 16,0 6-2-16,-17 13 11 16,-11 15 5-16,5 27 23 15,8 14 1-15,6 15 17 16,9 2 5-16,0 0-6 16,0 0-8-16,0 0-9 0,17 0 0 15,41 0 15-15,15 5 19 16,15-2-6-16,19-3 0 15,3 0 9-15,21 0-8 16,6-3-8-16,9-17-3 16,-7 4 0-16,-21 0-13 15,-26 5-4-15,-23 0-1 16,-9 7-17-16,-13-2-25 16,-19 2-13-16,-11 4-17 15,-17 0-67-15,0 0-12 0</inkml:trace>
  <inkml:trace contextRef="#ctx0" brushRef="#br0" timeOffset="58170.3577">13251 14426 142 0,'-15'49'53'16,"15"-15"16"-16,0 5 9 15,15 1-48-15,13 1-14 16,0-2-8-16,-5-8-1 0,-1 0 1 16,-11-15-8-1,-3-6 2-15,-1-6-3 0,-5-4 2 16,-2 0 1-16,10 0 10 15,5 0 0-15,3-25 2 16,9-13 3-16,14-15-13 16,0 1-4-16,6 0-1 15,0 7-4-15,-2 9-1 16,-4 11 0 0,-13 7 3-16,-4 12 2 0,-14 0 1 15,-1 6 0-15,-9 0 6 16,0 0-6-16,0 0 0 0,8 0-6 15,12 6 4 1,3 12 2-16,-5 7 3 0,9 1-1 16,-12 4 2-16,-2 1-1 15,-2 2 6-15,-9-4-1 16,-2 1 0-16,7 0-4 16,-3-4 0-16,2-4-4 15,1-2 4-15,-3-4-4 16,7-2-4-16,-5-5-14 15,-4 2-2-15,-2 0-16 16,5-4-24-16,-5-7-57 16,0 0-21-16</inkml:trace>
  <inkml:trace contextRef="#ctx0" brushRef="#br0" timeOffset="59976.9841">10482 13278 119 0,'-11'-9'128'0,"11"9"-68"15,0-5-3-15,0 2 10 16,0 3-35-16,0 0-8 0,0 0-2 15,0 0-3 1,0 0-13-16,0 0-6 0,15 0-6 16,22 22 4-16,14 13 2 15,5 8 2-15,-11 7-2 16,-2 1 1-16,-15-2-1 16,-17-2-6-16,-11-4 0 15,0-1-2-15,0-3 2 16,0-6 3-16,-35-4-1 15,3-9 0-15,-4-1 1 16,-1-7-5-16,-1-5 7 16,1-7 1-16,-2 0 1 15,3 0-1-15,0-27-7 16,-12-15 2-16,-7-7 4 0,-5 1-2 16,-1-4-3-16,12 1-4 15,6 1 5-15,13 2 3 16,11 5 1-16,10 7-1 15,3 9 1-15,6 12 1 16,0 3 1-16,0 4-1 16,0 5 0-16,34-3-5 15,31 4 5-15,16-2 3 16,11 0 5-16,11-4 2 16,9-1 2-16,4-2 2 15,2-1-6-15,-3-2-1 16,-3 1 0-16,-20-2-5 15,-17-1 1-15,-6 5-2 0,-16 0 0 16,-14 5 1-16,-11 0-2 16,-19 6 0-16,-9-6 0 15,0 3-4 1,0 3-16-16,0 0-19 0,0 0-30 16,0 0-53-16,-5 0-128 15</inkml:trace>
  <inkml:trace contextRef="#ctx0" brushRef="#br0" timeOffset="60614.7691">9982 13023 66 0,'-15'8'75'0,"15"-8"-39"15,0 0 16-15,0 0 3 16,0 0-23-16,0 0-5 16,0 0 1-16,0 0-3 15,11-14 6-15,2-8 7 16,10-11-13-16,10-7-12 15,5-3-7-15,12 3-4 16,-3-1 0-16,-2 10-2 16,-9 10 0-16,-8 5 0 0,-11 7 0 15,-10 7 0 1,-7 2 1-16,0 0-1 0,0 0-2 16,4 0-3-16,13 0-1 15,11 12 0-15,15 17 6 16,13 0 10-16,12 4-1 15,7-3-1-15,3-6-1 16,-3 1-3-16,-11-6-1 16,-8-6-1-16,-20-2 0 15,-12-8-2-15,-9 0 0 16,-7-3 0-16,-3 3-12 16,-5-1-21-16,0 0-25 15,0-2-45-15,0 2-65 16</inkml:trace>
  <inkml:trace contextRef="#ctx0" brushRef="#br0" timeOffset="63069.544">15471 12998 193 0,'-19'3'61'0,"19"-3"-14"16,0 0 32-16,0 0-33 15,0 0-31-15,0 0 6 16,0 0 8-16,0 0-2 16,8 0-13-16,16 0-5 15,19 0-1-15,10 0 2 16,7 0-6-16,11 0-3 15,-7 0 0-15,-4 0-1 16,-12 0-1-16,-23 0-17 16,-5 0-21-16,-20 0-30 15,0 0-42-15,0 0-58 0</inkml:trace>
  <inkml:trace contextRef="#ctx0" brushRef="#br0" timeOffset="63293.1484">15404 13300 179 0,'-8'14'52'0,"8"-14"-15"16,8 1 25-16,48-1-13 16,19 0 5-16,2 0-4 15,3 0-7-15,-12 0-17 16,-8 0-16-16,-8 0-7 0,-20-1-3 15,-4 1-8 1,4 0-47-16,-32 0-50 0,0 0-70 16</inkml:trace>
  <inkml:trace contextRef="#ctx0" brushRef="#br0" timeOffset="64438.6369">16741 13310 112 0,'0'-8'103'0,"0"8"-75"16,0 0-2-16,0 0 16 16,10 0-7-16,7 0-12 0,-10 0-6 15,-7 0-4-15,0 0-5 16,0 0-2-16,0 0-3 16,0 0 0-16,0 0 1 15,0 0-2-15,0 0 4 16,0-2 5-16,0-1 0 15,0-5 13-15,0-3 0 16,0 0-9-16,0-3-9 16,9 1-2-16,14 6-4 15,-6 0-5-15,7 4 0 16,-9 3 0-16,-2 0 4 16,0 0-2-16,-7 0 0 15,-6 0 0-15,0 0-1 16,0 12 0-16,0-2-4 15,0 3 4-15,-6 2 0 0,-20 3-5 16,-8-2-6-16,1 2-16 16,1-6-16-16,28-12-21 15,0 0-72-15</inkml:trace>
  <inkml:trace contextRef="#ctx0" brushRef="#br0" timeOffset="64844.9151">17667 12839 53 0,'9'-19'201'0,"-9"19"-174"16,0 0 8-16,-5 4 13 16,-31 31-41-16,-3 15-5 15,7 3 7-15,4 8 0 16,15-4-7-16,13-6 2 15,0-8 0-15,0-7-1 16,13-9 5-16,30-9 1 16,-2-6-5-16,6-12 4 15,3 0 5-15,1 0-2 16,0-30 1-16,-1-5-2 16,-3-12-6-16,-6-7-1 15,-13 4 1-15,-18-3-2 16,-10 5 1-16,0 7-3 0,-32 2-5 15,-24 12-1 1,-8 11-8-16,-7 13 1 0,-2 3-2 16,3 3-1-16,10 29-14 15,19 12-3-15,17 3-19 16,24 1-25-16,0-32-21 16,0-1-32-16</inkml:trace>
  <inkml:trace contextRef="#ctx0" brushRef="#br0" timeOffset="65218.4751">18476 12870 157 0,'8'-18'57'0,"-8"18"7"16,-17 0-16-16,-30 29-38 15,6 15 4-15,-2 2 4 16,15 9-5-16,20-6 7 15,8 1-15-15,0-9-1 16,0-8 4-16,23-9 0 16,14-10 0-16,10-8 0 15,7-6 0-15,2 0 1 16,8-3 0-16,7-29-3 16,-7-10-4-16,-4-3-2 15,-13-5-7-15,-15-1-6 16,-14 3 6-16,-18 4 4 15,0-1-3-15,-5 14-2 0,-46 9-3 16,-3 12 2-16,-6 10-6 16,-11 0 8-16,3 2-8 15,-12 30-4-15,7 5-11 16,3 5-18-16,10-4-14 16,47-27-26-16</inkml:trace>
  <inkml:trace contextRef="#ctx0" brushRef="#br0" timeOffset="66143.8463">19525 12740 141 0,'0'-5'136'0,"0"1"-80"16,0 4 16-16,0 0-13 15,0 0-43-15,0 0-8 16,0 0 3-16,0 15-11 16,0 14 1-16,0 16 9 15,-9 0-5-15,-6 4 0 16,2 2-3-16,5 1 2 15,3-6-2-15,-1-5-1 16,6-4 0-16,0-12-1 0,0-6 0 16,0-5 0-16,0-9 0 15,0-5 0-15,0 0 0 16,0 0 1-16,0 0 1 16,0 0-1-16,0 0 0 15,0 0 0-15,0 0 0 16,0 0-1-16,0 0 0 15,0 0 0-15,0 0 1 16,0 0-1-16,0 0 0 16,0 0 0-16,0 0-1 15,0 4 1-15,0-4-1 16,0 0 0-16,0 2 0 0,0 0 0 16,0 4 1-16,0 2 0 15,0 1 0-15,0-1 0 16,0 2 0-16,0-2-2 15,0 0 0-15,0 1-2 16,0-4 1-16,0-3 2 16,0-2 1-16,0 0 0 15,0 0 2-15,0 0 1 16,0 0-1-16,0 0 0 16,0 0 0-16,0 0-1 15,0 0 0-15,0 0 0 16,0 0 1-16,0 0-1 15,0 0 0-15,0 0-1 0,0 0 0 16,0 0-1-16,0 0 1 16,0 0 0-16,0 0 0 15,0 0 0-15,0 0 1 16,0 0-1-16,0 0 0 16,0 0-1-16,0 0 1 15,0 0-1-15,0 0 1 16,0 0 0-16,0 0 0 15,0 0 0-15,0 0 1 16,0 0-1-16,0 0 0 16,0 0 0-16,0 0-1 15,0 0-1-15,0 0-3 0,0 0-3 16,0 0-5-16,0 0-3 16,0 0-9-16,0 0-10 15,0 0-10-15,0 0-7 16,0 0-20-16,-9 0-36 15,1 0 4-15</inkml:trace>
  <inkml:trace contextRef="#ctx0" brushRef="#br0" timeOffset="68857.2244">6829 16557 210 0,'-28'6'82'0,"28"-6"-74"15,0 0 13-15,41 0 13 16,43 0-1-16,17 0 3 16,10 0-11-16,-4 0-8 15,-19 0-13-15,-10 0-3 16,-23 0-1-16,-18 0-5 16,-18 0-30-16,-19 23-42 15,0-12-74-15</inkml:trace>
  <inkml:trace contextRef="#ctx0" brushRef="#br0" timeOffset="69051.155">6954 16877 191 0,'0'16'46'16,"8"-16"-14"-16,74 0 46 15,1 0-22-15,3 0-16 16,-2-10-13-16,-15 4-20 15,-5-2-5-15,-2-3-2 16,-6-3-24-16,-9-9-39 16,-36 11-41-16,-5-5-59 15</inkml:trace>
  <inkml:trace contextRef="#ctx0" brushRef="#br0" timeOffset="69328.6572">7694 16212 154 0,'0'0'51'16,"40"0"-36"-16,48 23 60 15,5 15-20-15,-10 4-11 16,-14-2-17-16,-20 6-4 16,-19 3-14-16,-21 5 5 15,-9 5-8-15,0-1 1 0,-4-1-2 16,-37 0 0-1,-9-2-5-15,-12-5-1 0,7-8-6 16,-3-7-3-16,0-9-3 16,2 0-4-16,7-10-16 15,6-8-16-15,34-8-47 16,5 0-67-16</inkml:trace>
  <inkml:trace contextRef="#ctx0" brushRef="#br0" timeOffset="71229.351">11614 16557 154 0,'0'-6'115'0,"0"6"-69"15,0-3 5-15,0 3 7 16,0 0-31-16,0 0-18 16,0 0 8-16,0 0-4 15,0 3-13-15,5 32-5 16,10 22 3-16,6 11 2 15,-1 5 4-15,-3-8-3 16,2-8-1-16,-4-12 1 16,-2-14-1-16,-5-9 0 0,-1-11 0 15,-3-9-1 1,-4-2-1-16,4 0-1 16,1 0 1-16,1 0-3 0,-4 0 3 15,-2-8 2-15,0-29 4 16,0-16-4-16,0-8-1 15,11-7 1-15,-2 1-3 16,14 11 0-16,9 7 1 16,3 6 0-16,3 10 0 15,-6 11 1-15,-12 10 1 16,-7 11 5-16,-3 1-5 16,3 0-2-16,7 19 0 0,7 18 2 15,6 18 6 1,-10 5 4-16,-6 3-5 0,3 1-1 15,-12-4-3-15,1-8 3 16,2-6-4-16,-3-11 1 16,1-8-1-16,-3-9-3 15,3-3-12-15,4-9-16 16,6-4-24-16,15-2-7 16,-21 0-24-16,4-8-44 15</inkml:trace>
  <inkml:trace contextRef="#ctx0" brushRef="#br0" timeOffset="72097.081">12895 16531 175 0,'-22'2'56'16,"22"-2"-2"-16,0 0 17 0,0 0-31 15,0-7-31 1,0-18 13-16,3 1-4 0,16-6-12 15,7-1 5-15,-7 12-3 16,5-1-4-16,3 6-4 16,-7 6 0-16,-3 8-1 15,7 0-4-15,8 0 0 16,15 0 2-16,4 5 3 16,14 12 2-16,3-1-2 15,-3-5 1-15,-1-3 0 16,2-5 1-16,-16-3 5 15,1 0-1-15,-10 0-1 16,2 0 0-16,-11 0-2 16,-8-14 0-16,4 1-3 15,-7-2-9-15,-2-3-14 16,1 1-20-16,3 2-20 0,-14 1-24 16,-9 12-42-16</inkml:trace>
  <inkml:trace contextRef="#ctx0" brushRef="#br0" timeOffset="72478.1954">13107 16895 157 0,'-13'-7'50'16,"13"-30"-20"-16,0 0 34 16,50-1-35-16,5 3-13 15,6 5 8-15,-10 8 8 16,-6 11-11-16,-11 9-10 16,-12 2-11-16,1 0-1 15,5 5-1-15,4 22 2 16,11 6 0-16,-2-1 2 15,0 0 3-15,-3-4-3 16,3-10-1-16,-4 0 3 16,-9-5-1-16,4-6-1 0,-9-1-1 15,5-2 1 1,4-4-2-16,9 0-7 0,11 0-37 16,-37 0-38-16,6 0-87 15</inkml:trace>
  <inkml:trace contextRef="#ctx0" brushRef="#br0" timeOffset="72981.212">15096 15625 63 0,'-20'-11'107'16,"9"11"-73"-16,-10 0-3 16,0 3 10-16,-18 24-31 15,3 10-3-15,-10 15 13 0,4 14 1 16,-3 20-2-16,6 20-1 16,7 19-2-16,8 12 2 15,16 3 2-15,8 4-8 16,0-3-2-16,8-8-1 15,52-12 13-15,15-18-9 16,18-18-9-16,-1-16-4 16,0-10 2-16,-4-7 0 15,-13-9-1-15,-11-8-1 16,1-10-41-16,3-10-4 16,16-15-13-16,-60 0-41 15,8-10 40-15</inkml:trace>
  <inkml:trace contextRef="#ctx0" brushRef="#br0" timeOffset="74000.2365">19413 15258 110 0,'7'-18'51'16,"-7"12"-17"-16,0 6 12 15,0 0-11-15,0 0-20 16,0 0-4-16,0 0-3 15,0 0-3-15,0 0 0 16,0 0 1-16,0 0 2 16,0 0 2-16,0 0 1 15,0 0-1-15,0 0-4 16,0 0-2-16,0 0-3 16,0 0-1-16,0 0 0 15,8 0 2-15,1 0-1 0,10 14 8 16,5 10-3-1,-3 4-2-15,13 4 0 0,-2 8-3 16,5 7 0-16,4 7-1 16,6 9 1-16,-2 4-1 15,6 8 0-15,-8 4 2 16,2 8 1-16,-4 4 3 16,-2 5 1-16,-7 3 3 15,-4-5-2-15,-11 2-3 16,-6-10 1-16,-11-7 0 15,0-2-2-15,-20-12 0 16,-48-3 1-16,-16-5 3 16,-8-3 0-16,-5-8-6 0,14-9 4 15,3-1-6-15,7-8 0 16,7-3-13-16,6-4-9 16,0 1-11-16,4-4-6 15,-4 2-22-15,43-18-60 16,-2-2-43-16</inkml:trace>
  <inkml:trace contextRef="#ctx0" brushRef="#br0" timeOffset="76790.6968">15707 15927 125 0,'-11'-9'78'0,"11"7"-45"16,0-1 12-16,0 3-11 16,11 0-24-16,21 0 9 15,4 0 0-15,-3 0-11 16,-6 11-4-16,-3 15-3 16,0 7-1-16,-11 3 0 15,-9 7 0-15,-4-5 0 16,0-3-5-16,0-6-1 15,0-4 4-15,-9-5 2 16,-10-6-3-16,-5-6 3 16,-4-7-1-16,7-1-4 0,-11 0 4 15,0 0-6-15,-3-4-18 16,-1-24 7-16,-1-4 5 16,5-6-3-16,0-3 11 15,4 8 5-15,13 8 5 16,11 7-1-16,4 10 9 15,0 0 6-15,0-1-15 16,0 2 1-16,36-4 12 16,20 0 2-16,28 0-3 15,12 2-2-15,20-6 6 16,9 1 1-16,1 2-2 16,-10-1 1-16,-20 6-11 15,-12-2-6-15,-24 7-2 0,-19-3-1 16,-18 4-5-16,-5-2-17 15,-8 3-17-15,-5 0-16 16,-5 0-19-16,0 0-51 16</inkml:trace>
  <inkml:trace contextRef="#ctx0" brushRef="#br0" timeOffset="77280.1017">15625 15703 49 0,'-6'-8'167'16,"6"1"-125"-16,0-10-5 15,0-2 31-15,21-2-44 16,20-3-10-16,-11 2-4 16,-2-1-3-16,4 3-4 15,-4 2-3-15,0 2 1 16,-11 7-1-16,-2 2 0 0,-6 1-1 15,-9 6 1-15,4 0 0 16,0 0 0-16,7-2 6 16,6-1 1-16,15 3 6 15,15 0-2-15,5 0-6 16,4 0 2-16,-3 3-5 16,-1 10 0-16,-5 1 0 15,-11-1-1-15,1 2-1 16,-5-1-1-16,-4 4-29 15,8 3-25-15,-25-13-20 0,-7-1-67 16</inkml:trace>
  <inkml:trace contextRef="#ctx0" brushRef="#br0" timeOffset="77796.6489">16884 15554 144 0,'0'-6'51'0,"0"0"-19"15,28 3 40-15,37-3-33 0,14 1-23 16,0 5 5-16,-10 0 1 15,-13 0-3-15,-20 0-6 16,-12 0-9-16,-16 0-4 16,-3 1 0-16,-5 18-2 15,0 9 2-15,0 6 1 16,0 8 0-16,-28 7 0 16,-17-4-1-16,-15 8-2 15,0-5-1-15,4-2 3 16,9-4 0-16,21-10 2 15,15-8-1-15,7-5-1 16,4-5-2-16,0 2-1 0,0-3 1 16,0 1 2-16,19 0 1 15,9 0 5-15,13-7 2 16,6 3 1-16,7-6-1 16,12-4 2-16,-2 0 3 15,1 0-3-15,-9 0-1 16,-11-2-6-16,-7-10-3 15,-10-1-15-15,-15-3-23 16,-4-4-35-16,-9 9 73 16,0 0-100-16</inkml:trace>
  <inkml:trace contextRef="#ctx0" brushRef="#br0" timeOffset="78029.3617">16852 15775 165 0,'0'-6'40'15,"0"0"13"-15,37 0 43 16,33 0-36-16,3 1-17 16,2 1-5-16,-6 1-16 15,-5 3-16-15,1 0-6 16,-3 0-2-16,2 0-24 15,1 7-28-15,-53 2-42 16,-1-1-81-16</inkml:trace>
  <inkml:trace contextRef="#ctx0" brushRef="#br0" timeOffset="78332.0928">17804 16243 168 0,'-8'0'68'16,"8"0"-18"-16,0 0 11 16,0 0-40-16,0-8-14 15,19-3 15-15,-2 4-1 0,-2 2 4 16,-10 5-10-16,-5 0-10 15,0 0-3-15,0 0-2 16,0 0-6-16,0 0-16 16,0 5-26-16,0 10-5 15,0 9 12-15,-15-3-38 16,10-19-12-16</inkml:trace>
  <inkml:trace contextRef="#ctx0" brushRef="#br0" timeOffset="78659.0193">17804 16243 71 0,'284'-154'55'0,"-299"154"-35"16,-3 25 25-16,8 2-18 16,10 1-7-16,0-3 1 15,0-7 4-15,0 1-6 16,32-8-4-16,6-7 1 15,-5-4 6-15,3 0-3 16,5 0-3-16,2-4-2 16,-3-19-7-16,-7-2-7 15,-5-5-2-15,-9-2-5 16,-15-8-2-16,-4 1-3 16,0 5-5-16,0 3 2 15,-36 18-9-15,-12 10 15 0,-7 3-3 16,-10 11-6-16,1 22-16 15,4 7 3-15,19-7-13 16,41-22-27-16</inkml:trace>
  <inkml:trace contextRef="#ctx0" brushRef="#br0" timeOffset="78921.9156">18647 15927 196 0,'13'-6'94'15,"-13"6"-68"-15,0 0 29 16,0 0-25-16,0 29-28 16,0 12 0-16,0 6 13 15,-4-4-12-15,-15-4-1 16,6-5-2-16,4-4-4 15,3-10-19-15,6-12-12 16,0-1-29-16,0-7-37 16,0 0-30-16</inkml:trace>
  <inkml:trace contextRef="#ctx0" brushRef="#br0" timeOffset="79222.4799">18873 15961 60 0,'0'-13'148'0,"0"13"-83"0,0 0-14 16,0 0-12-16,0 0-39 16,0 5-2-16,0 17 2 15,0 3-2-15,0 2 0 16,0-3 0-16,0 1 2 16,15-1 0-16,8 1 4 15,3-5 1-15,-2-2 1 16,-9-6 2-16,-11 0-4 15,0-10 1-15,-4 1-2 16,0-1 3-16,0-2-1 16,0 6-3-16,0 0-2 15,-36 0 0-15,-7-6-11 0,-7 0-18 16,-1 0-31-16,27 0-38 16,1 0-32-16</inkml:trace>
  <inkml:trace contextRef="#ctx0" brushRef="#br0" timeOffset="79395.2527">18828 15856 101 0,'45'-20'99'16,"-3"15"-41"-16,14-2 14 16,-2 1-28-16,-3 1-15 0,-8 2-13 15,-17 3-14 1,-2 0-2-16,-9 0-23 0,-15 0-30 15,0 8-83-15</inkml:trace>
  <inkml:trace contextRef="#ctx0" brushRef="#br0" timeOffset="79965.0068">15559 16681 101 0,'-11'14'75'0,"11"-14"-59"16,11 0 13-16,49 2 33 16,21-2-14-16,22 0-8 15,22 0-1-15,14 0-6 0,13-13-3 16,24-6-2-16,17 2-11 15,35-2-4-15,31 2 11 16,18-3-12-16,6-3-6 16,-26-2-4-16,-25 5-1 15,-43-3 0-15,-41 5-1 16,-45 5 0-16,-48 4 1 16,-33 3-1-16,-16 6 1 15,-6-3 3-15,0 3 2 16,0 0 0-16,0 0-6 15,0 0-3-15,0 0-15 16,0 0-5-16,0 0-3 0,-6 0-9 16,-20 0-6-1,-12 3-11-15,-12 12-6 0,27-11-50 32,-5 2-63-32</inkml:trace>
  <inkml:trace contextRef="#ctx0" brushRef="#br0" timeOffset="81697.6234">16608 17338 193 0,'-15'2'71'16,"15"-2"-45"-16,0 0 22 16,0 0-29-16,0 0-16 15,0 0 1-15,0 0 10 16,0 0-2-16,6 0-4 15,-6 0-2-15,0 0-5 16,0 0-1-16,0 3-1 16,0 3-1-16,0-1-7 15,0-3-9-15,0-2 17 16,0 0 1-16,0 0 6 16,0 0 3-16,0 0 1 15,0 0 12-15,0 0-2 16,4-2-9-16,1-3 7 0,3-6-3 15,3-1-10-15,2 2-4 16,6-5-1-16,3 3-4 16,16 0-30-16,11-7-32 15,-25 14-49-15,8-2-118 16</inkml:trace>
  <inkml:trace contextRef="#ctx0" brushRef="#br0" timeOffset="82040.5499">17339 17028 282 0,'-66'15'32'0,"44"14"-16"16,11 6 35-16,11 3-36 16,0 2-3-16,0-4 1 15,33-4 2-15,5-10-13 16,3-6 8-16,-5-7-5 15,7-9 7-15,2 0-1 16,2 0 2-16,-1-17-5 16,9-13-3-16,-8-2-5 15,-6-6-7-15,-13-3-3 16,-13 3-6-16,-15 0 4 16,0 0 1-16,-34 8-12 15,-26 14 1-15,-13 14 10 0,-15 2 3 16,0 5 1-16,9 27-3 15,14 6-10-15,24 3-22 16,41-28-37-16,0 1-33 16</inkml:trace>
  <inkml:trace contextRef="#ctx0" brushRef="#br0" timeOffset="82379.5978">17935 17116 36 0,'-43'37'78'0,"16"0"-53"0,9-1 20 15,14-5-10-15,4-8-14 16,0-3-4-16,0-9-2 16,0-9 4-16,17-2-3 15,11 0 7-15,9 0 10 16,1-22-6-16,7-11-18 15,-2 2-9-15,-11 3-3 16,0-1-3-16,-19-1 5 16,-13 1-2-16,0 5 3 15,0-2 2-15,-13 0 4 16,-34 8-6-16,-4 10 2 16,1 8-4-16,-5 0-6 15,8 2-13-15,6 30-21 16,32-14-39-16,9-2-45 0</inkml:trace>
  <inkml:trace contextRef="#ctx0" brushRef="#br0" timeOffset="82634.5286">18508 16912 257 0,'24'-5'45'15,"-24"5"-16"-15,8 23 21 16,-4 27-15-16,1 5-10 16,-5 6-16-16,0 1 3 0,0 1-6 15,0-7-4-15,0 2 0 16,0-15-1-16,-5-5-1 16,5-12-8-16,0-13-16 15,0-8-14-15,0-5-8 16,0 0-38-16,0-14-66 15</inkml:trace>
  <inkml:trace contextRef="#ctx0" brushRef="#br0" timeOffset="83571.9032">19831 14802 113 0,'-10'-8'104'16,"10"5"-53"-16,0 3 11 16,0 0-21-16,0-5-16 15,0 3 0-15,15-2 11 16,17-3-6-16,9-4-2 16,10-2-11-16,0 0-6 15,3 1-4-15,2 3-4 16,-5 4-3-16,-14 3 0 15,-5 2 0-15,-13 0-1 16,-6 0-2-16,-2 0-4 16,-7 10 0-16,-4 13-5 0,0 5-9 15,0 7 1-15,-28 7 5 16,-8-5-2-16,-11 2 11 16,6-6 0-16,9-5 2 15,0-5 4-15,8-7 0 16,15-2 6-16,3-8-5 15,6-4 2-15,0-2-2 16,0 3 0-16,0 0-1 16,11 3 5-16,25 2 12 15,16 0 3-15,8 0 2 16,8-6-4-16,5 1-2 16,2-3 1-16,-15 0-3 0,-8 0-2 15,-24 0-4-15,-15 0-5 16,-9 0-2-1,-4 0 1-15,0 0-2 0,0 0-5 16,0 0-8-16,0 0-4 16,0 0-9-16,0 0-10 15,0 0-47-15,-13 0-92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564.9483" units="1/cm"/>
          <inkml:channelProperty channel="Y" name="resolution" value="1560.33337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6-09-08T01:28:51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21948 8220 195 0,'9'-9'97'0,"-5"7"-64"16,0-4 24-16,3 6 1 15,-3 0-30-15,0 0-15 16,-4 0 9-16,5 0-5 16,-1 0 4-16,-4 0-9 15,4 0-1-15,-4 17-3 0,0 17 0 16,0 13 0-16,0 4-2 15,-28 7-6 1,-12-5-2-16,-1 4-2 0,-11-5 0 16,5-1 2-16,2-4-2 15,-2-7 2-15,2-8 1 16,6-4 1-16,3-11 0 16,4-6 1-16,4-4 1 15,4-7 2-15,3 0-4 16,2 0 4-16,6 0-1 15,-2-18 2-15,6-10-5 0,-6-7 0 16,6-8 0-16,9-4 0 16,0-1 0-16,0 4-2 15,0 7 0-15,0 4 2 16,24 7 4-16,0 8-4 16,-3 4 3-16,-2 6 0 15,-6 6 0-15,7 2-2 16,-1 0-1-16,13 0 0 15,9 0 2-15,10 10 4 16,1 11 4-16,8 7-5 16,0 3-1-16,-7 2 0 15,10 1-1-15,-10 2 0 16,3-3 1-16,0 1-2 16,-5-3 1-16,-6-6-3 15,-2 0 1-15,-2-6-1 0,-9 0 0 16,0-4 0-1,-8-8 0-15,0 4 0 0,-5-8-1 16,-11-3-13-16,-3 4-15 16,-5-4-20-16,0 0-19 15,0 0-32-15,0 0-95 16</inkml:trace>
  <inkml:trace contextRef="#ctx0" brushRef="#br0" timeOffset="21257.6819">5609 9642 99 0,'0'-15'78'15,"0"7"-49"-15,0-6 19 16,0 3-9-16,0 4-14 16,0-1-2-16,0-3 8 15,0 4 1-15,0-2-9 16,0 0 0-16,0 4-3 16,0-3-6-16,0-1-5 15,0-1-2-15,0-7-4 16,0 2-2-16,0 1 0 0,0-3-1 15,0 7 0-15,0 1 0 16,0 6 0-16,0 3 0 16,0 0-1-16,0 0-1 15,0 0-3 1,0 0-2-16,0 3-6 0,0 16-2 16,0 4 5-16,4 0 8 15,13-2-2-15,-2-3 2 16,-10-8 1-16,-1-1 1 15,0-7 0-15,-4-2 0 16,0 0 1-16,0 0 1 16,0 0 0-16,0 0 1 15,0 0 5-15,0-2 2 0,0-20 0 16,0-5-8-16,-13-4 1 16,-2-1-2-16,15 2-1 15,0 0 0-15,0 4-1 16,0 1 0-16,0 2-1 15,11 4 2-15,13 1 2 16,-3 11 0-16,-6 3-2 16,-6 4 0-16,-5 0-4 15,11 0 0-15,-2 0-2 16,2 14 3-16,6 13 2 0,-3 5 1 16,-8 4 2-1,-3 5-1-15,-7-3-1 0,0-2-3 16,0-5-4-16,0-6-6 15,0-6-8-15,0-8-11 16,0-3-7-16,4-8-15 16,2 0-9-16,3 0 5 15,10-13-5-15,-17-4 26 16,7-5-32-16</inkml:trace>
  <inkml:trace contextRef="#ctx0" brushRef="#br0" timeOffset="21656.1372">5974 9336 52 0,'6'-13'64'0,"-4"6"1"15,-2 3-4-15,4 4-6 16,-4 0-11-16,0 0-24 16,0 0-9-16,0 17-11 0,13 19 1 15,-2 7 15-15,8 0 1 16,-2-1-8-16,11-5-3 16,0-6-2-16,4-7 0 15,-4-8-4-15,0-5 1 16,-4-7-1-16,-11-1 1 15,2-3 0-15,-2 0-1 16,6 0 0-16,0-7 1 16,5-26 7-16,6-13-3 15,-11-8-5-15,7 1-1 16,-24 13 1-16,4 15-2 16,-6 18 2-16,0 7 0 0,0 0 1 15,0 0 0 1,0 0-1-16,0 16-7 0,13 11 7 15,2 11 0-15,13-1 5 16,-9 0 1-16,1-6-4 16,-1-3-2-16,0-4 0 15,-6-4 0-15,-4-5-18 16,4-4-21-16,-11-5-19 16,-2-6-38-16,0 0-20 15</inkml:trace>
  <inkml:trace contextRef="#ctx0" brushRef="#br0" timeOffset="21875.6737">6214 9278 130 0,'-17'-25'119'0,"17"9"-43"0,0-8-17 15,12-6-24-15,25-3-16 16,6 5 0-16,-15 7-14 15,0 5-5-15,-9 8 0 16,-8 3-18-16,8 5-15 16,7 0-20-16,2 0-37 15,-20 0-32-15,1 2-23 16</inkml:trace>
  <inkml:trace contextRef="#ctx0" brushRef="#br0" timeOffset="22444.6845">6714 9561 119 0,'0'24'42'0,"4"-24"-13"16,0 0 12-16,-4 0-21 15,4 0 7-15,-4 0 6 16,0 0 2-16,0 0 4 15,0 0 5-15,0-14-7 16,0-17-21-16,0 0-12 16,0 1-4-16,11 2 0 15,2 9-1-15,6 0 0 16,-2 7 1-16,11 2 0 0,-2 5 0 16,-4 5-3-1,1 0-1-15,-1 0-2 0,3 24-6 16,-5 12 5-16,-3 5-1 15,-7 2 0-15,-7-2-1 16,-3-7-4-16,0-3 2 16,0-12 5-16,0-8 5 15,0-9 1-15,0-2 0 16,0 0 5-16,0 0 5 16,0-13 16-16,6-26-8 0,5-12-18 15,8-5-3-15,9 6 2 16,-2 10-1-16,-7 11 1 15,5 9-2-15,-5 9 2 16,-6 8-1-16,-13 3 1 16,8 0-3-16,-5 0-3 15,5 23-8-15,5 11 12 16,-7 4 1-16,-1 5 0 16,-1-2 0-16,-4-8-8 15,0-4-13-15,0-4-14 16,9-3-21-16,-5-22-16 15,2 0-5-15</inkml:trace>
  <inkml:trace contextRef="#ctx0" brushRef="#br0" timeOffset="23214.6944">7353 9494 85 0,'17'11'45'15,"-4"-11"-30"-15,6 0 25 16,0 0-4-16,-2 0 8 16,3 0-12-16,-12 0-4 15,10-16-10-15,-16 3-6 16,4-5-4-16,-6-5-7 16,0 1 4-16,0 0-4 15,0 7 0-15,-17 6-1 0,6 7 3 16,3 2 4-16,-3 0-7 15,-8 14-4-15,4 22-2 16,2 11 3-16,8 0-1 16,5-4 4-16,0-6-1 15,15-1-6-15,41-12-4 16,0-5 10-16,8-12-10 16,-8-3 5-16,-7-4-29 15,-12 0 24-15,-14 0-14 16,-14 0 10-16,-5 0 12 15,-4-4 3-15,0-14 27 16,0 3-11-16,0-11 9 16,0-1-1-16,-8-1-6 0,-7-3-5 15,6 1-4 1,5 2 2-16,4 2-10 0,0 1-1 16,0 1-5-1,17 3-9-15,22 4-14 0,1 4-14 16,-7 3-9-16,-1 5 7 15,-13 5 5-15,-10 0 22 16,-3 0 13-16,-6 0 4 16,0 12 3-16,0 15 21 15,0 5-1-15,0 4-6 16,0-2 2-16,0-3-1 16,0-7-5-16,0 3-1 0,0-10-4 15,0 1 6 1,9-2 7-16,19-8-18 0,-1 1 1 15,-5-9 2-15,4 0-5 16,-14 0-1-16,-3 0-1 16,0 0 1-16,-9 0 3 15,4-21 1-15,-4-4-2 16,0-11-1-16,0-7-1 16,-7-3 0-16,-29-1-2 15,-9 4 1-15,0 13-3 16,13 9-2-16,15 11-1 15,2 10-5-15,15 0-17 16,0 10-26-16,0 9-47 16</inkml:trace>
  <inkml:trace contextRef="#ctx0" brushRef="#br0" timeOffset="23935.8433">8818 9379 105 0,'-7'-25'62'16,"-1"19"-20"-16,-1 4 20 16,5 2-36-16,-3 0-7 15,-6 21-19-15,-6 27 0 0,0 16 0 16,-3 0 0-16,16-6 5 15,-1-10 1-15,7-11-2 16,0-14-1-16,0-13-1 16,0-6 2-16,0-4-3 15,18 0 3-15,5-4 4 16,5-29-1-16,9-11-6 16,-5-15-1-16,0-15-8 15,-8-12-10-15,-16-1 3 16,-1 9 2-16,-7 18-3 15,0 31 16-15,0 21 7 16,0 8 9-16,0 0-9 16,0 8-7-16,0 30-5 0,0 20 5 15,0 6 0-15,4 4 3 16,15-3 1-16,3-8-3 16,12-8 0-16,2-12-1 15,5-10 0-15,4-10 3 16,0-9-1-16,-8-8-1 15,-7 0-1-15,-2 0-4 16,-5-32 1-16,1-8-6 16,-11-5-3-16,-9-2 7 15,-4 0 5-15,0 9-1 16,0 10 1-16,0 18 7 16,-13 10 6-16,-11 0 0 15,1 6-13-15,-1 26-2 16,5 8 2-16,0 5 8 0,10-5 7 15,-4-2 2-15,13-6-8 16,0-3 0-16,0-4-1 16,0-3-3-16,0-8-2 15,22-3 0-15,-1-4-3 16,16-3 0-16,-1-4-6 16,7 0-3-16,13 0-13 15,4-4-26-15,17-21-11 16,-49 14-57-16,6-7 0 15</inkml:trace>
  <inkml:trace contextRef="#ctx0" brushRef="#br0" timeOffset="24303.2459">9991 9262 33 0,'-32'-23'120'15,"8"21"-66"-15,15 2 6 16,-10 0-22-16,6 0-18 15,-2 0-3-15,-2 0-10 16,-6 0-7-16,3 10 2 16,7 10 0-16,11 4 2 15,2 3-3-15,0 3-1 16,0 6-2-16,26-1 2 16,15-6-1-16,-5-1 0 15,3-7 1-15,-11-3 0 0,-11-6 1 16,-2-1-1-16,-15-6 0 15,0 4 1-15,0 2 0 16,0 2 2-16,-24 3 0 16,-19-5-2-16,3-1 0 15,-8-4 2-15,3-6-2 16,9 0 0-16,6 0-1 16,11 0-4-16,12-14-15 15,7-6-17-15,0-11-14 16,7 17-70-16</inkml:trace>
  <inkml:trace contextRef="#ctx0" brushRef="#br0" timeOffset="24626.2281">10094 9321 144 0,'13'0'26'16,"-5"29"30"-16,-8 18 7 15,0-4-47-15,7-1 4 16,-7-11 1-16,4-6-13 15,0-6-6-15,1-11-2 16,3-2 0-16,-1-6 0 16,-7 0 1-16,0 0 0 15,4 0 2-15,0-14 2 16,-4-16 2-16,0-15-5 16,0-16 1-16,0 5 3 0,0-3 2 15,0 11 7-15,0 15 2 16,0 9-9-16,0 13-8 15,0 9-3-15,0 2-14 16,13 0-17-16,6 0-18 16,9 5-13-16,6 16-13 15,-27-6 0-15,-3-5-27 16</inkml:trace>
  <inkml:trace contextRef="#ctx0" brushRef="#br0" timeOffset="25118.1373">10094 9321 27 0,'289'130'53'0,"-289"-119"-15"15,0-2 2-15,0-4-11 16,0-5-1-16,0 0 2 16,0 0 9-16,0 0 0 0,0 0-4 15,0-7-3-15,0-19-20 16,0-2-1-16,0-1-9 16,0-1-2-16,11 5-1 15,6 6-1-15,7 6-1 16,-5 2 2-16,-2 10 0 15,3-4-2-15,-1 5-4 16,-6 0-5-16,-5 6-3 16,12 22-4-16,-12 6 12 15,-4 2 2-15,3-7-10 16,-7-4 1 0,0-7 11-16,0-11-2 0,4-3 5 15,-4-4 4-15,5 0 6 16,-1-4 12-16,4-29-12 0,3-8-9 15,6-7-1-15,3-4 0 16,3 5 0-16,5 4-1 16,0 11 1-16,0 10-1 15,-9 8 2-15,-6 11 1 16,-4 3 4-16,-1 0-4 16,3 6 0-16,-3 24-2 15,1 11 4-15,-9-1 1 16,4 6-2-16,-4 4-1 15,0-3-1-15,0-2-1 16,0-4 0-16,0-6-9 16,0-8-23-16,0-8-28 15,0-19-14-15,5 0-102 0</inkml:trace>
  <inkml:trace contextRef="#ctx0" brushRef="#br0" timeOffset="25323.6864">11078 9413 132 0,'0'0'132'0,"5"0"-72"16,18 0 19-16,9-9-33 16,0 2-23-16,-4 0 27 0,-10 3-14 15,-12 4-24-15,-6 0-12 16,0 0-27-16,0 16-48 15,-9 1-61-15</inkml:trace>
  <inkml:trace contextRef="#ctx0" brushRef="#br0" timeOffset="45529.292">1358 10524 125 0,'0'-43'118'0,"0"25"-104"15,0 8 26-15,0-1-4 16,0 4-9-16,0-3-8 16,0 4 6-16,0 2 0 15,0 4 1-15,0 0-4 0,0 0-4 16,0 0-4-16,0 0-2 16,0 0-5-16,0 0-7 15,0 0-2-15,0 8-1 16,0 35-1-16,0 31 4 15,0 43 0-15,0 31 3 16,15 32 1-16,8 23 0 16,5 19 3-16,-4 9-1 15,6 3 9-15,-4-5-9 16,2-11 8-16,-7-8-10 16,-12-11 4-16,1-8 1 15,-3-15-2-15,-7-21 0 0,0-27-4 16,0-28-3-16,0-27 1 15,0-21-1-15,2-22 1 16,4-14-2-16,3-14 1 16,-7-2-1-16,-2 0-7 15,9 0-18-15,-7-37-13 16,4-22-16-16,-6-20-46 16,0 35-43-16,0 1-82 15</inkml:trace>
  <inkml:trace contextRef="#ctx0" brushRef="#br0" timeOffset="46078.004">626 12359 132 0,'0'-4'76'0,"0"1"-30"15,0 3 26-15,0-2-35 16,0 2-14-16,0-2-1 16,0-8 7-16,48 0-4 15,37-5 5-15,29-3-6 16,41-7 0-16,33 1 0 16,38-5-7-16,39 0-9 15,55-5 1-15,53 5 4 16,41-4-8-16,28 1-4 15,-11-1-1-15,-36-1 0 16,-39 5 1-16,-43 7 0 0,-62 3-1 16,-56 8 0-1,-53 11 0-15,-59 0-1 0,-35 0-1 16,-23 0-4-16,-25 0 0 16,0 0 4-16,0 0-4 15,0 0-7-15,0 0-9 16,0 0-20-16,0 0-20 15,0-5-26-15,-19 0-68 16</inkml:trace>
  <inkml:trace contextRef="#ctx0" brushRef="#br0" timeOffset="48312.4864">1281 11871 40 0,'0'0'92'0,"0"0"-44"0,0 0 0 16,0 0-1-16,0 0-10 16,0-1-15-16,0-11-5 15,0-4-2-15,0-6 0 16,0 3 3-16,0-4-7 15,0-5-3-15,0 0 3 16,0-2-4-16,0-1-4 16,0-2 0-16,19 1 2 15,-2-2-3-15,7 1 1 16,-1 2 4-16,5-2-2 16,0 2-2-16,0 5 1 15,-7 7-1-15,-1 2 2 0,-3 1-2 16,2 5-1-16,7-2 1 15,-5 3-1-15,5-2-1 16,2 1 0-16,8-2 1 16,-6 1-2-16,5 2 2 15,-7-1-1-15,0 5-1 16,-5 1 0-16,11 0-1 16,-1 5 1-16,-1 0 0 15,0 0 0-15,2 0 0 16,5 0 0-16,15 0-2 15,-5 10 2-15,13 7 0 16,2 5 2-16,3-1-2 16,8 4 0-16,-6-3 1 0,-5-6-1 15,-10-2 0-15,-16-3 0 16,7-3 0-16,-6-1 1 16,-5-2-1-16,-6 1 0 15,-7-1 2-15,-3-1-2 16,-8-4 0-16,-1 0 1 15,2 0 0-15,2 0 0 16,2 0 1-16,12 0 3 16,1 0 6-16,0 0-2 15,2-4-2-15,-2-3-4 16,-2-4 0-16,-9 0 0 16,7-1 0-16,-9-3 2 15,4 3 3-15,0-6-3 16,1 1-1-16,5-2 0 0,-8 4-1 15,3-2-2-15,-1 4 0 16,-2-2-1-16,2 2 0 16,-8-3 0-16,6 1 1 15,5-5-1-15,-5 3 1 16,2 2 0-16,1-3 1 16,-8 2 1-16,-3 1 2 15,6-2-1-15,-6 0-2 16,10-2 0-16,-6 4 0 15,-5-1 0-15,7-2-2 16,-2 3 2-16,-2-1 0 16,4-2 1-16,-2 3-2 15,2 1 1-15,-2 7-1 0,2-1 0 16,-2 2 0-16,-9 3 0 16,7 1 1-16,-9-5-1 15,6 1 1-15,10-1 0 16,-1-1 0-16,4-3 1 15,5 1-2-15,2 0 2 16,-7 1-2-16,5 0-1 16,2 1 1-16,2-3 0 15,6 0 0-15,1 0 4 16,-9 3-2-16,-3 3-2 0,-10-1 1 16,5-1-1-1,-5 3 0-15,2 3-1 0,11-5 0 16,4 0 0-16,2 1 0 15,7-1 0-15,2 0 0 16,6 2 0-16,7-2 0 16,-5 2 0-16,-10 3 0 15,-6 1 0-15,-14 0-1 16,-8 0 0-16,2 0 1 16,-9 0-1-16,5 0 1 15,6 0 0-15,-2 0 1 16,20 0-1-16,-5 0 0 15,17 0 0-15,4 0 1 16,-1 0-1-16,3 0 0 16,-4 0 0-16,-12 0 1 0,-3 0-1 15,-12 0 0 1,-9 0 0-16,-1 0 0 0,-5 0 1 16,-3 0-1-16,0 0 0 15,9 0 1-15,-6 0 0 16,14-4 0-16,7-6 0 15,6-1 1-15,7-3 0 16,17-1-2-16,-9 1 0 16,-4 1 0-16,3-2 0 15,-14 7-2-15,-13 0 4 16,-6 5-4-16,-4 1 2 16,-2 2 0-16,-1 0 0 0,5 0-1 15,9-3 0-15,-1 3 0 16,9-2 1-16,2-3 0 15,5 4 0-15,1-5 0 16,3 3 0-16,2-2 1 16,-2 2-1-16,-1 0 0 15,-1-1 0-15,-11 1 1 16,-11 0-1-16,0 1 1 16,-15 2-1-16,5 0 2 15,-5-2-1-15,-2-2 2 16,6 4 1-16,-6 0 0 15,0 0-3-15,0 0 0 16,0 0 1-16,0 0-1 16,0 0 1-16,0 0 0 15,0 0-2-15,0 0 1 0,0 0 0 16,0 0-1-16,0 0-4 16,0 0-19-16,-25 0-16 15,-20 0-25-15,-15 0-37 16,27 0-30-16,-7 4-142 15</inkml:trace>
  <inkml:trace contextRef="#ctx0" brushRef="#br0" timeOffset="49310.7866">1652 10659 1 0,'0'-2'151'16,"0"-2"-82"-16,0-2-28 15,0 0 12-15,13 5-22 16,2 1-12-16,-3 0-4 16,-3 0-7-16,0 0-6 15,8 0-1-15,-6 0-1 16,8 0 0-16,7 0-5 16,-5 0-15-16,0 7-8 15,7 10-25-15,-4 0-26 16,-20-15-15-16,3-2-18 15</inkml:trace>
  <inkml:trace contextRef="#ctx0" brushRef="#br0" timeOffset="49437.1376">2094 10735 33 0,'25'3'57'0,"3"-2"-2"0,-6 4-8 16,-1-4-15-16,3 3-9 16,-7 0-6-16,-2 3-11 15,8 2-6-15,3 0-3 16,-24-6-23-16,3 2-85 15</inkml:trace>
  <inkml:trace contextRef="#ctx0" brushRef="#br0" timeOffset="49601.3813">2726 10884 77 0,'37'11'52'0,"-27"-11"-18"16,-1 0-7-16,8 0-22 15,-6 3-5-15,8-1-1 16,-14-2-31-16,-5 4-84 16</inkml:trace>
  <inkml:trace contextRef="#ctx0" brushRef="#br0" timeOffset="49758.8541">2726 10884 79 0,'219'76'60'16,"-215"-76"-3"-16,1 0-15 15,3 0-19-15,-1 0 8 16,1 0-8-16,3 0-18 16,2 0-5-16,-5 0 0 15,12 0-23-15,-3-6-46 0,-17-2-10 16,11-5-35-16</inkml:trace>
  <inkml:trace contextRef="#ctx0" brushRef="#br0" timeOffset="49903.437">3145 10781 12 0,'10'-17'85'0,"-8"15"-20"16,7-4-6-16,2-1-8 16,6-4-19-16,0 4-9 15,0-4-10-15,-4 6-12 16,2 1-1-16,-2 1-10 0,2 0-39 16,-13-2-46-1</inkml:trace>
  <inkml:trace contextRef="#ctx0" brushRef="#br0" timeOffset="50076.0318">3509 10637 114 0,'13'0'73'16,"-7"0"-31"-16,-6 0 5 16,5 0-26-16,-1 0-13 15,0 0-8-15,16 0 0 16,5 0-1-16,14 0-36 15,-22 0-53-15,0 0-74 16</inkml:trace>
  <inkml:trace contextRef="#ctx0" brushRef="#br0" timeOffset="50216.9797">4026 10580 39 0,'28'0'55'15,"-22"0"-17"-15,3 0 1 16,0-2-22-16,10-3-13 15,-6 5-4-15,12-1-2 16,-22 1-39-16,-3-3-38 16</inkml:trace>
  <inkml:trace contextRef="#ctx0" brushRef="#br0" timeOffset="50375.5579">4026 10580 3 0,'238'-38'76'0,"-236"36"-23"0,9 0-7 15,-2-2-9-15,6 1-14 16,-3-1-8-16,8 4-12 16,-3 0-3-16,11 0-12 15,-20 0-52-15,3 0-29 16</inkml:trace>
  <inkml:trace contextRef="#ctx0" brushRef="#br0" timeOffset="50525.6073">4712 10487 78 0,'9'0'68'0,"-5"0"-36"16,3 0 8-1,1 0-24-15,5 0-14 0,4 0-2 16,9 0-8-16,-17 0-40 16,1 0-58-16</inkml:trace>
  <inkml:trace contextRef="#ctx0" brushRef="#br0" timeOffset="50702.3526">5309 10415 20 0,'47'-5'80'0,"-28"1"-26"16,0 2 0-16,20-7-9 16,-2 3-8-16,-3-2-4 0,-8 3-22 15,-14 3-10-15,-1-3-1 16,-11 5-11-16,0 0-42 15,0 0-63-15</inkml:trace>
  <inkml:trace contextRef="#ctx0" brushRef="#br0" timeOffset="51455.5999">1497 12166 77 0,'-8'4'84'16,"8"-4"-25"-16,0 0 2 15,0 0-26-15,6-2 6 16,13-12 13-16,-1 1-8 16,-6-1-34-16,6 1-9 15,10-5-3-15,6-5-5 0,7-1-35 16,-5-5-30-16,-2 9-14 15,-34 13-27-15,3-2-35 16</inkml:trace>
  <inkml:trace contextRef="#ctx0" brushRef="#br0" timeOffset="51604.9057">1924 11902 42 0,'30'-9'61'16,"-13"8"-3"-16,-6 1 4 15,0-4-18-15,4 4-12 16,4-2-17-16,-2 2-12 15,11 0-3-15,2-3 0 16,-2 3-15-16,0 0-38 16,-22 0-22-16,-1 0-45 0</inkml:trace>
  <inkml:trace contextRef="#ctx0" brushRef="#br0" timeOffset="51747.1725">2589 11883 62 0,'34'0'49'0,"-6"0"-11"16,0 0-22-16,2 0-14 16,-2-6-1-16,6-4-1 15,-32 4-28-15,-2 1-75 16</inkml:trace>
  <inkml:trace contextRef="#ctx0" brushRef="#br0" timeOffset="51904.3698">2973 11769 0 0,'15'-5'143'0,"-13"-1"-88"16,9-2-7-16,-3-1-12 15,7-2-31-15,-6 1-5 16,10 0-3-16,-6-3-32 16,-13 7-21-16,7 1-35 15</inkml:trace>
  <inkml:trace contextRef="#ctx0" brushRef="#br0" timeOffset="52062.8398">2973 11769 113 0,'247'-204'67'0,"-239"199"-12"0,3-5 2 16,0 0-40-16,6-1-8 16,0 0-9-16,-4 1 0 15,2 2-18-15,4-3-23 16,-8 3-22-16,-7 6-21 15</inkml:trace>
  <inkml:trace contextRef="#ctx0" brushRef="#br0" timeOffset="52227.4905">3550 11366 86 0,'28'-12'65'0,"-13"0"-26"0,-2 2 2 16,6 1-26-16,-2 0-12 15,0-1-3-15,0 3-6 16,3 2-27-16,-20 2-19 16,0 0-18-16</inkml:trace>
  <inkml:trace contextRef="#ctx0" brushRef="#br0" timeOffset="52392.742">3550 11366 126 0,'341'-203'48'0,"-332"195"-13"16,1-3 5-16,7 0-35 0,-10 8-5 15,1-4-3-15,-1 3-20 16,-7 4-25-16,0 0-30 16</inkml:trace>
  <inkml:trace contextRef="#ctx0" brushRef="#br0" timeOffset="52565.2184">4026 11096 96 0,'15'-8'92'16,"-2"0"-42"-16,2-3 17 15,6-2-33-15,5-5-17 16,-7 6-12-16,-1 1-5 16,-6 5-1-16,-3 1-20 0,2 2-21 15,-3-1-24-15,10 4-9 16,18-7-11-16,-27 4 16 15</inkml:trace>
  <inkml:trace contextRef="#ctx0" brushRef="#br0" timeOffset="52736.7284">4515 10912 97 0,'22'-7'70'0,"-18"6"-15"15,4-5 8-15,1 3-27 16,0-2-12-16,1 1-12 15,5-2-10-15,-13 6-2 0,9-1-8 16,-7 1-27-16,7 0-33 16,-11-3-22-16,2 3-34 15</inkml:trace>
  <inkml:trace contextRef="#ctx0" brushRef="#br0" timeOffset="52913.5526">4923 10823 124 0,'23'-4'68'16,"-6"1"-20"-16,-6-1-11 16,6-3-29-16,-6 2 10 15,-2-3-8-15,1 4-9 16,-5 0-1-16,3 1-13 16,5 3-40-16,-13-3-32 15,2 3-59-15</inkml:trace>
  <inkml:trace contextRef="#ctx0" brushRef="#br0" timeOffset="53067.2291">4923 10823 41 0,'293'-59'83'0,"-290"57"-19"15,-3 2-14-15,6-2-21 16,5-2-15-16,-3-1-7 16,5-1-5-16,4 0-2 15,0 5-6-15,1 1-32 16,-8 0-19-16,1 0 0 15,-11 0-17-15</inkml:trace>
  <inkml:trace contextRef="#ctx0" brushRef="#br0" timeOffset="53232.258">5487 10735 41 0,'0'0'74'0,"8"0"-17"16,-6-3-11-16,5-2-8 15,4-1-5-15,4 0-8 16,-3 2-11-16,3 1-11 15,3 0-3-15,10-1-15 16,6 3-43-16,7-9 19 16,-24 9-61-16,-2-2-3 15</inkml:trace>
  <inkml:trace contextRef="#ctx0" brushRef="#br0" timeOffset="53353.1823">5898 10641 89 0,'5'0'66'15,"-5"-1"-7"-15,6-2-15 16,3 0-18-16,-9 3-13 15,0-2-13-15,0 2 0 16,0 0-16-16,0 0-50 16,0 0-63-16</inkml:trace>
  <inkml:trace contextRef="#ctx0" brushRef="#br0" timeOffset="53832.995">4777 10652 128 0,'4'0'70'15,"2"0"-32"-15,-3 0 19 16,3 0-39-16,7 0-17 16,2 0 0-16,6 0-1 15,7 0 0-15,7 0-8 16,-5 0-19-16,6 0-17 15,1 0-11-15,-27-5-14 16,-1-2-34-16</inkml:trace>
  <inkml:trace contextRef="#ctx0" brushRef="#br0" timeOffset="53980.8026">5257 10609 28 0,'43'-1'49'16,"-21"1"-4"-16,-7 0 5 15,4-4-8-15,0 4-8 16,-8-2-3-16,2 2-17 15,0 0-10-15,-3 0-4 16,10 0 0-16,-1 0-20 16,-2 0-34-16,-13 0-40 15</inkml:trace>
  <inkml:trace contextRef="#ctx0" brushRef="#br0" timeOffset="54162.8814">5720 10602 20 0,'30'0'40'16,"-10"0"2"-16,-1-6 0 16,-4 4-30-16,4-4-10 15,-10 3-1-15,0 3-1 16,-7 0-2-16,-2 0-10 16,8 0 2-16,-8 0-14 15,0 0-44-15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FAF3-2354-A344-8D47-C53695DD29E3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ED49-4AB3-C248-9765-49A40CC5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5ED49-4AB3-C248-9765-49A40CC56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7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049CF-D0CC-4618-B47A-958F7DBA7754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988" y="2164360"/>
            <a:ext cx="5122411" cy="951320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Estadística</a:t>
            </a:r>
            <a:r>
              <a:rPr lang="en-US" sz="48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Computacional</a:t>
            </a:r>
            <a:endParaRPr lang="en-US" sz="48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466" y="5061723"/>
            <a:ext cx="6858000" cy="1655762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Berlin Sans FB" panose="020E0602020502020306" pitchFamily="34" charset="0"/>
              </a:rPr>
              <a:t>Clase 5    2016/09/07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9146280" y="-75000"/>
              <a:ext cx="9720" cy="14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000" y="-83280"/>
                <a:ext cx="262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1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24"/>
    </mc:Choice>
    <mc:Fallback xmlns="">
      <p:transition spd="slow" advTm="39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860" y="2239648"/>
            <a:ext cx="8050530" cy="1325563"/>
          </a:xfrm>
        </p:spPr>
        <p:txBody>
          <a:bodyPr/>
          <a:lstStyle/>
          <a:p>
            <a:r>
              <a:rPr lang="es-MX" dirty="0"/>
              <a:t>I - Simulación por Monte Carlo</a:t>
            </a:r>
          </a:p>
        </p:txBody>
      </p:sp>
    </p:spTree>
    <p:extLst>
      <p:ext uri="{BB962C8B-B14F-4D97-AF65-F5344CB8AC3E}">
        <p14:creationId xmlns:p14="http://schemas.microsoft.com/office/powerpoint/2010/main" val="27431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pasa eso?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Ley de los Grandes Números</a:t>
                </a:r>
              </a:p>
              <a:p>
                <a:pPr marL="0" indent="0">
                  <a:buNone/>
                </a:pPr>
                <a:r>
                  <a:rPr lang="es-MX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/>
                  <a:t> es una sucesión de variables aleatorias </a:t>
                </a:r>
                <a:r>
                  <a:rPr lang="es-MX" b="1" dirty="0"/>
                  <a:t>independientes</a:t>
                </a:r>
                <a:r>
                  <a:rPr lang="es-MX" dirty="0"/>
                  <a:t> e </a:t>
                </a:r>
                <a:r>
                  <a:rPr lang="es-MX" b="1" dirty="0"/>
                  <a:t>idénticamente distribuidas  </a:t>
                </a:r>
                <a:r>
                  <a:rPr lang="es-MX" dirty="0"/>
                  <a:t>(i.e., una </a:t>
                </a:r>
                <a:r>
                  <a:rPr lang="es-MX" dirty="0">
                    <a:solidFill>
                      <a:srgbClr val="C00000"/>
                    </a:solidFill>
                  </a:rPr>
                  <a:t>muestra</a:t>
                </a:r>
                <a:r>
                  <a:rPr lang="es-MX" dirty="0"/>
                  <a:t>) con función de densidad común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s-MX" dirty="0"/>
                  <a:t>….  Entonces</a:t>
                </a:r>
              </a:p>
              <a:p>
                <a:pPr marL="0" indent="0">
                  <a:buNone/>
                </a:pPr>
                <a:endParaRPr lang="es-MX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MX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→∫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MX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1184040" y="1802520"/>
              <a:ext cx="7626240" cy="4847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5760" y="1796760"/>
                <a:ext cx="7641720" cy="48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05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tan rápido es la convergencia?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02765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Recuerden, varianza de la suma de variables aleatorias independientes es una variable aleatoria independiente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02765"/>
                <a:ext cx="7886700" cy="4351338"/>
              </a:xfrm>
              <a:blipFill>
                <a:blip r:embed="rId2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605960" y="2740320"/>
              <a:ext cx="6851880" cy="3684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9120" y="2734920"/>
                <a:ext cx="6865920" cy="36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8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 sobre los supuestos….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Para que tenga sentido la formulación de la ley necesitamos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Para que podamos tener una estimación de la velocidad de convergencia necesitamos adicionalmente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3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404800" y="344520"/>
              <a:ext cx="6621120" cy="4201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9400" y="339120"/>
                <a:ext cx="6631920" cy="42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57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highlight>
                  <a:srgbClr val="FFFF00"/>
                </a:highlight>
              </a:rPr>
              <a:t>OJO! </a:t>
            </a:r>
            <a:r>
              <a:rPr lang="es-MX" dirty="0"/>
              <a:t>EL SUPUESTO DE INDEPENDENCIA ES NECESARIO!!!!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Ejemplo extremo: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𝐵𝑒𝑟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/>
                  <a:t> para todo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s-MX" dirty="0"/>
                  <a:t>.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→???‼‼‼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Ni siquiera converge a algún número…..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2057040" y="2379960"/>
              <a:ext cx="6791400" cy="2109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3800" y="2375280"/>
                <a:ext cx="6798600" cy="21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8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En general… </a:t>
            </a:r>
            <a:r>
              <a:rPr lang="es-MX" b="1" dirty="0"/>
              <a:t>La ley de los grandes números NO está garantizada si no hay independencia </a:t>
            </a:r>
          </a:p>
          <a:p>
            <a:pPr marL="0" indent="0">
              <a:buNone/>
            </a:pPr>
            <a:r>
              <a:rPr lang="es-MX" b="1" i="1" dirty="0"/>
              <a:t>  </a:t>
            </a:r>
            <a:r>
              <a:rPr lang="es-MX" i="1" dirty="0"/>
              <a:t>(aunque la falta de independencia tampoco necesariamente implica que no se cumpla…)</a:t>
            </a:r>
            <a:endParaRPr lang="es-MX" b="1" dirty="0"/>
          </a:p>
          <a:p>
            <a:pPr marL="0" indent="0">
              <a:buNone/>
            </a:pPr>
            <a:endParaRPr lang="es-MX" b="1" i="1" dirty="0"/>
          </a:p>
          <a:p>
            <a:pPr marL="0" indent="0">
              <a:buNone/>
            </a:pPr>
            <a:r>
              <a:rPr lang="es-MX" dirty="0"/>
              <a:t>Esta es la importancia de una buena calidad en nuestra </a:t>
            </a:r>
            <a:r>
              <a:rPr lang="es-MX" b="1" dirty="0"/>
              <a:t>generación de números aleatorios</a:t>
            </a:r>
            <a:r>
              <a:rPr lang="es-MX" dirty="0"/>
              <a:t>…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Asimismo la </a:t>
            </a:r>
            <a:r>
              <a:rPr lang="es-MX" b="1" dirty="0"/>
              <a:t>velocidad de convergencia </a:t>
            </a:r>
            <a:r>
              <a:rPr lang="es-MX" dirty="0"/>
              <a:t>no puede estimarse si no hay esa independencia.</a:t>
            </a:r>
          </a:p>
        </p:txBody>
      </p:sp>
    </p:spTree>
    <p:extLst>
      <p:ext uri="{BB962C8B-B14F-4D97-AF65-F5344CB8AC3E}">
        <p14:creationId xmlns:p14="http://schemas.microsoft.com/office/powerpoint/2010/main" val="30701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Generalizando (un poquito)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MX" dirty="0"/>
                  <a:t>La ley de los grandes números se puede aplicar no solo directamente sino también a funciones (continuas) de la muestra.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Ley de los Grandes Números v2:</a:t>
                </a:r>
              </a:p>
              <a:p>
                <a:pPr marL="0" indent="0">
                  <a:buNone/>
                </a:pPr>
                <a:r>
                  <a:rPr lang="es-MX" dirty="0"/>
                  <a:t>Dada 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/>
                  <a:t> y una función </a:t>
                </a:r>
                <a:r>
                  <a:rPr lang="es-MX" b="1" dirty="0"/>
                  <a:t>continua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dirty="0"/>
                  <a:t> entonces 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MX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→∫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3081" r="-20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3385440" y="4456440"/>
              <a:ext cx="5202360" cy="785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7160" y="4449240"/>
                <a:ext cx="5222880" cy="80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675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818" y="2714045"/>
            <a:ext cx="7886700" cy="1325563"/>
          </a:xfrm>
        </p:spPr>
        <p:txBody>
          <a:bodyPr/>
          <a:lstStyle/>
          <a:p>
            <a:r>
              <a:rPr lang="es-MX" dirty="0"/>
              <a:t>HOY: TEORÍA GENERAL (FORMAL) DE MONTECARLO</a:t>
            </a:r>
          </a:p>
        </p:txBody>
      </p:sp>
    </p:spTree>
    <p:extLst>
      <p:ext uri="{BB962C8B-B14F-4D97-AF65-F5344CB8AC3E}">
        <p14:creationId xmlns:p14="http://schemas.microsoft.com/office/powerpoint/2010/main" val="118718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una teoría de integración y una teoría de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b="0" dirty="0"/>
                  <a:t>Hay 2 puntos de vista para Montecarlo y es muy útil entender ambos:</a:t>
                </a:r>
              </a:p>
              <a:p>
                <a:pPr marL="0" indent="0">
                  <a:buNone/>
                </a:pPr>
                <a:r>
                  <a:rPr lang="es-MX" dirty="0"/>
                  <a:t>1) Teoría estadística</a:t>
                </a:r>
                <a:endParaRPr lang="es-MX" b="0" dirty="0"/>
              </a:p>
              <a:p>
                <a:pPr marL="0" indent="0">
                  <a:buNone/>
                </a:pPr>
                <a:endParaRPr lang="es-MX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2) Teoría de integración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034000" y="3060000"/>
              <a:ext cx="6598800" cy="17236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1480" y="3052800"/>
                <a:ext cx="6608160" cy="17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5545440" y="6008760"/>
              <a:ext cx="205920" cy="759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2920" y="6006240"/>
                <a:ext cx="210960" cy="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55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8560" y="164880"/>
              <a:ext cx="8605080" cy="55339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00" y="158760"/>
                <a:ext cx="8620560" cy="55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2241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90480" y="506880"/>
              <a:ext cx="8112960" cy="5590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3640" y="502200"/>
                <a:ext cx="8127360" cy="56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3108600" y="161640"/>
              <a:ext cx="6056280" cy="21139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2480" y="153000"/>
                <a:ext cx="6071040" cy="213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766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8000" y="331200"/>
              <a:ext cx="8766000" cy="6532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40" y="325080"/>
                <a:ext cx="8781480" cy="65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77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Ambos enfoques son en realidad el mismo….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interpretación de teoría estadística es un caso particular de teoría de integración porque toda esperanza es una integral.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Sin importar sea continua o discreta (integral de </a:t>
                </a:r>
                <a:r>
                  <a:rPr lang="es-MX" dirty="0" err="1"/>
                  <a:t>Stieltjes</a:t>
                </a:r>
                <a:r>
                  <a:rPr lang="es-MX" dirty="0"/>
                  <a:t>…)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981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Ojo (y muy importante)…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Es una teoría multidimensional, de hecho, veremos que Montecarlo es más útil cuando se trabaja con datos de alta dimensión.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2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918960" y="2053800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/>
            <p:spPr/>
          </p:pic>
        </mc:Fallback>
      </mc:AlternateContent>
    </p:spTree>
    <p:extLst>
      <p:ext uri="{BB962C8B-B14F-4D97-AF65-F5344CB8AC3E}">
        <p14:creationId xmlns:p14="http://schemas.microsoft.com/office/powerpoint/2010/main" val="144210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2008956"/>
          </a:xfrm>
        </p:spPr>
        <p:txBody>
          <a:bodyPr>
            <a:normAutofit/>
          </a:bodyPr>
          <a:lstStyle/>
          <a:p>
            <a:r>
              <a:rPr lang="es-MX" dirty="0"/>
              <a:t>Además cualquier integral aunque no sea estadística puede verse como integral numérica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99919"/>
                <a:ext cx="7886700" cy="36770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(también idea importante)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eqArr>
                            <m:eqArr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d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sub>
                                  </m:s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e>
                              </m:nary>
                            </m:e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  			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Con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MX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99919"/>
                <a:ext cx="7886700" cy="3677044"/>
              </a:xfrm>
              <a:blipFill>
                <a:blip r:embed="rId2"/>
                <a:stretch>
                  <a:fillRect l="-1546" t="-2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970160" y="4926240"/>
              <a:ext cx="2486880" cy="1260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0440" y="4919760"/>
                <a:ext cx="2505240" cy="12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227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34680" y="309240"/>
              <a:ext cx="7304760" cy="5771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760" y="301320"/>
                <a:ext cx="7324920" cy="57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993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A) Como técnica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teoría formal de Monte Carlo tradicional se basa en la </a:t>
                </a:r>
                <a:r>
                  <a:rPr lang="es-MX" b="1" dirty="0">
                    <a:solidFill>
                      <a:schemeClr val="accent5">
                        <a:lumMod val="75000"/>
                      </a:schemeClr>
                    </a:solidFill>
                  </a:rPr>
                  <a:t>estadística no paramétrica frecuentista. </a:t>
                </a:r>
                <a:r>
                  <a:rPr lang="es-MX" dirty="0"/>
                  <a:t>Es un ejemplo del principio del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𝑝𝑙𝑢𝑔𝑖𝑛</m:t>
                    </m:r>
                  </m:oMath>
                </a14:m>
                <a:endParaRPr lang="es-MX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s-MX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s-MX" dirty="0"/>
                  <a:t>Se llama </a:t>
                </a:r>
                <a:r>
                  <a:rPr lang="es-MX" b="1" dirty="0"/>
                  <a:t>no paramétrica</a:t>
                </a:r>
                <a:r>
                  <a:rPr lang="es-MX" dirty="0"/>
                  <a:t> porque en el fondo, porque…????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Queremos estimar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MX" dirty="0"/>
                  <a:t> sin suponer nada de la distribución de la variables.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158000" y="2992320"/>
              <a:ext cx="1273680" cy="1137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7560" y="2981160"/>
                <a:ext cx="1295280" cy="13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914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Fundamentos de estimación en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Punto de partida: </a:t>
                </a:r>
                <a:r>
                  <a:rPr lang="es-MX" dirty="0"/>
                  <a:t>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b="1" dirty="0"/>
                  <a:t> </a:t>
                </a:r>
                <a:r>
                  <a:rPr lang="es-MX" dirty="0"/>
                  <a:t>con función COMÚN de distribución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dirty="0"/>
                  <a:t>.</a:t>
                </a:r>
                <a:endParaRPr lang="es-MX" dirty="0"/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?Estadística: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002060"/>
                    </a:solidFill>
                  </a:rPr>
                  <a:t>?Estimador:</a:t>
                </a:r>
              </a:p>
              <a:p>
                <a:pPr marL="0" indent="0">
                  <a:buNone/>
                </a:pPr>
                <a:endParaRPr lang="es-MX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s-MX" b="1" dirty="0">
                    <a:solidFill>
                      <a:srgbClr val="C00000"/>
                    </a:solidFill>
                  </a:rPr>
                  <a:t>NOTA</a:t>
                </a:r>
                <a:r>
                  <a:rPr lang="es-MX" dirty="0">
                    <a:solidFill>
                      <a:srgbClr val="C00000"/>
                    </a:solidFill>
                  </a:rPr>
                  <a:t>: cualquier función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ejemplo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MX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es una función de la distribución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es decir,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es-MX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MX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01" b="-84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407600" y="1158120"/>
              <a:ext cx="7198200" cy="3951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160" y="1151280"/>
                <a:ext cx="7216920" cy="39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980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59560" y="204840"/>
              <a:ext cx="8402760" cy="55522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360" y="199080"/>
                <a:ext cx="8418600" cy="55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0763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estimación…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9553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Estimación </a:t>
            </a:r>
            <a:r>
              <a:rPr lang="es-MX" dirty="0" err="1"/>
              <a:t>via</a:t>
            </a:r>
            <a:r>
              <a:rPr lang="es-MX" dirty="0"/>
              <a:t> </a:t>
            </a:r>
            <a:r>
              <a:rPr lang="es-MX" dirty="0" err="1"/>
              <a:t>plugin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Es más fácil de entender en el caso paramétrico….</a:t>
                </a:r>
              </a:p>
              <a:p>
                <a:pPr marL="0" indent="0">
                  <a:buNone/>
                </a:pPr>
                <a:r>
                  <a:rPr lang="es-MX" dirty="0"/>
                  <a:t>Si tenemos una estadística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s-MX" dirty="0"/>
                  <a:t> y un estimador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d>
                        <m:d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Entonces podemos estimar cualquier función de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de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 err="1"/>
                  <a:t>via</a:t>
                </a:r>
                <a:r>
                  <a:rPr lang="es-MX" dirty="0"/>
                  <a:t> </a:t>
                </a:r>
                <a:r>
                  <a:rPr lang="es-MX" b="1" dirty="0" err="1">
                    <a:solidFill>
                      <a:srgbClr val="C00000"/>
                    </a:solidFill>
                  </a:rPr>
                  <a:t>plugin</a:t>
                </a:r>
                <a:r>
                  <a:rPr lang="es-MX" b="1" dirty="0"/>
                  <a:t> </a:t>
                </a:r>
                <a:r>
                  <a:rPr lang="es-MX" dirty="0"/>
                  <a:t>con es estimador de </a:t>
                </a:r>
                <a:r>
                  <a:rPr lang="es-MX" dirty="0" err="1"/>
                  <a:t>plugin</a:t>
                </a: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Es decir, nada más insertamos el estimador en la función.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232880" y="1356840"/>
              <a:ext cx="1492920" cy="1492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5320" y="1350000"/>
                <a:ext cx="1503000" cy="150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92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estimador </a:t>
            </a:r>
            <a:r>
              <a:rPr lang="es-MX" dirty="0" err="1"/>
              <a:t>via</a:t>
            </a:r>
            <a:r>
              <a:rPr lang="es-MX" dirty="0"/>
              <a:t> </a:t>
            </a:r>
            <a:r>
              <a:rPr lang="es-MX" dirty="0" err="1"/>
              <a:t>plugin</a:t>
            </a:r>
            <a:r>
              <a:rPr lang="es-MX" dirty="0"/>
              <a:t> de la varianza….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9400" y="1455120"/>
              <a:ext cx="8554320" cy="3341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200" y="1445400"/>
                <a:ext cx="8571600" cy="33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62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MonteCarlo</a:t>
            </a:r>
            <a:r>
              <a:rPr lang="es-MX" dirty="0"/>
              <a:t> entendido como estimación </a:t>
            </a:r>
            <a:r>
              <a:rPr lang="es-MX" dirty="0" err="1"/>
              <a:t>Plugin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5894" y="1825625"/>
                <a:ext cx="812945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La </a:t>
                </a:r>
                <a:r>
                  <a:rPr lang="es-MX" b="1" dirty="0">
                    <a:solidFill>
                      <a:srgbClr val="C00000"/>
                    </a:solidFill>
                  </a:rPr>
                  <a:t>función de distribución empírica </a:t>
                </a:r>
                <a:r>
                  <a:rPr lang="es-MX" dirty="0"/>
                  <a:t>es el estimador usual de una función de distribución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dirty="0">
                    <a:solidFill>
                      <a:srgbClr val="C00000"/>
                    </a:solidFill>
                  </a:rPr>
                  <a:t>. Consiste simplemente en contar la fracción de puntos menor al valor x en 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MX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MX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MX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1(</m:t>
                          </m:r>
                          <m:sSub>
                            <m:sSubPr>
                              <m:ctrlP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MX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894" y="1825625"/>
                <a:ext cx="8129456" cy="4351338"/>
              </a:xfrm>
              <a:blipFill>
                <a:blip r:embed="rId2"/>
                <a:stretch>
                  <a:fillRect l="-1499" t="-2381" r="-247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136520" y="2026080"/>
              <a:ext cx="5626440" cy="3604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480" y="2019240"/>
                <a:ext cx="5642280" cy="36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9719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4480" y="600480"/>
              <a:ext cx="8473680" cy="58100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800" y="593280"/>
                <a:ext cx="8488440" cy="582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1950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estimador del </a:t>
            </a:r>
            <a:r>
              <a:rPr lang="es-MX" dirty="0" err="1"/>
              <a:t>plugin</a:t>
            </a:r>
            <a:r>
              <a:rPr lang="es-MX" dirty="0"/>
              <a:t> converge al valor correcto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ley de los grandes números es la que garantiza la convergencia al verdadero valor.</a:t>
            </a:r>
          </a:p>
          <a:p>
            <a:pPr marL="0" indent="0">
              <a:buNone/>
            </a:pPr>
            <a:r>
              <a:rPr lang="es-MX" dirty="0"/>
              <a:t>¿Tiene sesgo?</a:t>
            </a:r>
          </a:p>
          <a:p>
            <a:pPr marL="0" indent="0">
              <a:buNone/>
            </a:pPr>
            <a:r>
              <a:rPr lang="es-MX" dirty="0"/>
              <a:t>¿Qué tan rápido converge?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21040" y="963000"/>
              <a:ext cx="8808840" cy="5692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80" y="953280"/>
                <a:ext cx="8816760" cy="57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230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estimador del </a:t>
            </a:r>
            <a:r>
              <a:rPr lang="es-MX" dirty="0" err="1"/>
              <a:t>plugin</a:t>
            </a:r>
            <a:r>
              <a:rPr lang="es-MX" dirty="0"/>
              <a:t> es </a:t>
            </a:r>
            <a:r>
              <a:rPr lang="es-MX" dirty="0" err="1"/>
              <a:t>insesgado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0313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Intervalos de confianza en </a:t>
            </a:r>
            <a:r>
              <a:rPr lang="es-MX" dirty="0" err="1"/>
              <a:t>MonteCarlo</a:t>
            </a:r>
            <a:r>
              <a:rPr lang="es-MX" dirty="0"/>
              <a:t> </a:t>
            </a:r>
            <a:r>
              <a:rPr lang="es-MX" dirty="0" err="1"/>
              <a:t>via</a:t>
            </a:r>
            <a:r>
              <a:rPr lang="es-MX" dirty="0"/>
              <a:t> TCL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Recordemos el importantísimo </a:t>
                </a:r>
                <a:r>
                  <a:rPr lang="es-MX" b="1" dirty="0">
                    <a:solidFill>
                      <a:srgbClr val="C00000"/>
                    </a:solidFill>
                  </a:rPr>
                  <a:t>Teorema central del límite</a:t>
                </a:r>
              </a:p>
              <a:p>
                <a:pPr marL="0" indent="0">
                  <a:buNone/>
                </a:pPr>
                <a:r>
                  <a:rPr lang="es-MX" dirty="0">
                    <a:solidFill>
                      <a:srgbClr val="C00000"/>
                    </a:solidFill>
                  </a:rPr>
                  <a:t>Dadas </a:t>
                </a:r>
                <a:r>
                  <a:rPr lang="es-MX" dirty="0" err="1">
                    <a:solidFill>
                      <a:srgbClr val="C00000"/>
                    </a:solidFill>
                  </a:rPr>
                  <a:t>v.a.i.i.d</a:t>
                </a:r>
                <a:r>
                  <a:rPr lang="es-MX" dirty="0">
                    <a:solidFill>
                      <a:srgbClr val="C00000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 y esperanza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MX" dirty="0">
                    <a:solidFill>
                      <a:srgbClr val="C00000"/>
                    </a:solidFill>
                  </a:rPr>
                  <a:t>, entonces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MX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s-MX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MX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s-MX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MX" b="1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MX" b="1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b="1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MX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23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702400" y="3168360"/>
              <a:ext cx="2778480" cy="270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4480" y="3159000"/>
                <a:ext cx="279504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297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37760" y="249840"/>
              <a:ext cx="8489520" cy="5058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480" y="241920"/>
                <a:ext cx="8505000" cy="50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8822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24600" y="496080"/>
              <a:ext cx="8355960" cy="5493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040" y="486720"/>
                <a:ext cx="8379360" cy="550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4310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38920" y="621000"/>
              <a:ext cx="8286120" cy="6039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360" y="610560"/>
                <a:ext cx="8304480" cy="60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44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Intervalos de confianza en Montecarlo.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Para calcular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80880" y="1640880"/>
              <a:ext cx="8203320" cy="4878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520" y="1632240"/>
                <a:ext cx="8220960" cy="48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5458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8671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Orden del método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82760" y="1444680"/>
              <a:ext cx="8097840" cy="45619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480" y="1435680"/>
                <a:ext cx="8117640" cy="45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1664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¿Cómo usamos este resultado para tener intervalos de confianza en </a:t>
            </a:r>
            <a:r>
              <a:rPr lang="es-MX" dirty="0" err="1"/>
              <a:t>MonteCarlo</a:t>
            </a:r>
            <a:r>
              <a:rPr lang="es-MX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35400" y="2010960"/>
              <a:ext cx="7920360" cy="4275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120" y="2004120"/>
                <a:ext cx="7938000" cy="428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833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3222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B) </a:t>
            </a:r>
            <a:r>
              <a:rPr lang="es-MX" dirty="0" err="1"/>
              <a:t>MonteCarlo</a:t>
            </a:r>
            <a:r>
              <a:rPr lang="es-MX" dirty="0"/>
              <a:t> como técnica de integración y la maldición de la </a:t>
            </a:r>
            <a:r>
              <a:rPr lang="es-MX" dirty="0" err="1"/>
              <a:t>dimensionalidad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6997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3908"/>
                <a:ext cx="7886700" cy="45830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Hagan una app que haga cualquier integral definida de la forma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s-MX" dirty="0"/>
                  <a:t> usando simulación de uniformes y Montecarlo. Su app debe darles intervalos de confianza. Input: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y el nivel de confianza de intervalos.</a:t>
                </a:r>
              </a:p>
              <a:p>
                <a:pPr marL="0" indent="0">
                  <a:buNone/>
                </a:pPr>
                <a:r>
                  <a:rPr lang="es-MX" b="1" dirty="0"/>
                  <a:t>Puntos adicionales:</a:t>
                </a:r>
                <a:r>
                  <a:rPr lang="es-MX" dirty="0"/>
                  <a:t> debe mostrar un gráfica que en el eje x tenga en el número de puntos simulados y en el eje y tres líneas: la estimación e intervalos de confianza superior e inferior de la confianza que elija el usuario.</a:t>
                </a:r>
              </a:p>
              <a:p>
                <a:pPr marL="0" indent="0">
                  <a:buNone/>
                </a:pPr>
                <a:r>
                  <a:rPr lang="es-MX" b="1" dirty="0"/>
                  <a:t>Para sorprender al profesor y tener puntos extra en el semestre: </a:t>
                </a:r>
                <a:r>
                  <a:rPr lang="es-MX" dirty="0"/>
                  <a:t>debe resolver integrales múltiples.</a:t>
                </a:r>
                <a:endParaRPr lang="es-MX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3908"/>
                <a:ext cx="7886700" cy="4583055"/>
              </a:xfrm>
              <a:blipFill>
                <a:blip r:embed="rId2"/>
                <a:stretch>
                  <a:fillRect l="-1546" t="-2261" r="-193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25360" y="2953080"/>
              <a:ext cx="7849440" cy="1962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720" y="2942640"/>
                <a:ext cx="7868880" cy="198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10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98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erlin Sans FB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AM_template" id="{7D120A73-849C-44A8-87A5-788BAA7B4F58}" vid="{4E4EBC5D-4B81-4724-9F37-7F7BD0002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10685</TotalTime>
  <Words>520</Words>
  <Application>Microsoft Office PowerPoint</Application>
  <PresentationFormat>On-screen Show (4:3)</PresentationFormat>
  <Paragraphs>113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Berlin Sans FB</vt:lpstr>
      <vt:lpstr>Calibri</vt:lpstr>
      <vt:lpstr>Cambria Math</vt:lpstr>
      <vt:lpstr>Garamond</vt:lpstr>
      <vt:lpstr>Office Theme</vt:lpstr>
      <vt:lpstr>Estadística Computacional</vt:lpstr>
      <vt:lpstr>I - Simulación por Monte Carlo</vt:lpstr>
      <vt:lpstr>¿Por qué pasa eso?</vt:lpstr>
      <vt:lpstr>¿Qué tan rápido es la convergencia?</vt:lpstr>
      <vt:lpstr>Nota sobre los supuestos….</vt:lpstr>
      <vt:lpstr>OJO! EL SUPUESTO DE INDEPENDENCIA ES NECESARIO!!!!</vt:lpstr>
      <vt:lpstr>Conclusión</vt:lpstr>
      <vt:lpstr>Generalizando (un poquito)</vt:lpstr>
      <vt:lpstr>HOY: TEORÍA GENERAL (FORMAL) DE MONTECARLO</vt:lpstr>
      <vt:lpstr>Es una teoría de integración y una teoría de estadística</vt:lpstr>
      <vt:lpstr>PowerPoint Presentation</vt:lpstr>
      <vt:lpstr>PowerPoint Presentation</vt:lpstr>
      <vt:lpstr>PowerPoint Presentation</vt:lpstr>
      <vt:lpstr>Ambos enfoques son en realidad el mismo….</vt:lpstr>
      <vt:lpstr>Ojo (y muy importante)…</vt:lpstr>
      <vt:lpstr>Además cualquier integral aunque no sea estadística puede verse como integral numérica</vt:lpstr>
      <vt:lpstr>PowerPoint Presentation</vt:lpstr>
      <vt:lpstr>A) Como técnica estadística</vt:lpstr>
      <vt:lpstr>Fundamentos de estimación en estadística</vt:lpstr>
      <vt:lpstr>PowerPoint Presentation</vt:lpstr>
      <vt:lpstr>Ejemplos estimación…</vt:lpstr>
      <vt:lpstr>Estimación via plugin</vt:lpstr>
      <vt:lpstr>Ejemplo…</vt:lpstr>
      <vt:lpstr>MonteCarlo entendido como estimación Plugin</vt:lpstr>
      <vt:lpstr>PowerPoint Presentation</vt:lpstr>
      <vt:lpstr>El estimador del plugin converge al valor correcto</vt:lpstr>
      <vt:lpstr>El estimador del plugin es insesgado</vt:lpstr>
      <vt:lpstr>Intervalos de confianza en MonteCarlo via TCL</vt:lpstr>
      <vt:lpstr>PowerPoint Presentation</vt:lpstr>
      <vt:lpstr>PowerPoint Presentation</vt:lpstr>
      <vt:lpstr>PowerPoint Presentation</vt:lpstr>
      <vt:lpstr>Intervalos de confianza en Montecarlo.</vt:lpstr>
      <vt:lpstr>PowerPoint Presentation</vt:lpstr>
      <vt:lpstr>Orden del método</vt:lpstr>
      <vt:lpstr>¿Cómo usamos este resultado para tener intervalos de confianza en MonteCarlo?</vt:lpstr>
      <vt:lpstr>PowerPoint Presentation</vt:lpstr>
      <vt:lpstr>B) MonteCarlo como técnica de integración y la maldición de la dimensionalidad</vt:lpstr>
      <vt:lpstr>Tarea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propedéutico</dc:title>
  <dc:creator>Mauricio García Tec</dc:creator>
  <cp:lastModifiedBy>Mauricio García Tec</cp:lastModifiedBy>
  <cp:revision>303</cp:revision>
  <dcterms:created xsi:type="dcterms:W3CDTF">2016-05-29T16:24:09Z</dcterms:created>
  <dcterms:modified xsi:type="dcterms:W3CDTF">2016-09-08T15:00:52Z</dcterms:modified>
</cp:coreProperties>
</file>